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2" r:id="rId5"/>
    <p:sldId id="264" r:id="rId6"/>
    <p:sldId id="265" r:id="rId7"/>
    <p:sldId id="259" r:id="rId8"/>
    <p:sldId id="263" r:id="rId9"/>
    <p:sldId id="261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68065D-0311-44FC-B609-3CE12EAF7344}" v="1490" dt="2025-11-11T17:06:05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621D7818-7075-6628-D642-B1A4E4956412}"/>
    <pc:docChg chg="modSld">
      <pc:chgData name="" userId="" providerId="" clId="Web-{621D7818-7075-6628-D642-B1A4E4956412}" dt="2025-11-09T13:29:43.863" v="0" actId="20577"/>
      <pc:docMkLst>
        <pc:docMk/>
      </pc:docMkLst>
      <pc:sldChg chg="modSp">
        <pc:chgData name="" userId="" providerId="" clId="Web-{621D7818-7075-6628-D642-B1A4E4956412}" dt="2025-11-09T13:29:43.863" v="0" actId="20577"/>
        <pc:sldMkLst>
          <pc:docMk/>
          <pc:sldMk cId="649276035" sldId="262"/>
        </pc:sldMkLst>
        <pc:spChg chg="mod">
          <ac:chgData name="" userId="" providerId="" clId="Web-{621D7818-7075-6628-D642-B1A4E4956412}" dt="2025-11-09T13:29:43.863" v="0" actId="20577"/>
          <ac:spMkLst>
            <pc:docMk/>
            <pc:sldMk cId="649276035" sldId="262"/>
            <ac:spMk id="3" creationId="{D940AE78-E47C-BE7C-A4F3-FDB5A51DEF4F}"/>
          </ac:spMkLst>
        </pc:spChg>
      </pc:sldChg>
    </pc:docChg>
  </pc:docChgLst>
  <pc:docChgLst>
    <pc:chgData name="inxienyashi@gmail.com" userId="95cf27c417f9d80b" providerId="Windows Live" clId="Web-{47FA5BE1-6F21-412E-4B39-62F2A2006E34}"/>
    <pc:docChg chg="addSld modSld">
      <pc:chgData name="inxienyashi@gmail.com" userId="95cf27c417f9d80b" providerId="Windows Live" clId="Web-{47FA5BE1-6F21-412E-4B39-62F2A2006E34}" dt="2025-11-09T13:33:45.979" v="608" actId="20577"/>
      <pc:docMkLst>
        <pc:docMk/>
      </pc:docMkLst>
      <pc:sldChg chg="modSp">
        <pc:chgData name="inxienyashi@gmail.com" userId="95cf27c417f9d80b" providerId="Windows Live" clId="Web-{47FA5BE1-6F21-412E-4B39-62F2A2006E34}" dt="2025-11-09T12:40:07.127" v="13" actId="20577"/>
        <pc:sldMkLst>
          <pc:docMk/>
          <pc:sldMk cId="2646639956" sldId="256"/>
        </pc:sldMkLst>
        <pc:spChg chg="mod">
          <ac:chgData name="inxienyashi@gmail.com" userId="95cf27c417f9d80b" providerId="Windows Live" clId="Web-{47FA5BE1-6F21-412E-4B39-62F2A2006E34}" dt="2025-11-09T12:40:07.127" v="13" actId="20577"/>
          <ac:spMkLst>
            <pc:docMk/>
            <pc:sldMk cId="2646639956" sldId="256"/>
            <ac:spMk id="3" creationId="{3E8C3B75-23BE-7987-70C1-F7047E8C446B}"/>
          </ac:spMkLst>
        </pc:spChg>
      </pc:sldChg>
      <pc:sldChg chg="addSp delSp modSp new">
        <pc:chgData name="inxienyashi@gmail.com" userId="95cf27c417f9d80b" providerId="Windows Live" clId="Web-{47FA5BE1-6F21-412E-4B39-62F2A2006E34}" dt="2025-11-09T13:33:45.979" v="608" actId="20577"/>
        <pc:sldMkLst>
          <pc:docMk/>
          <pc:sldMk cId="3103076592" sldId="259"/>
        </pc:sldMkLst>
        <pc:spChg chg="mod">
          <ac:chgData name="inxienyashi@gmail.com" userId="95cf27c417f9d80b" providerId="Windows Live" clId="Web-{47FA5BE1-6F21-412E-4B39-62F2A2006E34}" dt="2025-11-09T13:30:18.538" v="564" actId="20577"/>
          <ac:spMkLst>
            <pc:docMk/>
            <pc:sldMk cId="3103076592" sldId="259"/>
            <ac:spMk id="2" creationId="{54FC843F-F71A-AF8C-2A39-2B4779469EC1}"/>
          </ac:spMkLst>
        </pc:spChg>
        <pc:spChg chg="mod">
          <ac:chgData name="inxienyashi@gmail.com" userId="95cf27c417f9d80b" providerId="Windows Live" clId="Web-{47FA5BE1-6F21-412E-4B39-62F2A2006E34}" dt="2025-11-09T13:33:45.979" v="608" actId="20577"/>
          <ac:spMkLst>
            <pc:docMk/>
            <pc:sldMk cId="3103076592" sldId="259"/>
            <ac:spMk id="3" creationId="{2B2842C5-FDA7-B3C6-9793-7AC66DC41A2B}"/>
          </ac:spMkLst>
        </pc:spChg>
        <pc:picChg chg="add mod ord">
          <ac:chgData name="inxienyashi@gmail.com" userId="95cf27c417f9d80b" providerId="Windows Live" clId="Web-{47FA5BE1-6F21-412E-4B39-62F2A2006E34}" dt="2025-11-09T13:23:28.978" v="521"/>
          <ac:picMkLst>
            <pc:docMk/>
            <pc:sldMk cId="3103076592" sldId="259"/>
            <ac:picMk id="5" creationId="{7148EE70-20AB-FD24-2289-B9CDAECFBF01}"/>
          </ac:picMkLst>
        </pc:picChg>
      </pc:sldChg>
    </pc:docChg>
  </pc:docChgLst>
  <pc:docChgLst>
    <pc:chgData name="Gość" providerId="Windows Live" clId="Web-{C19A1500-DB64-12E1-8885-E029734F7B96}"/>
    <pc:docChg chg="modSld">
      <pc:chgData name="Gość" userId="" providerId="Windows Live" clId="Web-{C19A1500-DB64-12E1-8885-E029734F7B96}" dt="2025-11-09T14:27:18.415" v="2"/>
      <pc:docMkLst>
        <pc:docMk/>
      </pc:docMkLst>
      <pc:sldChg chg="addSp delSp modSp">
        <pc:chgData name="Gość" userId="" providerId="Windows Live" clId="Web-{C19A1500-DB64-12E1-8885-E029734F7B96}" dt="2025-11-09T14:27:18.415" v="2"/>
        <pc:sldMkLst>
          <pc:docMk/>
          <pc:sldMk cId="1926455556" sldId="260"/>
        </pc:sldMkLst>
        <pc:spChg chg="mod">
          <ac:chgData name="Gość" userId="" providerId="Windows Live" clId="Web-{C19A1500-DB64-12E1-8885-E029734F7B96}" dt="2025-11-09T14:27:18.415" v="1"/>
          <ac:spMkLst>
            <pc:docMk/>
            <pc:sldMk cId="1926455556" sldId="260"/>
            <ac:spMk id="2" creationId="{D95700EF-C7DE-A468-41B4-B6CBA756ED49}"/>
          </ac:spMkLst>
        </pc:spChg>
        <pc:spChg chg="mod">
          <ac:chgData name="Gość" userId="" providerId="Windows Live" clId="Web-{C19A1500-DB64-12E1-8885-E029734F7B96}" dt="2025-11-09T14:27:18.415" v="1"/>
          <ac:spMkLst>
            <pc:docMk/>
            <pc:sldMk cId="1926455556" sldId="260"/>
            <ac:spMk id="3" creationId="{52EC060F-C53B-4A0D-D152-50CFC7947C56}"/>
          </ac:spMkLst>
        </pc:spChg>
        <pc:picChg chg="mod">
          <ac:chgData name="Gość" userId="" providerId="Windows Live" clId="Web-{C19A1500-DB64-12E1-8885-E029734F7B96}" dt="2025-11-09T14:27:18.415" v="1"/>
          <ac:picMkLst>
            <pc:docMk/>
            <pc:sldMk cId="1926455556" sldId="260"/>
            <ac:picMk id="5" creationId="{EB7A5E28-608C-7DA9-245B-6CB4C27C88AA}"/>
          </ac:picMkLst>
        </pc:picChg>
      </pc:sldChg>
    </pc:docChg>
  </pc:docChgLst>
  <pc:docChgLst>
    <pc:chgData name="Gość" providerId="Windows Live" clId="Web-{098ACA50-D8DB-CF38-F1C3-7794E6A9AC25}"/>
    <pc:docChg chg="addSld modSld">
      <pc:chgData name="Gość" userId="" providerId="Windows Live" clId="Web-{098ACA50-D8DB-CF38-F1C3-7794E6A9AC25}" dt="2025-11-09T13:28:53.911" v="881" actId="20577"/>
      <pc:docMkLst>
        <pc:docMk/>
      </pc:docMkLst>
      <pc:sldChg chg="modSp">
        <pc:chgData name="Gość" userId="" providerId="Windows Live" clId="Web-{098ACA50-D8DB-CF38-F1C3-7794E6A9AC25}" dt="2025-11-09T12:52:12.670" v="19" actId="20577"/>
        <pc:sldMkLst>
          <pc:docMk/>
          <pc:sldMk cId="2646639956" sldId="256"/>
        </pc:sldMkLst>
        <pc:spChg chg="mod">
          <ac:chgData name="Gość" userId="" providerId="Windows Live" clId="Web-{098ACA50-D8DB-CF38-F1C3-7794E6A9AC25}" dt="2025-11-09T12:52:12.670" v="19" actId="20577"/>
          <ac:spMkLst>
            <pc:docMk/>
            <pc:sldMk cId="2646639956" sldId="256"/>
            <ac:spMk id="3" creationId="{3E8C3B75-23BE-7987-70C1-F7047E8C446B}"/>
          </ac:spMkLst>
        </pc:spChg>
      </pc:sldChg>
      <pc:sldChg chg="modSp new">
        <pc:chgData name="Gość" userId="" providerId="Windows Live" clId="Web-{098ACA50-D8DB-CF38-F1C3-7794E6A9AC25}" dt="2025-11-09T13:20:05.997" v="470" actId="20577"/>
        <pc:sldMkLst>
          <pc:docMk/>
          <pc:sldMk cId="1926455556" sldId="260"/>
        </pc:sldMkLst>
        <pc:spChg chg="mod">
          <ac:chgData name="Gość" userId="" providerId="Windows Live" clId="Web-{098ACA50-D8DB-CF38-F1C3-7794E6A9AC25}" dt="2025-11-09T13:20:05.997" v="470" actId="20577"/>
          <ac:spMkLst>
            <pc:docMk/>
            <pc:sldMk cId="1926455556" sldId="260"/>
            <ac:spMk id="2" creationId="{D95700EF-C7DE-A468-41B4-B6CBA756ED49}"/>
          </ac:spMkLst>
        </pc:spChg>
        <pc:spChg chg="mod">
          <ac:chgData name="Gość" userId="" providerId="Windows Live" clId="Web-{098ACA50-D8DB-CF38-F1C3-7794E6A9AC25}" dt="2025-11-09T13:19:33.309" v="437" actId="20577"/>
          <ac:spMkLst>
            <pc:docMk/>
            <pc:sldMk cId="1926455556" sldId="260"/>
            <ac:spMk id="3" creationId="{52EC060F-C53B-4A0D-D152-50CFC7947C56}"/>
          </ac:spMkLst>
        </pc:spChg>
      </pc:sldChg>
      <pc:sldChg chg="modSp new">
        <pc:chgData name="Gość" userId="" providerId="Windows Live" clId="Web-{098ACA50-D8DB-CF38-F1C3-7794E6A9AC25}" dt="2025-11-09T13:17:23.914" v="413" actId="20577"/>
        <pc:sldMkLst>
          <pc:docMk/>
          <pc:sldMk cId="4067280214" sldId="261"/>
        </pc:sldMkLst>
        <pc:spChg chg="mod">
          <ac:chgData name="Gość" userId="" providerId="Windows Live" clId="Web-{098ACA50-D8DB-CF38-F1C3-7794E6A9AC25}" dt="2025-11-09T13:16:47.318" v="406" actId="20577"/>
          <ac:spMkLst>
            <pc:docMk/>
            <pc:sldMk cId="4067280214" sldId="261"/>
            <ac:spMk id="2" creationId="{F1A60F42-5974-B21B-9884-52CCF2C4F541}"/>
          </ac:spMkLst>
        </pc:spChg>
        <pc:spChg chg="mod">
          <ac:chgData name="Gość" userId="" providerId="Windows Live" clId="Web-{098ACA50-D8DB-CF38-F1C3-7794E6A9AC25}" dt="2025-11-09T13:17:23.914" v="413" actId="20577"/>
          <ac:spMkLst>
            <pc:docMk/>
            <pc:sldMk cId="4067280214" sldId="261"/>
            <ac:spMk id="3" creationId="{0E723379-6B34-CF73-6FD8-4BE44A3ECA0B}"/>
          </ac:spMkLst>
        </pc:spChg>
      </pc:sldChg>
      <pc:sldChg chg="modSp new">
        <pc:chgData name="Gość" userId="" providerId="Windows Live" clId="Web-{098ACA50-D8DB-CF38-F1C3-7794E6A9AC25}" dt="2025-11-09T13:28:53.911" v="881" actId="20577"/>
        <pc:sldMkLst>
          <pc:docMk/>
          <pc:sldMk cId="649276035" sldId="262"/>
        </pc:sldMkLst>
        <pc:spChg chg="mod">
          <ac:chgData name="Gość" userId="" providerId="Windows Live" clId="Web-{098ACA50-D8DB-CF38-F1C3-7794E6A9AC25}" dt="2025-11-09T13:20:01.106" v="468" actId="20577"/>
          <ac:spMkLst>
            <pc:docMk/>
            <pc:sldMk cId="649276035" sldId="262"/>
            <ac:spMk id="2" creationId="{2F2992E2-5588-7D35-1903-343B770F4990}"/>
          </ac:spMkLst>
        </pc:spChg>
        <pc:spChg chg="mod">
          <ac:chgData name="Gość" userId="" providerId="Windows Live" clId="Web-{098ACA50-D8DB-CF38-F1C3-7794E6A9AC25}" dt="2025-11-09T13:28:53.911" v="881" actId="20577"/>
          <ac:spMkLst>
            <pc:docMk/>
            <pc:sldMk cId="649276035" sldId="262"/>
            <ac:spMk id="3" creationId="{D940AE78-E47C-BE7C-A4F3-FDB5A51DEF4F}"/>
          </ac:spMkLst>
        </pc:spChg>
      </pc:sldChg>
    </pc:docChg>
  </pc:docChgLst>
  <pc:docChgLst>
    <pc:chgData name="Gość" providerId="Windows Live" clId="Web-{621D7818-7075-6628-D642-B1A4E4956412}"/>
    <pc:docChg chg="addSld modSld">
      <pc:chgData name="Gość" userId="" providerId="Windows Live" clId="Web-{621D7818-7075-6628-D642-B1A4E4956412}" dt="2025-11-09T14:19:53.865" v="727"/>
      <pc:docMkLst>
        <pc:docMk/>
      </pc:docMkLst>
      <pc:sldChg chg="modSp">
        <pc:chgData name="Gość" userId="" providerId="Windows Live" clId="Web-{621D7818-7075-6628-D642-B1A4E4956412}" dt="2025-11-09T13:44:41.174" v="422" actId="20577"/>
        <pc:sldMkLst>
          <pc:docMk/>
          <pc:sldMk cId="2072098103" sldId="258"/>
        </pc:sldMkLst>
        <pc:spChg chg="mod">
          <ac:chgData name="Gość" userId="" providerId="Windows Live" clId="Web-{621D7818-7075-6628-D642-B1A4E4956412}" dt="2025-11-09T13:44:41.174" v="422" actId="20577"/>
          <ac:spMkLst>
            <pc:docMk/>
            <pc:sldMk cId="2072098103" sldId="258"/>
            <ac:spMk id="5" creationId="{B6AFF343-C1B0-C404-EF28-CFEE0FDCA202}"/>
          </ac:spMkLst>
        </pc:spChg>
      </pc:sldChg>
      <pc:sldChg chg="addSp delSp modSp mod setBg">
        <pc:chgData name="Gość" userId="" providerId="Windows Live" clId="Web-{621D7818-7075-6628-D642-B1A4E4956412}" dt="2025-11-09T14:19:53.865" v="727"/>
        <pc:sldMkLst>
          <pc:docMk/>
          <pc:sldMk cId="1926455556" sldId="260"/>
        </pc:sldMkLst>
        <pc:spChg chg="mod">
          <ac:chgData name="Gość" userId="" providerId="Windows Live" clId="Web-{621D7818-7075-6628-D642-B1A4E4956412}" dt="2025-11-09T14:15:16.127" v="720"/>
          <ac:spMkLst>
            <pc:docMk/>
            <pc:sldMk cId="1926455556" sldId="260"/>
            <ac:spMk id="2" creationId="{D95700EF-C7DE-A468-41B4-B6CBA756ED49}"/>
          </ac:spMkLst>
        </pc:spChg>
        <pc:spChg chg="mod">
          <ac:chgData name="Gość" userId="" providerId="Windows Live" clId="Web-{621D7818-7075-6628-D642-B1A4E4956412}" dt="2025-11-09T14:15:16.127" v="720"/>
          <ac:spMkLst>
            <pc:docMk/>
            <pc:sldMk cId="1926455556" sldId="260"/>
            <ac:spMk id="3" creationId="{52EC060F-C53B-4A0D-D152-50CFC7947C56}"/>
          </ac:spMkLst>
        </pc:spChg>
        <pc:picChg chg="add mod">
          <ac:chgData name="Gość" userId="" providerId="Windows Live" clId="Web-{621D7818-7075-6628-D642-B1A4E4956412}" dt="2025-11-09T14:19:53.865" v="727"/>
          <ac:picMkLst>
            <pc:docMk/>
            <pc:sldMk cId="1926455556" sldId="260"/>
            <ac:picMk id="5" creationId="{EB7A5E28-608C-7DA9-245B-6CB4C27C88AA}"/>
          </ac:picMkLst>
        </pc:picChg>
      </pc:sldChg>
      <pc:sldChg chg="addSp modSp mod setBg">
        <pc:chgData name="Gość" userId="" providerId="Windows Live" clId="Web-{621D7818-7075-6628-D642-B1A4E4956412}" dt="2025-11-09T14:16:56.679" v="722"/>
        <pc:sldMkLst>
          <pc:docMk/>
          <pc:sldMk cId="649276035" sldId="262"/>
        </pc:sldMkLst>
        <pc:spChg chg="mod">
          <ac:chgData name="Gość" userId="" providerId="Windows Live" clId="Web-{621D7818-7075-6628-D642-B1A4E4956412}" dt="2025-11-09T14:16:56.679" v="722"/>
          <ac:spMkLst>
            <pc:docMk/>
            <pc:sldMk cId="649276035" sldId="262"/>
            <ac:spMk id="2" creationId="{2F2992E2-5588-7D35-1903-343B770F4990}"/>
          </ac:spMkLst>
        </pc:spChg>
        <pc:spChg chg="mod">
          <ac:chgData name="Gość" userId="" providerId="Windows Live" clId="Web-{621D7818-7075-6628-D642-B1A4E4956412}" dt="2025-11-09T14:16:56.679" v="722"/>
          <ac:spMkLst>
            <pc:docMk/>
            <pc:sldMk cId="649276035" sldId="262"/>
            <ac:spMk id="3" creationId="{D940AE78-E47C-BE7C-A4F3-FDB5A51DEF4F}"/>
          </ac:spMkLst>
        </pc:spChg>
      </pc:sldChg>
      <pc:sldChg chg="addSp modSp new mod setBg">
        <pc:chgData name="Gość" userId="" providerId="Windows Live" clId="Web-{621D7818-7075-6628-D642-B1A4E4956412}" dt="2025-11-09T14:17:57.560" v="724"/>
        <pc:sldMkLst>
          <pc:docMk/>
          <pc:sldMk cId="226469884" sldId="264"/>
        </pc:sldMkLst>
        <pc:spChg chg="mod">
          <ac:chgData name="Gość" userId="" providerId="Windows Live" clId="Web-{621D7818-7075-6628-D642-B1A4E4956412}" dt="2025-11-09T14:17:57.560" v="724"/>
          <ac:spMkLst>
            <pc:docMk/>
            <pc:sldMk cId="226469884" sldId="264"/>
            <ac:spMk id="2" creationId="{4C364709-0327-1B19-B434-C69C5F677246}"/>
          </ac:spMkLst>
        </pc:spChg>
        <pc:spChg chg="mod ord">
          <ac:chgData name="Gość" userId="" providerId="Windows Live" clId="Web-{621D7818-7075-6628-D642-B1A4E4956412}" dt="2025-11-09T14:17:57.560" v="724"/>
          <ac:spMkLst>
            <pc:docMk/>
            <pc:sldMk cId="226469884" sldId="264"/>
            <ac:spMk id="3" creationId="{B4B43A34-DD24-4CF9-2A7D-A937167E714D}"/>
          </ac:spMkLst>
        </pc:spChg>
      </pc:sldChg>
      <pc:sldChg chg="addSp modSp new mod setBg">
        <pc:chgData name="Gość" userId="" providerId="Windows Live" clId="Web-{621D7818-7075-6628-D642-B1A4E4956412}" dt="2025-11-09T14:13:13.438" v="718"/>
        <pc:sldMkLst>
          <pc:docMk/>
          <pc:sldMk cId="3054677877" sldId="265"/>
        </pc:sldMkLst>
        <pc:spChg chg="mod">
          <ac:chgData name="Gość" userId="" providerId="Windows Live" clId="Web-{621D7818-7075-6628-D642-B1A4E4956412}" dt="2025-11-09T14:13:13.438" v="718"/>
          <ac:spMkLst>
            <pc:docMk/>
            <pc:sldMk cId="3054677877" sldId="265"/>
            <ac:spMk id="2" creationId="{4ADCE594-AA04-5252-562A-E883315C761A}"/>
          </ac:spMkLst>
        </pc:spChg>
        <pc:spChg chg="mod">
          <ac:chgData name="Gość" userId="" providerId="Windows Live" clId="Web-{621D7818-7075-6628-D642-B1A4E4956412}" dt="2025-11-09T14:13:13.438" v="718"/>
          <ac:spMkLst>
            <pc:docMk/>
            <pc:sldMk cId="3054677877" sldId="265"/>
            <ac:spMk id="3" creationId="{5836D683-8480-D0CD-EC16-BEDB98C58E5F}"/>
          </ac:spMkLst>
        </pc:spChg>
      </pc:sldChg>
    </pc:docChg>
  </pc:docChgLst>
  <pc:docChgLst>
    <pc:chgData name="Wojtek Krakowiak" userId="f72a0bb3b8a70e05" providerId="LiveId" clId="{EB2AAE5E-F441-4B21-A173-D9609660A338}"/>
    <pc:docChg chg="undo custSel addSld delSld modSld">
      <pc:chgData name="Wojtek Krakowiak" userId="f72a0bb3b8a70e05" providerId="LiveId" clId="{EB2AAE5E-F441-4B21-A173-D9609660A338}" dt="2025-11-11T17:07:20.515" v="1581" actId="26606"/>
      <pc:docMkLst>
        <pc:docMk/>
      </pc:docMkLst>
      <pc:sldChg chg="addSp delSp modSp mod setBg addAnim delAnim">
        <pc:chgData name="Wojtek Krakowiak" userId="f72a0bb3b8a70e05" providerId="LiveId" clId="{EB2AAE5E-F441-4B21-A173-D9609660A338}" dt="2025-11-11T17:07:20.515" v="1581" actId="26606"/>
        <pc:sldMkLst>
          <pc:docMk/>
          <pc:sldMk cId="2646639956" sldId="256"/>
        </pc:sldMkLst>
        <pc:spChg chg="mod ord">
          <ac:chgData name="Wojtek Krakowiak" userId="f72a0bb3b8a70e05" providerId="LiveId" clId="{EB2AAE5E-F441-4B21-A173-D9609660A338}" dt="2025-11-11T17:06:34.071" v="1530" actId="1076"/>
          <ac:spMkLst>
            <pc:docMk/>
            <pc:sldMk cId="2646639956" sldId="256"/>
            <ac:spMk id="2" creationId="{991E7B3D-D4EC-3330-6628-C30DBF09C37B}"/>
          </ac:spMkLst>
        </pc:spChg>
        <pc:spChg chg="mod ord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3" creationId="{3E8C3B75-23BE-7987-70C1-F7047E8C446B}"/>
          </ac:spMkLst>
        </pc:spChg>
        <pc:spChg chg="add del">
          <ac:chgData name="Wojtek Krakowiak" userId="f72a0bb3b8a70e05" providerId="LiveId" clId="{EB2AAE5E-F441-4B21-A173-D9609660A338}" dt="2025-11-11T17:06:12.287" v="1523" actId="26606"/>
          <ac:spMkLst>
            <pc:docMk/>
            <pc:sldMk cId="2646639956" sldId="256"/>
            <ac:spMk id="12" creationId="{0A597D97-203B-498B-95D3-E90DC961039F}"/>
          </ac:spMkLst>
        </pc:spChg>
        <pc:spChg chg="add del">
          <ac:chgData name="Wojtek Krakowiak" userId="f72a0bb3b8a70e05" providerId="LiveId" clId="{EB2AAE5E-F441-4B21-A173-D9609660A338}" dt="2025-11-11T17:06:12.287" v="1523" actId="26606"/>
          <ac:spMkLst>
            <pc:docMk/>
            <pc:sldMk cId="2646639956" sldId="256"/>
            <ac:spMk id="14" creationId="{6A6EF10E-DF41-4BD3-8EB4-6F646531DC26}"/>
          </ac:spMkLst>
        </pc:spChg>
        <pc:spChg chg="add del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17" creationId="{27BDFED6-6E33-4606-AFE2-886ADB1C018E}"/>
          </ac:spMkLst>
        </pc:spChg>
        <pc:spChg chg="add del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18" creationId="{890DEF05-784E-4B61-89E4-04C4ECF4E5A0}"/>
          </ac:spMkLst>
        </pc:spChg>
        <pc:spChg chg="add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23" creationId="{489B7BFD-8F45-4093-AD9C-91B15B0503D9}"/>
          </ac:spMkLst>
        </pc:spChg>
        <pc:spChg chg="add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29" creationId="{498F8FF6-43B4-494A-AF8F-123A4983EDF7}"/>
          </ac:spMkLst>
        </pc:spChg>
        <pc:spChg chg="add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31" creationId="{CF85B11F-FA15-48B8-BF04-463A37544E09}"/>
          </ac:spMkLst>
        </pc:spChg>
        <pc:spChg chg="add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33" creationId="{5AFEC601-A132-47EE-B0C2-B38ACD9FCE6F}"/>
          </ac:spMkLst>
        </pc:spChg>
        <pc:spChg chg="add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35" creationId="{279CAF82-0ECF-42BE-8F37-F71941E5D410}"/>
          </ac:spMkLst>
        </pc:spChg>
        <pc:spChg chg="add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37" creationId="{BB90F3FC-186F-4608-93AA-7EE24F682E21}"/>
          </ac:spMkLst>
        </pc:spChg>
        <pc:spChg chg="add">
          <ac:chgData name="Wojtek Krakowiak" userId="f72a0bb3b8a70e05" providerId="LiveId" clId="{EB2AAE5E-F441-4B21-A173-D9609660A338}" dt="2025-11-11T17:07:20.515" v="1581" actId="26606"/>
          <ac:spMkLst>
            <pc:docMk/>
            <pc:sldMk cId="2646639956" sldId="256"/>
            <ac:spMk id="46" creationId="{033BC44A-0661-43B4-9C14-FD5963C226AE}"/>
          </ac:spMkLst>
        </pc:spChg>
        <pc:picChg chg="add mod ord">
          <ac:chgData name="Wojtek Krakowiak" userId="f72a0bb3b8a70e05" providerId="LiveId" clId="{EB2AAE5E-F441-4B21-A173-D9609660A338}" dt="2025-11-11T17:06:12.294" v="1524" actId="26606"/>
          <ac:picMkLst>
            <pc:docMk/>
            <pc:sldMk cId="2646639956" sldId="256"/>
            <ac:picMk id="5" creationId="{4BC06B4B-297D-1366-46F4-AB3621668569}"/>
          </ac:picMkLst>
        </pc:picChg>
        <pc:picChg chg="add mod ord">
          <ac:chgData name="Wojtek Krakowiak" userId="f72a0bb3b8a70e05" providerId="LiveId" clId="{EB2AAE5E-F441-4B21-A173-D9609660A338}" dt="2025-11-11T17:06:12.294" v="1524" actId="26606"/>
          <ac:picMkLst>
            <pc:docMk/>
            <pc:sldMk cId="2646639956" sldId="256"/>
            <ac:picMk id="7" creationId="{86806257-C4EC-230F-70A6-BA78D562AF5E}"/>
          </ac:picMkLst>
        </pc:picChg>
        <pc:cxnChg chg="add">
          <ac:chgData name="Wojtek Krakowiak" userId="f72a0bb3b8a70e05" providerId="LiveId" clId="{EB2AAE5E-F441-4B21-A173-D9609660A338}" dt="2025-11-11T17:06:12.294" v="1524" actId="26606"/>
          <ac:cxnSpMkLst>
            <pc:docMk/>
            <pc:sldMk cId="2646639956" sldId="256"/>
            <ac:cxnSpMk id="16" creationId="{C41BAEC7-F7B0-4224-8B18-8F74B7D87F0B}"/>
          </ac:cxnSpMkLst>
        </pc:cxnChg>
      </pc:sldChg>
      <pc:sldChg chg="addSp delSp modSp add mod setBg">
        <pc:chgData name="Wojtek Krakowiak" userId="f72a0bb3b8a70e05" providerId="LiveId" clId="{EB2AAE5E-F441-4B21-A173-D9609660A338}" dt="2025-11-09T21:25:15.890" v="1483" actId="27636"/>
        <pc:sldMkLst>
          <pc:docMk/>
          <pc:sldMk cId="2072098103" sldId="258"/>
        </pc:sldMkLst>
        <pc:spChg chg="mod">
          <ac:chgData name="Wojtek Krakowiak" userId="f72a0bb3b8a70e05" providerId="LiveId" clId="{EB2AAE5E-F441-4B21-A173-D9609660A338}" dt="2025-11-09T14:33:50.340" v="1480" actId="1076"/>
          <ac:spMkLst>
            <pc:docMk/>
            <pc:sldMk cId="2072098103" sldId="258"/>
            <ac:spMk id="2" creationId="{C0CE8EB9-64FF-7193-20EC-EC2EFA5C8B97}"/>
          </ac:spMkLst>
        </pc:spChg>
        <pc:spChg chg="add del mod">
          <ac:chgData name="Wojtek Krakowiak" userId="f72a0bb3b8a70e05" providerId="LiveId" clId="{EB2AAE5E-F441-4B21-A173-D9609660A338}" dt="2025-11-09T21:25:15.890" v="1483" actId="27636"/>
          <ac:spMkLst>
            <pc:docMk/>
            <pc:sldMk cId="2072098103" sldId="258"/>
            <ac:spMk id="5" creationId="{B6AFF343-C1B0-C404-EF28-CFEE0FDCA202}"/>
          </ac:spMkLst>
        </pc:spChg>
        <pc:spChg chg="add">
          <ac:chgData name="Wojtek Krakowiak" userId="f72a0bb3b8a70e05" providerId="LiveId" clId="{EB2AAE5E-F441-4B21-A173-D9609660A338}" dt="2025-11-09T14:33:23.359" v="1472" actId="26606"/>
          <ac:spMkLst>
            <pc:docMk/>
            <pc:sldMk cId="2072098103" sldId="258"/>
            <ac:spMk id="87" creationId="{F13C74B1-5B17-4795-BED0-7140497B445A}"/>
          </ac:spMkLst>
        </pc:spChg>
        <pc:spChg chg="add">
          <ac:chgData name="Wojtek Krakowiak" userId="f72a0bb3b8a70e05" providerId="LiveId" clId="{EB2AAE5E-F441-4B21-A173-D9609660A338}" dt="2025-11-09T14:33:23.359" v="1472" actId="26606"/>
          <ac:spMkLst>
            <pc:docMk/>
            <pc:sldMk cId="2072098103" sldId="258"/>
            <ac:spMk id="89" creationId="{D4974D33-8DC5-464E-8C6D-BE58F0669C17}"/>
          </ac:spMkLst>
        </pc:spChg>
        <pc:picChg chg="add mod ord">
          <ac:chgData name="Wojtek Krakowiak" userId="f72a0bb3b8a70e05" providerId="LiveId" clId="{EB2AAE5E-F441-4B21-A173-D9609660A338}" dt="2025-11-09T14:33:23.359" v="1472" actId="26606"/>
          <ac:picMkLst>
            <pc:docMk/>
            <pc:sldMk cId="2072098103" sldId="258"/>
            <ac:picMk id="19" creationId="{4B1532BC-4B68-E7FD-8800-578E63D3B18C}"/>
          </ac:picMkLst>
        </pc:picChg>
      </pc:sldChg>
      <pc:sldChg chg="addSp delSp modSp mod">
        <pc:chgData name="Wojtek Krakowiak" userId="f72a0bb3b8a70e05" providerId="LiveId" clId="{EB2AAE5E-F441-4B21-A173-D9609660A338}" dt="2025-11-09T21:25:03.167" v="1481" actId="26606"/>
        <pc:sldMkLst>
          <pc:docMk/>
          <pc:sldMk cId="1926455556" sldId="260"/>
        </pc:sldMkLst>
        <pc:spChg chg="mod">
          <ac:chgData name="Wojtek Krakowiak" userId="f72a0bb3b8a70e05" providerId="LiveId" clId="{EB2AAE5E-F441-4B21-A173-D9609660A338}" dt="2025-11-09T21:25:03.167" v="1481" actId="26606"/>
          <ac:spMkLst>
            <pc:docMk/>
            <pc:sldMk cId="1926455556" sldId="260"/>
            <ac:spMk id="2" creationId="{D95700EF-C7DE-A468-41B4-B6CBA756ED49}"/>
          </ac:spMkLst>
        </pc:spChg>
        <pc:spChg chg="mod">
          <ac:chgData name="Wojtek Krakowiak" userId="f72a0bb3b8a70e05" providerId="LiveId" clId="{EB2AAE5E-F441-4B21-A173-D9609660A338}" dt="2025-11-09T21:25:03.167" v="1481" actId="26606"/>
          <ac:spMkLst>
            <pc:docMk/>
            <pc:sldMk cId="1926455556" sldId="260"/>
            <ac:spMk id="3" creationId="{52EC060F-C53B-4A0D-D152-50CFC7947C56}"/>
          </ac:spMkLst>
        </pc:spChg>
        <pc:spChg chg="add">
          <ac:chgData name="Wojtek Krakowiak" userId="f72a0bb3b8a70e05" providerId="LiveId" clId="{EB2AAE5E-F441-4B21-A173-D9609660A338}" dt="2025-11-09T21:25:03.167" v="1481" actId="26606"/>
          <ac:spMkLst>
            <pc:docMk/>
            <pc:sldMk cId="1926455556" sldId="260"/>
            <ac:spMk id="28" creationId="{D1D34770-47A8-402C-AF23-2B653F2D88C1}"/>
          </ac:spMkLst>
        </pc:spChg>
        <pc:picChg chg="mod">
          <ac:chgData name="Wojtek Krakowiak" userId="f72a0bb3b8a70e05" providerId="LiveId" clId="{EB2AAE5E-F441-4B21-A173-D9609660A338}" dt="2025-11-09T21:25:03.167" v="1481" actId="26606"/>
          <ac:picMkLst>
            <pc:docMk/>
            <pc:sldMk cId="1926455556" sldId="260"/>
            <ac:picMk id="5" creationId="{EB7A5E28-608C-7DA9-245B-6CB4C27C88AA}"/>
          </ac:picMkLst>
        </pc:picChg>
      </pc:sldChg>
      <pc:sldChg chg="addSp delSp modSp mod">
        <pc:chgData name="Wojtek Krakowiak" userId="f72a0bb3b8a70e05" providerId="LiveId" clId="{EB2AAE5E-F441-4B21-A173-D9609660A338}" dt="2025-11-09T14:20:44.899" v="1422" actId="26606"/>
        <pc:sldMkLst>
          <pc:docMk/>
          <pc:sldMk cId="649276035" sldId="262"/>
        </pc:sldMkLst>
        <pc:spChg chg="mod">
          <ac:chgData name="Wojtek Krakowiak" userId="f72a0bb3b8a70e05" providerId="LiveId" clId="{EB2AAE5E-F441-4B21-A173-D9609660A338}" dt="2025-11-09T14:20:18.301" v="1417" actId="26606"/>
          <ac:spMkLst>
            <pc:docMk/>
            <pc:sldMk cId="649276035" sldId="262"/>
            <ac:spMk id="2" creationId="{2F2992E2-5588-7D35-1903-343B770F4990}"/>
          </ac:spMkLst>
        </pc:spChg>
        <pc:spChg chg="mod">
          <ac:chgData name="Wojtek Krakowiak" userId="f72a0bb3b8a70e05" providerId="LiveId" clId="{EB2AAE5E-F441-4B21-A173-D9609660A338}" dt="2025-11-09T14:20:44.899" v="1422" actId="26606"/>
          <ac:spMkLst>
            <pc:docMk/>
            <pc:sldMk cId="649276035" sldId="262"/>
            <ac:spMk id="3" creationId="{D940AE78-E47C-BE7C-A4F3-FDB5A51DEF4F}"/>
          </ac:spMkLst>
        </pc:spChg>
        <pc:spChg chg="add">
          <ac:chgData name="Wojtek Krakowiak" userId="f72a0bb3b8a70e05" providerId="LiveId" clId="{EB2AAE5E-F441-4B21-A173-D9609660A338}" dt="2025-11-09T14:20:44.899" v="1422" actId="26606"/>
          <ac:spMkLst>
            <pc:docMk/>
            <pc:sldMk cId="649276035" sldId="262"/>
            <ac:spMk id="23" creationId="{C0763A76-9F1C-4FC5-82B7-DD475DA461B2}"/>
          </ac:spMkLst>
        </pc:spChg>
        <pc:spChg chg="add">
          <ac:chgData name="Wojtek Krakowiak" userId="f72a0bb3b8a70e05" providerId="LiveId" clId="{EB2AAE5E-F441-4B21-A173-D9609660A338}" dt="2025-11-09T14:20:44.899" v="1422" actId="26606"/>
          <ac:spMkLst>
            <pc:docMk/>
            <pc:sldMk cId="649276035" sldId="262"/>
            <ac:spMk id="25" creationId="{E81BF4F6-F2CF-4984-9D14-D6966D92F99F}"/>
          </ac:spMkLst>
        </pc:spChg>
        <pc:picChg chg="add mod">
          <ac:chgData name="Wojtek Krakowiak" userId="f72a0bb3b8a70e05" providerId="LiveId" clId="{EB2AAE5E-F441-4B21-A173-D9609660A338}" dt="2025-11-09T14:20:44.899" v="1422" actId="26606"/>
          <ac:picMkLst>
            <pc:docMk/>
            <pc:sldMk cId="649276035" sldId="262"/>
            <ac:picMk id="6" creationId="{48A9C692-A3E0-903C-9103-8020AC4B3BF9}"/>
          </ac:picMkLst>
        </pc:picChg>
      </pc:sldChg>
      <pc:sldChg chg="addSp delSp modSp new mod setBg">
        <pc:chgData name="Wojtek Krakowiak" userId="f72a0bb3b8a70e05" providerId="LiveId" clId="{EB2AAE5E-F441-4B21-A173-D9609660A338}" dt="2025-11-09T14:10:17.866" v="1325" actId="26606"/>
        <pc:sldMkLst>
          <pc:docMk/>
          <pc:sldMk cId="4152304599" sldId="263"/>
        </pc:sldMkLst>
        <pc:spChg chg="add">
          <ac:chgData name="Wojtek Krakowiak" userId="f72a0bb3b8a70e05" providerId="LiveId" clId="{EB2AAE5E-F441-4B21-A173-D9609660A338}" dt="2025-11-09T14:10:17.866" v="1325" actId="26606"/>
          <ac:spMkLst>
            <pc:docMk/>
            <pc:sldMk cId="4152304599" sldId="263"/>
            <ac:spMk id="16" creationId="{9E90EB45-EEE9-4563-8179-65EF62AE0978}"/>
          </ac:spMkLst>
        </pc:spChg>
        <pc:spChg chg="add">
          <ac:chgData name="Wojtek Krakowiak" userId="f72a0bb3b8a70e05" providerId="LiveId" clId="{EB2AAE5E-F441-4B21-A173-D9609660A338}" dt="2025-11-09T14:10:17.866" v="1325" actId="26606"/>
          <ac:spMkLst>
            <pc:docMk/>
            <pc:sldMk cId="4152304599" sldId="263"/>
            <ac:spMk id="18" creationId="{23D0EF74-AD1E-4FD9-914D-8EC9058EBBA3}"/>
          </ac:spMkLst>
        </pc:spChg>
        <pc:picChg chg="add mod ord modCrop">
          <ac:chgData name="Wojtek Krakowiak" userId="f72a0bb3b8a70e05" providerId="LiveId" clId="{EB2AAE5E-F441-4B21-A173-D9609660A338}" dt="2025-11-09T14:10:17.866" v="1325" actId="26606"/>
          <ac:picMkLst>
            <pc:docMk/>
            <pc:sldMk cId="4152304599" sldId="263"/>
            <ac:picMk id="7" creationId="{63C4FF13-12B9-4A68-0691-353F0659BBD2}"/>
          </ac:picMkLst>
        </pc:picChg>
        <pc:picChg chg="add mod">
          <ac:chgData name="Wojtek Krakowiak" userId="f72a0bb3b8a70e05" providerId="LiveId" clId="{EB2AAE5E-F441-4B21-A173-D9609660A338}" dt="2025-11-09T14:10:17.866" v="1325" actId="26606"/>
          <ac:picMkLst>
            <pc:docMk/>
            <pc:sldMk cId="4152304599" sldId="263"/>
            <ac:picMk id="11" creationId="{2EDF098F-2D3C-82FC-5E0E-E4FF4285EFA8}"/>
          </ac:picMkLst>
        </pc:picChg>
      </pc:sldChg>
      <pc:sldChg chg="addSp delSp modSp mod">
        <pc:chgData name="Wojtek Krakowiak" userId="f72a0bb3b8a70e05" providerId="LiveId" clId="{EB2AAE5E-F441-4B21-A173-D9609660A338}" dt="2025-11-09T14:21:25.832" v="1427" actId="26606"/>
        <pc:sldMkLst>
          <pc:docMk/>
          <pc:sldMk cId="226469884" sldId="264"/>
        </pc:sldMkLst>
        <pc:spChg chg="mod">
          <ac:chgData name="Wojtek Krakowiak" userId="f72a0bb3b8a70e05" providerId="LiveId" clId="{EB2AAE5E-F441-4B21-A173-D9609660A338}" dt="2025-11-09T14:21:25.832" v="1427" actId="26606"/>
          <ac:spMkLst>
            <pc:docMk/>
            <pc:sldMk cId="226469884" sldId="264"/>
            <ac:spMk id="2" creationId="{4C364709-0327-1B19-B434-C69C5F677246}"/>
          </ac:spMkLst>
        </pc:spChg>
        <pc:spChg chg="mod">
          <ac:chgData name="Wojtek Krakowiak" userId="f72a0bb3b8a70e05" providerId="LiveId" clId="{EB2AAE5E-F441-4B21-A173-D9609660A338}" dt="2025-11-09T14:21:25.832" v="1427" actId="26606"/>
          <ac:spMkLst>
            <pc:docMk/>
            <pc:sldMk cId="226469884" sldId="264"/>
            <ac:spMk id="3" creationId="{B4B43A34-DD24-4CF9-2A7D-A937167E714D}"/>
          </ac:spMkLst>
        </pc:spChg>
        <pc:spChg chg="add">
          <ac:chgData name="Wojtek Krakowiak" userId="f72a0bb3b8a70e05" providerId="LiveId" clId="{EB2AAE5E-F441-4B21-A173-D9609660A338}" dt="2025-11-09T14:21:25.832" v="1427" actId="26606"/>
          <ac:spMkLst>
            <pc:docMk/>
            <pc:sldMk cId="226469884" sldId="264"/>
            <ac:spMk id="16" creationId="{C0763A76-9F1C-4FC5-82B7-DD475DA461B2}"/>
          </ac:spMkLst>
        </pc:spChg>
        <pc:spChg chg="add">
          <ac:chgData name="Wojtek Krakowiak" userId="f72a0bb3b8a70e05" providerId="LiveId" clId="{EB2AAE5E-F441-4B21-A173-D9609660A338}" dt="2025-11-09T14:21:25.832" v="1427" actId="26606"/>
          <ac:spMkLst>
            <pc:docMk/>
            <pc:sldMk cId="226469884" sldId="264"/>
            <ac:spMk id="18" creationId="{E81BF4F6-F2CF-4984-9D14-D6966D92F99F}"/>
          </ac:spMkLst>
        </pc:spChg>
        <pc:picChg chg="add mod">
          <ac:chgData name="Wojtek Krakowiak" userId="f72a0bb3b8a70e05" providerId="LiveId" clId="{EB2AAE5E-F441-4B21-A173-D9609660A338}" dt="2025-11-09T14:21:25.832" v="1427" actId="26606"/>
          <ac:picMkLst>
            <pc:docMk/>
            <pc:sldMk cId="226469884" sldId="264"/>
            <ac:picMk id="6" creationId="{BED050DD-3A8B-3E16-2F90-27093667147E}"/>
          </ac:picMkLst>
        </pc:picChg>
      </pc:sldChg>
      <pc:sldChg chg="addSp delSp modSp mod setBg">
        <pc:chgData name="Wojtek Krakowiak" userId="f72a0bb3b8a70e05" providerId="LiveId" clId="{EB2AAE5E-F441-4B21-A173-D9609660A338}" dt="2025-11-09T14:22:15.176" v="1432" actId="26606"/>
        <pc:sldMkLst>
          <pc:docMk/>
          <pc:sldMk cId="3054677877" sldId="265"/>
        </pc:sldMkLst>
        <pc:spChg chg="mod">
          <ac:chgData name="Wojtek Krakowiak" userId="f72a0bb3b8a70e05" providerId="LiveId" clId="{EB2AAE5E-F441-4B21-A173-D9609660A338}" dt="2025-11-09T14:22:15.176" v="1432" actId="26606"/>
          <ac:spMkLst>
            <pc:docMk/>
            <pc:sldMk cId="3054677877" sldId="265"/>
            <ac:spMk id="2" creationId="{4ADCE594-AA04-5252-562A-E883315C761A}"/>
          </ac:spMkLst>
        </pc:spChg>
        <pc:spChg chg="mod">
          <ac:chgData name="Wojtek Krakowiak" userId="f72a0bb3b8a70e05" providerId="LiveId" clId="{EB2AAE5E-F441-4B21-A173-D9609660A338}" dt="2025-11-09T14:22:15.176" v="1432" actId="26606"/>
          <ac:spMkLst>
            <pc:docMk/>
            <pc:sldMk cId="3054677877" sldId="265"/>
            <ac:spMk id="3" creationId="{5836D683-8480-D0CD-EC16-BEDB98C58E5F}"/>
          </ac:spMkLst>
        </pc:spChg>
        <pc:spChg chg="add">
          <ac:chgData name="Wojtek Krakowiak" userId="f72a0bb3b8a70e05" providerId="LiveId" clId="{EB2AAE5E-F441-4B21-A173-D9609660A338}" dt="2025-11-09T14:22:15.176" v="1432" actId="26606"/>
          <ac:spMkLst>
            <pc:docMk/>
            <pc:sldMk cId="3054677877" sldId="265"/>
            <ac:spMk id="17" creationId="{F13C74B1-5B17-4795-BED0-7140497B445A}"/>
          </ac:spMkLst>
        </pc:spChg>
        <pc:spChg chg="add">
          <ac:chgData name="Wojtek Krakowiak" userId="f72a0bb3b8a70e05" providerId="LiveId" clId="{EB2AAE5E-F441-4B21-A173-D9609660A338}" dt="2025-11-09T14:22:15.176" v="1432" actId="26606"/>
          <ac:spMkLst>
            <pc:docMk/>
            <pc:sldMk cId="3054677877" sldId="265"/>
            <ac:spMk id="19" creationId="{D4974D33-8DC5-464E-8C6D-BE58F0669C17}"/>
          </ac:spMkLst>
        </pc:spChg>
        <pc:picChg chg="add mod">
          <ac:chgData name="Wojtek Krakowiak" userId="f72a0bb3b8a70e05" providerId="LiveId" clId="{EB2AAE5E-F441-4B21-A173-D9609660A338}" dt="2025-11-09T14:22:15.176" v="1432" actId="26606"/>
          <ac:picMkLst>
            <pc:docMk/>
            <pc:sldMk cId="3054677877" sldId="265"/>
            <ac:picMk id="7" creationId="{6EFFAD06-B1C7-26FE-C99E-3782DC32776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8365C-554B-4CA3-8D12-80EB01A71E8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59D9F-DB16-4BBE-9EC2-BD7F5567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77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59D9F-DB16-4BBE-9EC2-BD7F5567A1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90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95B921-A9BC-AE94-2397-E145514C0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995EA02-0D28-13BE-E1AF-DDBD72194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4840CC-6608-A228-7D53-32ABB44E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2F9CF44-9D33-C851-40B3-0472136B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2B8034D-85BD-3875-C69C-D3D66B3E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8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F6C4B7-5486-0172-0FB4-0A567D763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B281EC-7B47-0CC7-6D15-D8E50E1C3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A2F3EE1-2C93-F5AF-7BB4-0A7A1B8F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396EC0-8A21-128C-3451-3A1533543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003A014-1847-D790-91F3-523CD2CA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8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959D00-1DFA-3C9C-222F-6213EDAAF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6A951B7-70D8-5589-CE01-D56AD1857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8CF378D-E19E-EE09-085E-3DB8A4F51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646556-118B-C7A0-C4F1-9BA9518D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BA823B5-B9F9-EBE9-9301-CD7ACE67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3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C45E2D-FB72-A7DB-0DD0-4F44492E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256567B-0E7D-2D76-B1CE-2A431B8D2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7C3CF41-DC73-7A79-FC77-ECFC71801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09815F9-F4AA-2008-0271-8D1EF61A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F07466F-C4C5-5DD7-ED3C-E691E2ED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1E86521-EB15-F6E9-16A8-4DED6BC6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8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D69372-4585-EC0E-1130-A19B5354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BF20D49-25DD-CCBE-46E3-D1388275B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8C33F83-2B31-6770-08D6-2B03A401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6B0B489-C1D7-9532-8DD3-FBB67C17F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6BD1C7A-1093-8393-1F5F-B6882301E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AE7BAA8-8075-2604-0CF5-03E49CD1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CFE44EE-7D85-C0E2-354C-4FC71471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33604A42-7B23-59DD-8790-D39A9D3E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6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C048D5-DECC-FDED-A44E-7EC517AA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6DDDFAC-0B8B-908A-635E-D1ED6FD9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C8F0360-832A-DF8B-9EA0-1C03A7B2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AF77CCE-59B6-CF3D-14F1-7C322B3C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9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8CAD6EC-012A-B231-E225-D0C927B9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AC66B44-3B46-9118-3F7F-27DA17ED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92B9B63-5A64-8649-DC51-2C7058CD1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95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976348-2B66-9A89-5F04-6AC47C46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C9DE0C-CD32-72AF-55A8-4FF382707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62A09FF-FC04-FDF3-843D-12214D8D5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53D0833-601D-44C3-5635-DF9EE928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89CACB3-2BF4-8642-7FEA-247EBADD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2752712-C290-3949-CD43-A30EB1D1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9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2A014E-2A36-7945-1CD8-9393D684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A48D192E-8A87-5098-FB3D-F53433CA4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410B70E-E040-7734-C962-BB2CF3DF5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7E7AEDB-45E9-14CA-897C-110D2CF4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5C2211C-E97B-FE90-F692-7C1763288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A93FA42-EBC4-3EBB-B2D6-1F07B1FA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6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6A1D40-CA9A-2488-244B-465AAE6F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35AA945-2463-86D8-18AC-B55EA2152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9870FD0-90F5-7C28-DFD3-F1FE67DA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1ADED18-34C5-C40B-B44E-BEB6B18C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9F1D935-A180-6152-6B7B-D75133F3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9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6D8A70E-6B6B-876F-65E6-EEA343CCF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9C8AED3-119C-E7DC-3AB9-DAE2D7929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6002D3F-E4FD-F581-7AB2-AA26E4D44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3FBDD6E-702C-C182-D1AD-E2360DBF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CC13B1F-6F92-F80E-B115-10EC82CB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4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F9F5990-EF31-1A36-C9B2-5227A0447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899B6-59F2-B4CE-A1DA-9722BA074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D2F7068-5D8D-F63B-6FF8-F6C301315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85C6C-E00C-4AC1-937E-96A2BE404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0E5D95-ED11-EE5F-58B6-94079AD15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99930E-6199-4EEE-C426-7F104CB5E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CC47C-6DF9-4570-88DA-6CCCCF420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0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ross-strait_relations" TargetMode="External"/><Relationship Id="rId2" Type="http://schemas.openxmlformats.org/officeDocument/2006/relationships/hyperlink" Target="https://www.aljazeera.com/news/2019/1/3/timeline-taiwan-china-relations-since-194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5919CA-4568-4F54-A2C0-2B54BD78A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308" y="-1"/>
            <a:ext cx="5444906" cy="5183161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F85B11F-FA15-48B8-BF04-463A37544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9300" y="0"/>
            <a:ext cx="5444906" cy="5161894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016" y="0"/>
            <a:ext cx="5444905" cy="50468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91E7B3D-D4EC-3330-6628-C30DBF09C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14" y="476435"/>
            <a:ext cx="4403701" cy="2885715"/>
          </a:xfrm>
        </p:spPr>
        <p:txBody>
          <a:bodyPr>
            <a:normAutofit/>
          </a:bodyPr>
          <a:lstStyle/>
          <a:p>
            <a:r>
              <a:rPr lang="pl-PL" sz="5400" b="1">
                <a:solidFill>
                  <a:schemeClr val="bg1"/>
                </a:solidFill>
              </a:rPr>
              <a:t>Konflikt Taiwanu i Chin  </a:t>
            </a:r>
            <a:endParaRPr lang="en-US" sz="5400" b="1">
              <a:solidFill>
                <a:schemeClr val="bg1"/>
              </a:solidFill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8C3B75-23BE-7987-70C1-F7047E8C4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1" y="3429000"/>
            <a:ext cx="4091460" cy="7741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 sz="2000" dirty="0">
                <a:solidFill>
                  <a:schemeClr val="bg1"/>
                </a:solidFill>
              </a:rPr>
              <a:t>Wojciech Krakowiak, </a:t>
            </a:r>
            <a:r>
              <a:rPr lang="pl-PL" sz="2000">
                <a:solidFill>
                  <a:schemeClr val="bg1"/>
                </a:solidFill>
              </a:rPr>
              <a:t>Ilaryon</a:t>
            </a:r>
            <a:r>
              <a:rPr lang="pl-PL" sz="2000" dirty="0">
                <a:solidFill>
                  <a:schemeClr val="bg1"/>
                </a:solidFill>
              </a:rPr>
              <a:t> </a:t>
            </a:r>
            <a:r>
              <a:rPr lang="pl-PL" sz="2000">
                <a:solidFill>
                  <a:schemeClr val="bg1"/>
                </a:solidFill>
              </a:rPr>
              <a:t>Korneu</a:t>
            </a:r>
            <a:r>
              <a:rPr lang="pl-PL" sz="2000" dirty="0">
                <a:solidFill>
                  <a:schemeClr val="bg1"/>
                </a:solidFill>
              </a:rPr>
              <a:t>, Jan Nowak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5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Graphic 212">
            <a:extLst>
              <a:ext uri="{FF2B5EF4-FFF2-40B4-BE49-F238E27FC236}">
                <a16:creationId xmlns:a16="http://schemas.microsoft.com/office/drawing/2014/main" id="{BB90F3FC-186F-4608-93AA-7EE24F682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7" name="Obraz 6" descr="Obraz zawierający flaga, gwiazda, czerwony, symbol&#10;&#10;Zawartość wygenerowana przez AI może być niepoprawna.">
            <a:extLst>
              <a:ext uri="{FF2B5EF4-FFF2-40B4-BE49-F238E27FC236}">
                <a16:creationId xmlns:a16="http://schemas.microsoft.com/office/drawing/2014/main" id="{86806257-C4EC-230F-70A6-BA78D562A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21" b="13"/>
          <a:stretch>
            <a:fillRect/>
          </a:stretch>
        </p:blipFill>
        <p:spPr>
          <a:xfrm>
            <a:off x="8610600" y="10"/>
            <a:ext cx="3177536" cy="2647064"/>
          </a:xfrm>
          <a:custGeom>
            <a:avLst/>
            <a:gdLst/>
            <a:ahLst/>
            <a:cxnLst/>
            <a:rect l="l" t="t" r="r" b="b"/>
            <a:pathLst>
              <a:path w="3177536" h="2647074">
                <a:moveTo>
                  <a:pt x="406152" y="0"/>
                </a:moveTo>
                <a:lnTo>
                  <a:pt x="2771384" y="0"/>
                </a:lnTo>
                <a:lnTo>
                  <a:pt x="2814739" y="47702"/>
                </a:lnTo>
                <a:cubicBezTo>
                  <a:pt x="3041386" y="322335"/>
                  <a:pt x="3177536" y="674421"/>
                  <a:pt x="3177536" y="1058306"/>
                </a:cubicBezTo>
                <a:cubicBezTo>
                  <a:pt x="3177536" y="1935759"/>
                  <a:pt x="2466220" y="2647074"/>
                  <a:pt x="1588768" y="2647074"/>
                </a:cubicBezTo>
                <a:cubicBezTo>
                  <a:pt x="711315" y="2647074"/>
                  <a:pt x="0" y="1935759"/>
                  <a:pt x="0" y="1058306"/>
                </a:cubicBezTo>
                <a:cubicBezTo>
                  <a:pt x="0" y="674421"/>
                  <a:pt x="136150" y="322335"/>
                  <a:pt x="362797" y="47702"/>
                </a:cubicBezTo>
                <a:close/>
              </a:path>
            </a:pathLst>
          </a:custGeom>
        </p:spPr>
      </p:pic>
      <p:pic>
        <p:nvPicPr>
          <p:cNvPr id="5" name="Obraz 4" descr="Obraz zawierający Grafika, symbol, flaga, logo&#10;&#10;Zawartość wygenerowana przez AI może być niepoprawna.">
            <a:extLst>
              <a:ext uri="{FF2B5EF4-FFF2-40B4-BE49-F238E27FC236}">
                <a16:creationId xmlns:a16="http://schemas.microsoft.com/office/drawing/2014/main" id="{4BC06B4B-297D-1366-46F4-AB3621668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77" b="1"/>
          <a:stretch>
            <a:fillRect/>
          </a:stretch>
        </p:blipFill>
        <p:spPr>
          <a:xfrm>
            <a:off x="6884946" y="3122839"/>
            <a:ext cx="3923269" cy="3735161"/>
          </a:xfrm>
          <a:custGeom>
            <a:avLst/>
            <a:gdLst/>
            <a:ahLst/>
            <a:cxnLst/>
            <a:rect l="l" t="t" r="r" b="b"/>
            <a:pathLst>
              <a:path w="4773089" h="4544235">
                <a:moveTo>
                  <a:pt x="2386544" y="0"/>
                </a:moveTo>
                <a:cubicBezTo>
                  <a:pt x="3704596" y="0"/>
                  <a:pt x="4773089" y="1068494"/>
                  <a:pt x="4773089" y="2386545"/>
                </a:cubicBezTo>
                <a:cubicBezTo>
                  <a:pt x="4773089" y="3292705"/>
                  <a:pt x="4268059" y="4080910"/>
                  <a:pt x="3524113" y="4485046"/>
                </a:cubicBezTo>
                <a:lnTo>
                  <a:pt x="3401244" y="4544235"/>
                </a:lnTo>
                <a:lnTo>
                  <a:pt x="1371845" y="4544235"/>
                </a:lnTo>
                <a:lnTo>
                  <a:pt x="1248976" y="4485046"/>
                </a:lnTo>
                <a:cubicBezTo>
                  <a:pt x="505030" y="4080910"/>
                  <a:pt x="0" y="3292705"/>
                  <a:pt x="0" y="2386545"/>
                </a:cubicBezTo>
                <a:cubicBezTo>
                  <a:pt x="0" y="1068494"/>
                  <a:pt x="1068494" y="0"/>
                  <a:pt x="2386544" y="0"/>
                </a:cubicBezTo>
                <a:close/>
              </a:path>
            </a:pathLst>
          </a:custGeom>
        </p:spPr>
      </p:pic>
      <p:grpSp>
        <p:nvGrpSpPr>
          <p:cNvPr id="39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49330" y="2740963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7710" y="51953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3811CB9-0334-4316-8B54-711C0F3BE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7710" y="5195363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39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922A9-DD61-6D3E-3E00-29AB8EEC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0CE8EB9-64FF-7193-20EC-EC2EFA5C8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649" y="487201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 </a:t>
            </a:r>
            <a:r>
              <a:rPr lang="en-US" sz="5400" dirty="0" err="1"/>
              <a:t>Podłoże</a:t>
            </a:r>
            <a:r>
              <a:rPr lang="en-US" sz="5400" dirty="0"/>
              <a:t> </a:t>
            </a:r>
            <a:r>
              <a:rPr lang="en-US" sz="5400" dirty="0" err="1"/>
              <a:t>konfliktu</a:t>
            </a:r>
            <a:endParaRPr lang="en-US" sz="5400" dirty="0"/>
          </a:p>
        </p:txBody>
      </p:sp>
      <p:sp>
        <p:nvSpPr>
          <p:cNvPr id="8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6AFF343-C1B0-C404-EF28-CFEE0FDCA202}"/>
              </a:ext>
            </a:extLst>
          </p:cNvPr>
          <p:cNvSpPr txBox="1"/>
          <p:nvPr/>
        </p:nvSpPr>
        <p:spPr>
          <a:xfrm>
            <a:off x="-1525" y="2748234"/>
            <a:ext cx="5311702" cy="41097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Przed</a:t>
            </a:r>
            <a:r>
              <a:rPr lang="en-US" sz="2200" dirty="0"/>
              <a:t> II </a:t>
            </a:r>
            <a:r>
              <a:rPr lang="en-US" sz="2200" dirty="0" err="1"/>
              <a:t>wojną</a:t>
            </a:r>
            <a:r>
              <a:rPr lang="en-US" sz="2200" dirty="0"/>
              <a:t> </a:t>
            </a:r>
            <a:r>
              <a:rPr lang="en-US" sz="2200" dirty="0" err="1"/>
              <a:t>światową</a:t>
            </a:r>
            <a:r>
              <a:rPr lang="en-US" sz="2200" dirty="0"/>
              <a:t> Taiwan </a:t>
            </a:r>
            <a:r>
              <a:rPr lang="en-US" sz="2200" dirty="0" err="1"/>
              <a:t>był</a:t>
            </a:r>
            <a:r>
              <a:rPr lang="en-US" sz="2200" dirty="0"/>
              <a:t>  </a:t>
            </a:r>
            <a:r>
              <a:rPr lang="en-US" sz="2200" dirty="0" err="1"/>
              <a:t>Japońską</a:t>
            </a:r>
            <a:r>
              <a:rPr lang="en-US" sz="2200" dirty="0"/>
              <a:t> </a:t>
            </a:r>
            <a:r>
              <a:rPr lang="en-US" sz="2200" dirty="0" err="1"/>
              <a:t>kolonią</a:t>
            </a: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Została</a:t>
            </a:r>
            <a:r>
              <a:rPr lang="en-US" sz="2200" dirty="0"/>
              <a:t> </a:t>
            </a:r>
            <a:r>
              <a:rPr lang="en-US" sz="2200" dirty="0" err="1"/>
              <a:t>przejęta</a:t>
            </a:r>
            <a:r>
              <a:rPr lang="en-US" sz="2200" dirty="0"/>
              <a:t> </a:t>
            </a:r>
            <a:r>
              <a:rPr lang="en-US" sz="2200" dirty="0" err="1"/>
              <a:t>przez</a:t>
            </a:r>
            <a:r>
              <a:rPr lang="en-US" sz="2200" dirty="0"/>
              <a:t> </a:t>
            </a:r>
            <a:r>
              <a:rPr lang="en-US" sz="2200" dirty="0" err="1"/>
              <a:t>Chiny</a:t>
            </a:r>
            <a:r>
              <a:rPr lang="en-US" sz="2200" dirty="0"/>
              <a:t> pod </a:t>
            </a:r>
            <a:r>
              <a:rPr lang="en-US" sz="2200" dirty="0" err="1"/>
              <a:t>rządami</a:t>
            </a:r>
            <a:r>
              <a:rPr lang="en-US" sz="2200" dirty="0"/>
              <a:t> </a:t>
            </a:r>
            <a:r>
              <a:rPr lang="en-US" sz="2200" dirty="0" err="1"/>
              <a:t>nacjonalistycznej</a:t>
            </a:r>
            <a:r>
              <a:rPr lang="en-US" sz="2200" dirty="0"/>
              <a:t> „KMT” </a:t>
            </a:r>
            <a:r>
              <a:rPr lang="en-US" sz="2200" dirty="0" err="1"/>
              <a:t>toczącej</a:t>
            </a:r>
            <a:r>
              <a:rPr lang="en-US" sz="2200" dirty="0"/>
              <a:t> w </a:t>
            </a:r>
            <a:r>
              <a:rPr lang="en-US" sz="2200" dirty="0" err="1"/>
              <a:t>tym</a:t>
            </a:r>
            <a:r>
              <a:rPr lang="en-US" sz="2200" dirty="0"/>
              <a:t> </a:t>
            </a:r>
            <a:r>
              <a:rPr lang="en-US" sz="2200" dirty="0" err="1"/>
              <a:t>czasie</a:t>
            </a:r>
            <a:r>
              <a:rPr lang="en-US" sz="2200" dirty="0"/>
              <a:t> </a:t>
            </a:r>
            <a:r>
              <a:rPr lang="en-US" sz="2200" dirty="0" err="1"/>
              <a:t>konflikt</a:t>
            </a:r>
            <a:r>
              <a:rPr lang="en-US" sz="2200" dirty="0"/>
              <a:t> </a:t>
            </a:r>
            <a:r>
              <a:rPr lang="en-US" sz="2200" dirty="0" err="1"/>
              <a:t>zbrojny</a:t>
            </a:r>
            <a:r>
              <a:rPr lang="en-US" sz="2200" dirty="0"/>
              <a:t> z </a:t>
            </a:r>
            <a:r>
              <a:rPr lang="en-US" sz="2200" dirty="0" err="1"/>
              <a:t>partią</a:t>
            </a:r>
            <a:r>
              <a:rPr lang="en-US" sz="2200" dirty="0"/>
              <a:t> </a:t>
            </a:r>
            <a:r>
              <a:rPr lang="en-US" sz="2200" dirty="0" err="1"/>
              <a:t>komunistyczną</a:t>
            </a: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Po </a:t>
            </a:r>
            <a:r>
              <a:rPr lang="en-US" sz="2200" dirty="0" err="1"/>
              <a:t>wygranej</a:t>
            </a:r>
            <a:r>
              <a:rPr lang="en-US" sz="2200" dirty="0"/>
              <a:t> </a:t>
            </a:r>
            <a:r>
              <a:rPr lang="en-US" sz="2200" dirty="0" err="1"/>
              <a:t>przez</a:t>
            </a:r>
            <a:r>
              <a:rPr lang="en-US" sz="2200" dirty="0"/>
              <a:t> </a:t>
            </a:r>
            <a:r>
              <a:rPr lang="en-US" sz="2200" dirty="0" err="1"/>
              <a:t>komunistów</a:t>
            </a:r>
            <a:r>
              <a:rPr lang="en-US" sz="2200" dirty="0"/>
              <a:t> </a:t>
            </a:r>
            <a:r>
              <a:rPr lang="en-US" sz="2200" dirty="0" err="1"/>
              <a:t>wojnie</a:t>
            </a:r>
            <a:r>
              <a:rPr lang="en-US" sz="2200" dirty="0"/>
              <a:t> </a:t>
            </a:r>
            <a:r>
              <a:rPr lang="en-US" sz="2200" dirty="0" err="1"/>
              <a:t>domowej</a:t>
            </a:r>
            <a:r>
              <a:rPr lang="en-US" sz="2200" dirty="0"/>
              <a:t>, </a:t>
            </a:r>
            <a:r>
              <a:rPr lang="en-US" sz="2200" dirty="0" err="1"/>
              <a:t>nacjonaliści</a:t>
            </a:r>
            <a:r>
              <a:rPr lang="en-US" sz="2200" dirty="0"/>
              <a:t> </a:t>
            </a:r>
            <a:r>
              <a:rPr lang="en-US" sz="2200" dirty="0" err="1"/>
              <a:t>musieli</a:t>
            </a:r>
            <a:r>
              <a:rPr lang="en-US" sz="2200" dirty="0"/>
              <a:t> </a:t>
            </a:r>
            <a:r>
              <a:rPr lang="en-US" sz="2200" dirty="0" err="1"/>
              <a:t>uciekać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Taiwan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Władza</a:t>
            </a:r>
            <a:r>
              <a:rPr lang="en-US" sz="2200" dirty="0"/>
              <a:t> Chin do </a:t>
            </a:r>
            <a:r>
              <a:rPr lang="en-US" sz="2200" dirty="0" err="1"/>
              <a:t>dziś</a:t>
            </a:r>
            <a:r>
              <a:rPr lang="en-US" sz="2200" dirty="0"/>
              <a:t> </a:t>
            </a:r>
            <a:r>
              <a:rPr lang="en-US" sz="2200" dirty="0" err="1"/>
              <a:t>używa</a:t>
            </a:r>
            <a:r>
              <a:rPr lang="en-US" sz="2200" dirty="0"/>
              <a:t> </a:t>
            </a:r>
            <a:r>
              <a:rPr lang="en-US" sz="2200" dirty="0" err="1"/>
              <a:t>historycznej</a:t>
            </a:r>
            <a:r>
              <a:rPr lang="en-US" sz="2200" dirty="0"/>
              <a:t> </a:t>
            </a:r>
            <a:r>
              <a:rPr lang="en-US" sz="2200" dirty="0" err="1"/>
              <a:t>jedności</a:t>
            </a:r>
            <a:r>
              <a:rPr lang="en-US" sz="2200" dirty="0"/>
              <a:t> </a:t>
            </a:r>
            <a:r>
              <a:rPr lang="en-US" sz="2200" dirty="0" err="1"/>
              <a:t>tych</a:t>
            </a:r>
            <a:r>
              <a:rPr lang="en-US" sz="2200" dirty="0"/>
              <a:t> </a:t>
            </a:r>
            <a:r>
              <a:rPr lang="en-US" sz="2200" dirty="0" err="1"/>
              <a:t>terenów</a:t>
            </a:r>
            <a:r>
              <a:rPr lang="en-US" sz="2200" dirty="0"/>
              <a:t> </a:t>
            </a:r>
            <a:r>
              <a:rPr lang="en-US" sz="2200" dirty="0" err="1"/>
              <a:t>jako</a:t>
            </a:r>
            <a:r>
              <a:rPr lang="en-US" sz="2200" dirty="0"/>
              <a:t> </a:t>
            </a:r>
            <a:r>
              <a:rPr lang="en-US" sz="2200" dirty="0" err="1"/>
              <a:t>pretekstu</a:t>
            </a:r>
            <a:r>
              <a:rPr lang="en-US" sz="2200" dirty="0"/>
              <a:t> do „</a:t>
            </a:r>
            <a:r>
              <a:rPr lang="en-US" sz="2200" dirty="0" err="1"/>
              <a:t>reunifikacji</a:t>
            </a:r>
            <a:r>
              <a:rPr lang="en-US" sz="2200" dirty="0"/>
              <a:t>” z </a:t>
            </a:r>
            <a:r>
              <a:rPr lang="en-US" sz="2200" dirty="0" err="1"/>
              <a:t>Taiwanem</a:t>
            </a:r>
            <a:endParaRPr lang="en-US" sz="2200" dirty="0"/>
          </a:p>
        </p:txBody>
      </p:sp>
      <p:pic>
        <p:nvPicPr>
          <p:cNvPr id="19" name="Obraz 18" descr="Obraz zawierający na wolnym powietrzu, niebo, panorama, wieża&#10;&#10;Zawartość wygenerowana przez AI może być niepoprawna.">
            <a:extLst>
              <a:ext uri="{FF2B5EF4-FFF2-40B4-BE49-F238E27FC236}">
                <a16:creationId xmlns:a16="http://schemas.microsoft.com/office/drawing/2014/main" id="{4B1532BC-4B68-E7FD-8800-578E63D3B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0" r="2259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7209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95700EF-C7DE-A468-41B4-B6CBA756E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pl-PL" sz="4000"/>
              <a:t>Przebieg konfliktu (1949 - 1979)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EC060F-C53B-4A0D-D152-50CFC7947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 sz="2000" dirty="0"/>
              <a:t>1949 – Mao Zedong przejmuje władze w Beijing po pokonaniu nacjonalistów </a:t>
            </a:r>
            <a:r>
              <a:rPr lang="pl-PL" sz="2000" dirty="0" err="1">
                <a:ea typeface="+mn-lt"/>
                <a:cs typeface="+mn-lt"/>
              </a:rPr>
              <a:t>Chiang</a:t>
            </a:r>
            <a:r>
              <a:rPr lang="pl-PL" sz="2000" dirty="0">
                <a:ea typeface="+mn-lt"/>
                <a:cs typeface="+mn-lt"/>
              </a:rPr>
              <a:t> Kai-</a:t>
            </a:r>
            <a:r>
              <a:rPr lang="pl-PL" sz="2000" dirty="0" err="1">
                <a:ea typeface="+mn-lt"/>
                <a:cs typeface="+mn-lt"/>
              </a:rPr>
              <a:t>shek’a</a:t>
            </a:r>
            <a:r>
              <a:rPr lang="pl-PL" sz="2000" dirty="0">
                <a:ea typeface="+mn-lt"/>
                <a:cs typeface="+mn-lt"/>
              </a:rPr>
              <a:t> </a:t>
            </a:r>
          </a:p>
          <a:p>
            <a:r>
              <a:rPr lang="pl-PL" sz="2000" dirty="0"/>
              <a:t>1950 – Tajwan zostaje sojusznikiem USA</a:t>
            </a:r>
          </a:p>
          <a:p>
            <a:r>
              <a:rPr lang="pl-PL" sz="2000" dirty="0"/>
              <a:t>1971 – Beijing przejmuje miejsce Chin w ONZ, wcześniej zajmowane przez Tajpej</a:t>
            </a:r>
          </a:p>
          <a:p>
            <a:r>
              <a:rPr lang="pl-PL" sz="2000" dirty="0"/>
              <a:t>1979 – USA zawiązuje relacje dyplomatyczne z Chinami, jednocześnie zobowiązując się pomóc Tajwanowi w obronie</a:t>
            </a:r>
          </a:p>
          <a:p>
            <a:endParaRPr lang="pl-PL" sz="2000" dirty="0"/>
          </a:p>
        </p:txBody>
      </p:sp>
      <p:pic>
        <p:nvPicPr>
          <p:cNvPr id="5" name="Obraz 4" descr="https://encrypted-tbn0.gstatic.com/licensed-image?q=tbn:ANd9GcR-xFTjUOmLOp_XhIo_qtRyQsJW-S-M_wtgtJI-kVxJzCZcHx9t1zAHMoEJriVtGonfwaUrEDiTp2ldlX8">
            <a:extLst>
              <a:ext uri="{FF2B5EF4-FFF2-40B4-BE49-F238E27FC236}">
                <a16:creationId xmlns:a16="http://schemas.microsoft.com/office/drawing/2014/main" id="{EB7A5E28-608C-7DA9-245B-6CB4C27C8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429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2645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F2992E2-5588-7D35-1903-343B770F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l-PL" sz="4000"/>
              <a:t>Przebieg konfliktu (1987 – 2000)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940AE78-E47C-BE7C-A4F3-FDB5A51DE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1700"/>
              <a:t>1987 - Mieszkańcy Tajwanu po raz pierwszy mogą odwiedzić Chiny</a:t>
            </a:r>
          </a:p>
          <a:p>
            <a:r>
              <a:rPr lang="pl-PL" sz="1700"/>
              <a:t>1991 – Tajwan zakańcza stan wojenny z Chinami</a:t>
            </a:r>
          </a:p>
          <a:p>
            <a:r>
              <a:rPr lang="pl-PL" sz="1700"/>
              <a:t>1995 – Beijing zawiesza rozmowy na znak protestu przeciwko wizycie prezydenta Tajwanu Lee Teng-Hui w USA</a:t>
            </a:r>
          </a:p>
          <a:p>
            <a:r>
              <a:rPr lang="pl-PL" sz="1700"/>
              <a:t>1996 – Chiny przeprowadzają test rakietowy na wybrzeżach Tajwanu czym wywołują napięcia polityczne</a:t>
            </a:r>
          </a:p>
          <a:p>
            <a:r>
              <a:rPr lang="pl-PL" sz="1700"/>
              <a:t>2000 – KMT traci władzę w Chinach po raz pierwszy co poprawia stosunki handlowe</a:t>
            </a:r>
          </a:p>
          <a:p>
            <a:endParaRPr lang="pl-PL" sz="1700"/>
          </a:p>
          <a:p>
            <a:endParaRPr lang="pl-PL" sz="1700"/>
          </a:p>
        </p:txBody>
      </p:sp>
      <p:pic>
        <p:nvPicPr>
          <p:cNvPr id="6" name="Obraz 5" descr="Obraz zawierający Ludzka twarz, osoba, ubrania, Czoło&#10;&#10;Zawartość wygenerowana przez AI może być niepoprawna.">
            <a:extLst>
              <a:ext uri="{FF2B5EF4-FFF2-40B4-BE49-F238E27FC236}">
                <a16:creationId xmlns:a16="http://schemas.microsoft.com/office/drawing/2014/main" id="{48A9C692-A3E0-903C-9103-8020AC4B3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572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7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C364709-0327-1B19-B434-C69C5F67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l-PL" sz="4000"/>
              <a:t>Przebieg konfliktu (2005 – 2014)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4B43A34-DD24-4CF9-2A7D-A937167E7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1900"/>
              <a:t>2005 – Beijing uchwala ustawę która uznaje secesję(uniezależnienie) Tajwanu za nielegalne </a:t>
            </a:r>
          </a:p>
          <a:p>
            <a:r>
              <a:rPr lang="pl-PL" sz="1900"/>
              <a:t>2008 – ChRL wznawia rozmowy na wysokim szczeblu po elekcji Ma Ying-jeou na prezydenta Tajwanu</a:t>
            </a:r>
          </a:p>
          <a:p>
            <a:r>
              <a:rPr lang="pl-PL" sz="1900"/>
              <a:t>2010 – ChRL i Tajwan podpisują Umowę Ramową o Współpracy Gospodarczej</a:t>
            </a:r>
          </a:p>
          <a:p>
            <a:r>
              <a:rPr lang="pl-PL" sz="1900"/>
              <a:t>2014 – Pierwsze rozmowy rządowe między ChRL i Tajwanem od czasu separacji</a:t>
            </a:r>
          </a:p>
          <a:p>
            <a:endParaRPr lang="pl-PL" sz="1900"/>
          </a:p>
        </p:txBody>
      </p:sp>
      <p:pic>
        <p:nvPicPr>
          <p:cNvPr id="6" name="Obraz 5" descr="Obraz zawierający ubrania, osoba, Ludzka twarz, Ubiór formalny&#10;&#10;Zawartość wygenerowana przez AI może być niepoprawna.">
            <a:extLst>
              <a:ext uri="{FF2B5EF4-FFF2-40B4-BE49-F238E27FC236}">
                <a16:creationId xmlns:a16="http://schemas.microsoft.com/office/drawing/2014/main" id="{BED050DD-3A8B-3E16-2F90-270936671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965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ADCE594-AA04-5252-562A-E883315C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l-PL" sz="5400"/>
              <a:t>2016 - 2017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36D683-8480-D0CD-EC16-BEDB98C58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 sz="1900">
                <a:ea typeface="+mn-lt"/>
                <a:cs typeface="+mn-lt"/>
              </a:rPr>
              <a:t>2016 – Tsai Ing-wen wygrywa elekcje jako pierwsza kobieta-prezydent Tajwanu</a:t>
            </a:r>
            <a:endParaRPr lang="pl-PL" sz="1900"/>
          </a:p>
          <a:p>
            <a:r>
              <a:rPr lang="pl-PL" sz="1900">
                <a:ea typeface="+mn-lt"/>
                <a:cs typeface="+mn-lt"/>
              </a:rPr>
              <a:t>W czerwcu Chiny zrywają komunikację z Tajwanem</a:t>
            </a:r>
            <a:endParaRPr lang="pl-PL" sz="1900"/>
          </a:p>
          <a:p>
            <a:r>
              <a:rPr lang="pl-PL" sz="1900">
                <a:ea typeface="+mn-lt"/>
                <a:cs typeface="+mn-lt"/>
              </a:rPr>
              <a:t>W grudniu prezydent Donald Trump zrywa dekady polityki dyplomatycznej</a:t>
            </a:r>
            <a:endParaRPr lang="pl-PL" sz="1900"/>
          </a:p>
          <a:p>
            <a:r>
              <a:rPr lang="pl-PL" sz="1900">
                <a:ea typeface="+mn-lt"/>
                <a:cs typeface="+mn-lt"/>
              </a:rPr>
              <a:t>2017 – USA przeznacza broń o wartości 1.4 biliona USD dla Tajwanu</a:t>
            </a:r>
            <a:endParaRPr lang="pl-PL" sz="1900"/>
          </a:p>
        </p:txBody>
      </p:sp>
      <p:pic>
        <p:nvPicPr>
          <p:cNvPr id="7" name="Obraz 6" descr="Obraz zawierający Ludzka twarz, ubrania, osoba, Przemowa publiczna&#10;&#10;Zawartość wygenerowana przez AI może być niepoprawna.">
            <a:extLst>
              <a:ext uri="{FF2B5EF4-FFF2-40B4-BE49-F238E27FC236}">
                <a16:creationId xmlns:a16="http://schemas.microsoft.com/office/drawing/2014/main" id="{6EFFAD06-B1C7-26FE-C99E-3782DC327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24" r="102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4677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48EE70-20AB-FD24-2289-B9CDAECFB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9236" y="1784"/>
            <a:ext cx="12198926" cy="67505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FC843F-F71A-AF8C-2A39-2B477946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18" y="-4330"/>
            <a:ext cx="10515600" cy="1325563"/>
          </a:xfrm>
        </p:spPr>
        <p:txBody>
          <a:bodyPr/>
          <a:lstStyle/>
          <a:p>
            <a:r>
              <a:rPr lang="en-US" err="1">
                <a:solidFill>
                  <a:schemeClr val="bg1"/>
                </a:solidFill>
              </a:rPr>
              <a:t>Różnica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pomiedzy</a:t>
            </a:r>
            <a:r>
              <a:rPr lang="en-US">
                <a:solidFill>
                  <a:schemeClr val="bg1"/>
                </a:solidFill>
              </a:rPr>
              <a:t> 1949 a 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842C5-FDA7-B3C6-9793-7AC66DC41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618" y="1248352"/>
            <a:ext cx="105156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>
                <a:solidFill>
                  <a:schemeClr val="bg1"/>
                </a:solidFill>
              </a:rPr>
              <a:t>1949: 10 </a:t>
            </a:r>
            <a:r>
              <a:rPr lang="en-US" err="1">
                <a:solidFill>
                  <a:schemeClr val="bg1"/>
                </a:solidFill>
              </a:rPr>
              <a:t>państw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uznaje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Republikę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Ludową</a:t>
            </a:r>
            <a:r>
              <a:rPr lang="en-US">
                <a:solidFill>
                  <a:schemeClr val="bg1"/>
                </a:solidFill>
              </a:rPr>
              <a:t> Chin</a:t>
            </a:r>
          </a:p>
          <a:p>
            <a:r>
              <a:rPr lang="en-US">
                <a:solidFill>
                  <a:schemeClr val="bg1"/>
                </a:solidFill>
              </a:rPr>
              <a:t>2025: </a:t>
            </a:r>
            <a:r>
              <a:rPr lang="en-US" err="1">
                <a:solidFill>
                  <a:schemeClr val="bg1"/>
                </a:solidFill>
              </a:rPr>
              <a:t>tylko</a:t>
            </a:r>
            <a:r>
              <a:rPr lang="en-US">
                <a:solidFill>
                  <a:schemeClr val="bg1"/>
                </a:solidFill>
              </a:rPr>
              <a:t> 12 </a:t>
            </a:r>
            <a:r>
              <a:rPr lang="en-US" err="1">
                <a:solidFill>
                  <a:schemeClr val="bg1"/>
                </a:solidFill>
              </a:rPr>
              <a:t>państw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uznaje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Republikę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Chinską</a:t>
            </a:r>
            <a:r>
              <a:rPr lang="en-US">
                <a:solidFill>
                  <a:schemeClr val="bg1"/>
                </a:solidFill>
              </a:rPr>
              <a:t> (</a:t>
            </a:r>
            <a:r>
              <a:rPr lang="en-US" err="1">
                <a:solidFill>
                  <a:schemeClr val="bg1"/>
                </a:solidFill>
              </a:rPr>
              <a:t>Tajwan</a:t>
            </a:r>
            <a:r>
              <a:rPr lang="en-US">
                <a:solidFill>
                  <a:schemeClr val="bg1"/>
                </a:solidFill>
              </a:rPr>
              <a:t>)</a:t>
            </a:r>
          </a:p>
          <a:p>
            <a:r>
              <a:rPr lang="en-US">
                <a:solidFill>
                  <a:schemeClr val="bg1"/>
                </a:solidFill>
              </a:rPr>
              <a:t>Brak </a:t>
            </a:r>
            <a:r>
              <a:rPr lang="en-US" err="1">
                <a:solidFill>
                  <a:schemeClr val="bg1"/>
                </a:solidFill>
              </a:rPr>
              <a:t>znaczącej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dzialalności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zbrojnej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od</a:t>
            </a:r>
            <a:r>
              <a:rPr lang="en-US">
                <a:solidFill>
                  <a:schemeClr val="bg1"/>
                </a:solidFill>
              </a:rPr>
              <a:t> 1996 </a:t>
            </a:r>
            <a:r>
              <a:rPr lang="en-US" err="1">
                <a:solidFill>
                  <a:schemeClr val="bg1"/>
                </a:solidFill>
              </a:rPr>
              <a:t>roku</a:t>
            </a:r>
            <a:endParaRPr lang="en-US">
              <a:solidFill>
                <a:schemeClr val="bg1"/>
              </a:solidFill>
            </a:endParaRPr>
          </a:p>
          <a:p>
            <a:r>
              <a:rPr lang="en-US" err="1">
                <a:solidFill>
                  <a:schemeClr val="bg1"/>
                </a:solidFill>
              </a:rPr>
              <a:t>Wojna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dyplomatyczna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pomiędzy</a:t>
            </a:r>
            <a:r>
              <a:rPr lang="en-US">
                <a:solidFill>
                  <a:schemeClr val="bg1"/>
                </a:solidFill>
              </a:rPr>
              <a:t> Chinami a </a:t>
            </a:r>
            <a:r>
              <a:rPr lang="en-US" err="1">
                <a:solidFill>
                  <a:schemeClr val="bg1"/>
                </a:solidFill>
              </a:rPr>
              <a:t>Taiwanem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USA </a:t>
            </a:r>
            <a:r>
              <a:rPr lang="en-US" err="1">
                <a:solidFill>
                  <a:schemeClr val="bg1"/>
                </a:solidFill>
              </a:rPr>
              <a:t>nie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uznaje</a:t>
            </a:r>
            <a:r>
              <a:rPr lang="en-US">
                <a:solidFill>
                  <a:schemeClr val="bg1"/>
                </a:solidFill>
              </a:rPr>
              <a:t> Taiwan od 1979 </a:t>
            </a:r>
            <a:r>
              <a:rPr lang="en-US" err="1">
                <a:solidFill>
                  <a:schemeClr val="bg1"/>
                </a:solidFill>
              </a:rPr>
              <a:t>roku</a:t>
            </a:r>
            <a:endParaRPr lang="en-US">
              <a:solidFill>
                <a:schemeClr val="bg1"/>
              </a:solidFill>
            </a:endParaRPr>
          </a:p>
          <a:p>
            <a:r>
              <a:rPr lang="en-US" err="1">
                <a:solidFill>
                  <a:schemeClr val="bg1"/>
                </a:solidFill>
              </a:rPr>
              <a:t>Wycofanie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obowiązkowej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służby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wojskowej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na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Tajwanie</a:t>
            </a:r>
            <a:r>
              <a:rPr lang="en-US">
                <a:solidFill>
                  <a:schemeClr val="bg1"/>
                </a:solidFill>
              </a:rPr>
              <a:t> 2013-2018</a:t>
            </a:r>
          </a:p>
          <a:p>
            <a:r>
              <a:rPr lang="en-US" err="1">
                <a:solidFill>
                  <a:schemeClr val="bg1"/>
                </a:solidFill>
              </a:rPr>
              <a:t>Wojna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Cybernetyczna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od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końca</a:t>
            </a:r>
            <a:r>
              <a:rPr lang="en-US">
                <a:solidFill>
                  <a:schemeClr val="bg1"/>
                </a:solidFill>
              </a:rPr>
              <a:t> XX </a:t>
            </a:r>
            <a:r>
              <a:rPr lang="en-US" err="1">
                <a:solidFill>
                  <a:schemeClr val="bg1"/>
                </a:solidFill>
              </a:rPr>
              <a:t>wieku</a:t>
            </a:r>
          </a:p>
          <a:p>
            <a:r>
              <a:rPr lang="en-US" err="1">
                <a:solidFill>
                  <a:schemeClr val="bg1"/>
                </a:solidFill>
              </a:rPr>
              <a:t>Wojna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Ekonomiczna</a:t>
            </a:r>
            <a:r>
              <a:rPr lang="en-US">
                <a:solidFill>
                  <a:schemeClr val="bg1"/>
                </a:solidFill>
              </a:rPr>
              <a:t> (</a:t>
            </a:r>
            <a:r>
              <a:rPr lang="en-US" err="1">
                <a:solidFill>
                  <a:schemeClr val="bg1"/>
                </a:solidFill>
              </a:rPr>
              <a:t>Dostęp</a:t>
            </a:r>
            <a:r>
              <a:rPr lang="en-US">
                <a:solidFill>
                  <a:schemeClr val="bg1"/>
                </a:solidFill>
              </a:rPr>
              <a:t> do </a:t>
            </a:r>
            <a:r>
              <a:rPr lang="en-US" err="1">
                <a:solidFill>
                  <a:schemeClr val="bg1"/>
                </a:solidFill>
              </a:rPr>
              <a:t>produktów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Tajwańskich</a:t>
            </a:r>
            <a:r>
              <a:rPr lang="en-US">
                <a:solidFill>
                  <a:schemeClr val="bg1"/>
                </a:solidFill>
              </a:rPr>
              <a:t> jest </a:t>
            </a:r>
            <a:r>
              <a:rPr lang="en-US" err="1">
                <a:solidFill>
                  <a:schemeClr val="bg1"/>
                </a:solidFill>
              </a:rPr>
              <a:t>Utrudniony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przez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Chiny</a:t>
            </a:r>
            <a:r>
              <a:rPr lang="en-US">
                <a:solidFill>
                  <a:schemeClr val="bg1"/>
                </a:solidFill>
              </a:rPr>
              <a:t>)</a:t>
            </a:r>
          </a:p>
          <a:p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rgbClr val="000000"/>
              </a:solidFill>
            </a:endParaRP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7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az 10" descr="Obraz zawierający tekst, mapa, diagram, zrzut ekranu&#10;&#10;Zawartość wygenerowana przez AI może być niepoprawna.">
            <a:extLst>
              <a:ext uri="{FF2B5EF4-FFF2-40B4-BE49-F238E27FC236}">
                <a16:creationId xmlns:a16="http://schemas.microsoft.com/office/drawing/2014/main" id="{2EDF098F-2D3C-82FC-5E0E-E4FF4285E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433" y="1615916"/>
            <a:ext cx="5372100" cy="362616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az 6" descr="Obraz zawierający tekst, mapa, zrzut ekranu, atlas&#10;&#10;Zawartość wygenerowana przez AI może być niepoprawna.">
            <a:extLst>
              <a:ext uri="{FF2B5EF4-FFF2-40B4-BE49-F238E27FC236}">
                <a16:creationId xmlns:a16="http://schemas.microsoft.com/office/drawing/2014/main" id="{63C4FF13-12B9-4A68-0691-353F0659B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" b="5987"/>
          <a:stretch>
            <a:fillRect/>
          </a:stretch>
        </p:blipFill>
        <p:spPr>
          <a:xfrm>
            <a:off x="643466" y="1315874"/>
            <a:ext cx="5372099" cy="422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0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A60F42-5974-B21B-9884-52CCF2C4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Źródła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E723379-6B34-CF73-6FD8-4BE44A3E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ea typeface="+mn-lt"/>
                <a:cs typeface="+mn-lt"/>
                <a:hlinkClick r:id="rId2"/>
              </a:rPr>
              <a:t>https://www.aljazeera.com/news/2019/1/3/timeline-taiwan-china-relations-since-1949</a:t>
            </a:r>
            <a:endParaRPr lang="pl-PL">
              <a:ea typeface="+mn-lt"/>
              <a:cs typeface="+mn-lt"/>
            </a:endParaRPr>
          </a:p>
          <a:p>
            <a:r>
              <a:rPr lang="pl-PL">
                <a:ea typeface="+mn-lt"/>
                <a:cs typeface="+mn-lt"/>
                <a:hlinkClick r:id="rId3"/>
              </a:rPr>
              <a:t>https://en.wikipedia.org/wiki/Cross-strait_relations</a:t>
            </a:r>
            <a:endParaRPr lang="pl-PL">
              <a:ea typeface="+mn-lt"/>
              <a:cs typeface="+mn-lt"/>
            </a:endParaRPr>
          </a:p>
          <a:p>
            <a:r>
              <a:rPr lang="pl-PL">
                <a:ea typeface="+mn-lt"/>
                <a:cs typeface="+mn-lt"/>
              </a:rPr>
              <a:t>https://www.bbc.com/news/world-asia-china-59900139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728021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402</Words>
  <Application>Microsoft Office PowerPoint</Application>
  <PresentationFormat>Panoramiczny</PresentationFormat>
  <Paragraphs>49</Paragraphs>
  <Slides>9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Motyw pakietu Office</vt:lpstr>
      <vt:lpstr>Konflikt Taiwanu i Chin  </vt:lpstr>
      <vt:lpstr> Podłoże konfliktu</vt:lpstr>
      <vt:lpstr>Przebieg konfliktu (1949 - 1979)</vt:lpstr>
      <vt:lpstr>Przebieg konfliktu (1987 – 2000)</vt:lpstr>
      <vt:lpstr>Przebieg konfliktu (2005 – 2014)</vt:lpstr>
      <vt:lpstr>2016 - 2017</vt:lpstr>
      <vt:lpstr>Różnica pomiedzy 1949 a 2025</vt:lpstr>
      <vt:lpstr>Prezentacja programu PowerPoint</vt:lpstr>
      <vt:lpstr>Źródła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Wojtek Krakowiak</dc:creator>
  <cp:lastModifiedBy>Wojtek Krakowiak</cp:lastModifiedBy>
  <cp:revision>1</cp:revision>
  <dcterms:created xsi:type="dcterms:W3CDTF">2025-11-09T12:30:22Z</dcterms:created>
  <dcterms:modified xsi:type="dcterms:W3CDTF">2025-11-11T17:07:23Z</dcterms:modified>
</cp:coreProperties>
</file>