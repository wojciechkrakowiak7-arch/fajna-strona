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5" r:id="rId5"/>
    <p:sldId id="1496" r:id="rId6"/>
    <p:sldId id="1497" r:id="rId7"/>
    <p:sldId id="1498" r:id="rId8"/>
    <p:sldId id="1499" r:id="rId9"/>
    <p:sldId id="1500" r:id="rId10"/>
    <p:sldId id="1501" r:id="rId11"/>
    <p:sldId id="1502" r:id="rId12"/>
    <p:sldId id="1503" r:id="rId13"/>
    <p:sldId id="1504" r:id="rId14"/>
    <p:sldId id="1505" r:id="rId15"/>
    <p:sldId id="1506" r:id="rId16"/>
    <p:sldId id="1507" r:id="rId17"/>
    <p:sldId id="1509" r:id="rId18"/>
    <p:sldId id="1508" r:id="rId19"/>
    <p:sldId id="1510" r:id="rId20"/>
    <p:sldId id="1511" r:id="rId21"/>
    <p:sldId id="1512" r:id="rId22"/>
    <p:sldId id="1513" r:id="rId23"/>
    <p:sldId id="1514" r:id="rId24"/>
    <p:sldId id="1515" r:id="rId25"/>
    <p:sldId id="1516" r:id="rId26"/>
    <p:sldId id="1517" r:id="rId27"/>
    <p:sldId id="1518" r:id="rId28"/>
    <p:sldId id="1519" r:id="rId29"/>
    <p:sldId id="1520" r:id="rId30"/>
    <p:sldId id="1521" r:id="rId31"/>
    <p:sldId id="1522" r:id="rId32"/>
    <p:sldId id="1523" r:id="rId33"/>
    <p:sldId id="1524" r:id="rId34"/>
    <p:sldId id="1525" r:id="rId35"/>
    <p:sldId id="1526" r:id="rId36"/>
    <p:sldId id="1527" r:id="rId37"/>
    <p:sldId id="1528" r:id="rId38"/>
    <p:sldId id="1529" r:id="rId39"/>
    <p:sldId id="1530" r:id="rId40"/>
    <p:sldId id="1531" r:id="rId41"/>
    <p:sldId id="1532" r:id="rId4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5F3D1-721F-464A-B94C-DC408327154A}" v="60" dt="2026-03-19T09:42:03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custSel addSld delSld modSld">
      <pc:chgData name="Wojtek Krakowiak" userId="f72a0bb3b8a70e05" providerId="LiveId" clId="{EB2AAE5E-F441-4B21-A173-D9609660A338}" dt="2026-03-19T09:42:03.644" v="189"/>
      <pc:docMkLst>
        <pc:docMk/>
      </pc:docMkLst>
      <pc:sldChg chg="modSp mod">
        <pc:chgData name="Wojtek Krakowiak" userId="f72a0bb3b8a70e05" providerId="LiveId" clId="{EB2AAE5E-F441-4B21-A173-D9609660A338}" dt="2026-03-19T09:39:00.011" v="87" actId="14100"/>
        <pc:sldMkLst>
          <pc:docMk/>
          <pc:sldMk cId="1526780856" sldId="1522"/>
        </pc:sldMkLst>
        <pc:spChg chg="mod">
          <ac:chgData name="Wojtek Krakowiak" userId="f72a0bb3b8a70e05" providerId="LiveId" clId="{EB2AAE5E-F441-4B21-A173-D9609660A338}" dt="2026-03-19T09:39:00.011" v="87" actId="14100"/>
          <ac:spMkLst>
            <pc:docMk/>
            <pc:sldMk cId="1526780856" sldId="1522"/>
            <ac:spMk id="2" creationId="{B541C418-BD4A-41C4-D370-6673E40C1272}"/>
          </ac:spMkLst>
        </pc:spChg>
      </pc:sldChg>
      <pc:sldChg chg="new del">
        <pc:chgData name="Wojtek Krakowiak" userId="f72a0bb3b8a70e05" providerId="LiveId" clId="{EB2AAE5E-F441-4B21-A173-D9609660A338}" dt="2026-03-19T09:35:40.329" v="1" actId="47"/>
        <pc:sldMkLst>
          <pc:docMk/>
          <pc:sldMk cId="985659480" sldId="1529"/>
        </pc:sldMkLst>
      </pc:sldChg>
      <pc:sldChg chg="addSp delSp modSp add mod delAnim modAnim">
        <pc:chgData name="Wojtek Krakowiak" userId="f72a0bb3b8a70e05" providerId="LiveId" clId="{EB2AAE5E-F441-4B21-A173-D9609660A338}" dt="2026-03-19T09:41:09.136" v="183"/>
        <pc:sldMkLst>
          <pc:docMk/>
          <pc:sldMk cId="3149458115" sldId="1529"/>
        </pc:sldMkLst>
        <pc:spChg chg="mod">
          <ac:chgData name="Wojtek Krakowiak" userId="f72a0bb3b8a70e05" providerId="LiveId" clId="{EB2AAE5E-F441-4B21-A173-D9609660A338}" dt="2026-03-19T09:40:23.815" v="177" actId="14100"/>
          <ac:spMkLst>
            <pc:docMk/>
            <pc:sldMk cId="3149458115" sldId="1529"/>
            <ac:spMk id="2" creationId="{B541C418-BD4A-41C4-D370-6673E40C1272}"/>
          </ac:spMkLst>
        </pc:spChg>
        <pc:spChg chg="mod">
          <ac:chgData name="Wojtek Krakowiak" userId="f72a0bb3b8a70e05" providerId="LiveId" clId="{EB2AAE5E-F441-4B21-A173-D9609660A338}" dt="2026-03-19T09:36:30.501" v="12" actId="20577"/>
          <ac:spMkLst>
            <pc:docMk/>
            <pc:sldMk cId="3149458115" sldId="1529"/>
            <ac:spMk id="3" creationId="{B31D0B1E-8FA6-33EC-81CA-B5796E034AA7}"/>
          </ac:spMkLst>
        </pc:spChg>
        <pc:picChg chg="del">
          <ac:chgData name="Wojtek Krakowiak" userId="f72a0bb3b8a70e05" providerId="LiveId" clId="{EB2AAE5E-F441-4B21-A173-D9609660A338}" dt="2026-03-19T09:35:56.249" v="5" actId="478"/>
          <ac:picMkLst>
            <pc:docMk/>
            <pc:sldMk cId="3149458115" sldId="1529"/>
            <ac:picMk id="4" creationId="{EDB76E13-D63D-DC48-26BC-2EAFDB144F59}"/>
          </ac:picMkLst>
        </pc:picChg>
        <pc:picChg chg="add mod">
          <ac:chgData name="Wojtek Krakowiak" userId="f72a0bb3b8a70e05" providerId="LiveId" clId="{EB2AAE5E-F441-4B21-A173-D9609660A338}" dt="2026-03-19T09:41:07.660" v="181"/>
          <ac:picMkLst>
            <pc:docMk/>
            <pc:sldMk cId="3149458115" sldId="1529"/>
            <ac:picMk id="5" creationId="{B572B5AF-5A24-B7F9-C231-A983AB23BF26}"/>
          </ac:picMkLst>
        </pc:picChg>
      </pc:sldChg>
      <pc:sldChg chg="addSp modSp add mod modAnim">
        <pc:chgData name="Wojtek Krakowiak" userId="f72a0bb3b8a70e05" providerId="LiveId" clId="{EB2AAE5E-F441-4B21-A173-D9609660A338}" dt="2026-03-19T09:40:40.035" v="180"/>
        <pc:sldMkLst>
          <pc:docMk/>
          <pc:sldMk cId="1482907651" sldId="1530"/>
        </pc:sldMkLst>
        <pc:spChg chg="mod">
          <ac:chgData name="Wojtek Krakowiak" userId="f72a0bb3b8a70e05" providerId="LiveId" clId="{EB2AAE5E-F441-4B21-A173-D9609660A338}" dt="2026-03-19T09:39:23.987" v="105" actId="20577"/>
          <ac:spMkLst>
            <pc:docMk/>
            <pc:sldMk cId="1482907651" sldId="1530"/>
            <ac:spMk id="2" creationId="{DEF20168-296C-1FC4-903D-9F5B2B26B5D0}"/>
          </ac:spMkLst>
        </pc:spChg>
        <pc:spChg chg="mod">
          <ac:chgData name="Wojtek Krakowiak" userId="f72a0bb3b8a70e05" providerId="LiveId" clId="{EB2AAE5E-F441-4B21-A173-D9609660A338}" dt="2026-03-19T09:37:43.040" v="23" actId="20577"/>
          <ac:spMkLst>
            <pc:docMk/>
            <pc:sldMk cId="1482907651" sldId="1530"/>
            <ac:spMk id="3" creationId="{F9BE7C8F-EF60-F252-6525-290AC3B16CFE}"/>
          </ac:spMkLst>
        </pc:spChg>
        <pc:picChg chg="add mod">
          <ac:chgData name="Wojtek Krakowiak" userId="f72a0bb3b8a70e05" providerId="LiveId" clId="{EB2AAE5E-F441-4B21-A173-D9609660A338}" dt="2026-03-19T09:40:38.460" v="178"/>
          <ac:picMkLst>
            <pc:docMk/>
            <pc:sldMk cId="1482907651" sldId="1530"/>
            <ac:picMk id="4" creationId="{15B8F63A-46B4-A0E3-F603-D0938C1F5EB8}"/>
          </ac:picMkLst>
        </pc:picChg>
      </pc:sldChg>
      <pc:sldChg chg="addSp modSp add mod modAnim">
        <pc:chgData name="Wojtek Krakowiak" userId="f72a0bb3b8a70e05" providerId="LiveId" clId="{EB2AAE5E-F441-4B21-A173-D9609660A338}" dt="2026-03-19T09:41:38.560" v="186"/>
        <pc:sldMkLst>
          <pc:docMk/>
          <pc:sldMk cId="1845805412" sldId="1531"/>
        </pc:sldMkLst>
        <pc:spChg chg="mod">
          <ac:chgData name="Wojtek Krakowiak" userId="f72a0bb3b8a70e05" providerId="LiveId" clId="{EB2AAE5E-F441-4B21-A173-D9609660A338}" dt="2026-03-19T09:39:42.667" v="125" actId="20577"/>
          <ac:spMkLst>
            <pc:docMk/>
            <pc:sldMk cId="1845805412" sldId="1531"/>
            <ac:spMk id="2" creationId="{365F7475-13D1-AE86-1274-2D8A23E40086}"/>
          </ac:spMkLst>
        </pc:spChg>
        <pc:spChg chg="mod">
          <ac:chgData name="Wojtek Krakowiak" userId="f72a0bb3b8a70e05" providerId="LiveId" clId="{EB2AAE5E-F441-4B21-A173-D9609660A338}" dt="2026-03-19T09:38:09.555" v="41" actId="20577"/>
          <ac:spMkLst>
            <pc:docMk/>
            <pc:sldMk cId="1845805412" sldId="1531"/>
            <ac:spMk id="3" creationId="{3D5A4656-57FF-F9C2-117A-D042C8E5118D}"/>
          </ac:spMkLst>
        </pc:spChg>
        <pc:picChg chg="add mod">
          <ac:chgData name="Wojtek Krakowiak" userId="f72a0bb3b8a70e05" providerId="LiveId" clId="{EB2AAE5E-F441-4B21-A173-D9609660A338}" dt="2026-03-19T09:41:37.416" v="184"/>
          <ac:picMkLst>
            <pc:docMk/>
            <pc:sldMk cId="1845805412" sldId="1531"/>
            <ac:picMk id="4" creationId="{863425F7-27D0-1F24-6ED7-A319B9361CDF}"/>
          </ac:picMkLst>
        </pc:picChg>
      </pc:sldChg>
      <pc:sldChg chg="addSp modSp add mod modAnim">
        <pc:chgData name="Wojtek Krakowiak" userId="f72a0bb3b8a70e05" providerId="LiveId" clId="{EB2AAE5E-F441-4B21-A173-D9609660A338}" dt="2026-03-19T09:42:03.644" v="189"/>
        <pc:sldMkLst>
          <pc:docMk/>
          <pc:sldMk cId="1914771800" sldId="1532"/>
        </pc:sldMkLst>
        <pc:spChg chg="mod">
          <ac:chgData name="Wojtek Krakowiak" userId="f72a0bb3b8a70e05" providerId="LiveId" clId="{EB2AAE5E-F441-4B21-A173-D9609660A338}" dt="2026-03-19T09:39:57.076" v="143" actId="20577"/>
          <ac:spMkLst>
            <pc:docMk/>
            <pc:sldMk cId="1914771800" sldId="1532"/>
            <ac:spMk id="2" creationId="{07C09229-3B31-A8CC-9A14-A0E306B2F7B0}"/>
          </ac:spMkLst>
        </pc:spChg>
        <pc:spChg chg="mod">
          <ac:chgData name="Wojtek Krakowiak" userId="f72a0bb3b8a70e05" providerId="LiveId" clId="{EB2AAE5E-F441-4B21-A173-D9609660A338}" dt="2026-03-19T09:38:24.753" v="54" actId="20577"/>
          <ac:spMkLst>
            <pc:docMk/>
            <pc:sldMk cId="1914771800" sldId="1532"/>
            <ac:spMk id="3" creationId="{14AA558E-3426-A5BC-E2A8-9A299C23A1BE}"/>
          </ac:spMkLst>
        </pc:spChg>
        <pc:picChg chg="add mod">
          <ac:chgData name="Wojtek Krakowiak" userId="f72a0bb3b8a70e05" providerId="LiveId" clId="{EB2AAE5E-F441-4B21-A173-D9609660A338}" dt="2026-03-19T09:42:02.568" v="187"/>
          <ac:picMkLst>
            <pc:docMk/>
            <pc:sldMk cId="1914771800" sldId="1532"/>
            <ac:picMk id="4" creationId="{7B64A2BD-FA28-55D4-F9F1-7FCD067B1D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19.03.2026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n-GB" sz="9600" b="1" dirty="0">
                <a:latin typeface="+mn-lt"/>
              </a:rPr>
              <a:t>Danger and risk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Urok/Odwołanie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Appeal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FF3EE7D-7594-FEB2-8868-57936CA931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Zmuszać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compel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8F71B77-3174-C4C6-7EA2-C2CE58AD9C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0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Zmuszony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Compelled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B48561-CC4E-031A-59BB-8783DBC16A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4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Walnąć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whack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91832FF-A36C-49E8-8D46-19A6D18A06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Obficie (np. krwawić)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Profusely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A148776-2469-6EF5-96B2-DF99343CA8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7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Rana cięta</a:t>
            </a:r>
            <a:r>
              <a:rPr lang="pl-PL" sz="7200" b="1">
                <a:latin typeface="+mn-lt"/>
              </a:rPr>
              <a:t>/Rozcięcie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Gash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DC1F749-5ED7-C7D9-EC00-F6454045B0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5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Oparzenie od wilgotnego ciepła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Scald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70679F1-3657-466D-56CE-2DEEB5EF87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3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Niechęć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Aversion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15345FC-9724-159B-0E27-B04CAECEDA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2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Zestaw przepisów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Legislation set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273FE48-4DDC-B9C1-E716-C22C324E67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6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Precedens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Precedent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7452E1A-1E92-032E-5D15-14A5C31AB8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8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Udusić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smother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BFDF7FB-5369-77AF-19B9-DED6FA1454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1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Uchylić (np. jakieś prawo)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repeal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7EA8DBA-E443-FA9C-A055-0DB031B32C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1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 powodu, że…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On the grounds that…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6A86356-442A-A6D9-FF1E-FADD17FD01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8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Pustelnik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Hermit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8B51800-3B35-C763-07C2-A7D7293B29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3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Niebezpieczeństwo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Peril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72B6B98-6548-222A-70C6-04DD01C73D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4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Niebezpieczny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Perilous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AE2353-3153-8389-8412-FE7E505898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8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Plagiat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Plagiarism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2326DD2-3C22-FCA5-E8FE-1516A6F99F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3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Temat do rozmowy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Talking point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4C7FD62-1EF1-095F-B800-9FE8EDF881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4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 własne ryzyko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At one’s peril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90A1F13-55D7-BE78-7CAD-1D79C26D2A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Zagrożony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Under threat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90426A9-3D91-70E5-8372-1E71DC2511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5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Stanowić zagrożenie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pose a hazard/threat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EE3585B-28D6-28F6-25C4-B3FDBC0BD3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9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Ryzykować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run the risk</a:t>
            </a:r>
            <a:r>
              <a:rPr lang="pl-PL" sz="7200" b="1" dirty="0">
                <a:solidFill>
                  <a:srgbClr val="FF0000"/>
                </a:solidFill>
              </a:rPr>
              <a:t> of…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565BEF3-4977-D29D-28A5-F3F3E17ABC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0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Pełen niebezpieczeństw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Fraught with danger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4CB6A4-BF40-48A0-17E8-B154790C99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6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w niebezpieczeństwie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in danger of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568D751-467E-FC6C-F4C0-9DC9137C13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Skraj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Verge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0D55B12-B0AB-02B6-98FB-90A4B55861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2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Zakłócenie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Disruption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B041A1-FAD2-3852-2592-242DE6BDA3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1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Zaniepokojenie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Disturbance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467375E-E514-99FA-D54A-0A0A88A380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Zatem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Thus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D9A09E2-3D8B-5F0E-3365-D84746ABA6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3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Umiejętność liczenia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Numeracy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7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44EC7E-6697-BECE-FEDA-BB9A461EEA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0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112143"/>
            <a:ext cx="11032478" cy="199780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Uporać się z czymś/Ogarnąć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get to grips with sth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B56E894-064A-FBF7-7C9F-D9A46CEB93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8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Sedno sprawy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The heart of the matter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9D22C8B-9E7E-FA4D-0022-A245B03B75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3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305613"/>
            <a:ext cx="11032478" cy="199780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Wiarygodność/Ważność (prawna)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Validity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42C1862-6D69-F192-DFC5-D580FB1EC9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9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Czasopismo naukowe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Journal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0E45E60-0648-5151-8397-0F3A91FFF7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8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Recenzja współpracownika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Peer review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E2F9CDC-8CBA-C277-4208-73D94FE979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4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Dla własnej korzyści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suit your own ends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58FEB01-A7C8-12AA-8640-1C416CA271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7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Mieć się na baczności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on your guard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DB76E13-D63D-DC48-26BC-2EAFDB144F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0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D6CB-CF32-5792-C9AF-1DC72303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1C418-BD4A-41C4-D370-6673E40C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129396"/>
            <a:ext cx="11032478" cy="198055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Rekompensata finansowa a szkody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D0B1E-8FA6-33EC-81CA-B5796E03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Damages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572B5AF-5A24-B7F9-C231-A983AB23BF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5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C43D-1C9E-3C65-8AFE-820B3E86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F20168-296C-1FC4-903D-9F5B2B26B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Artykuł redakcyjny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9BE7C8F-EF60-F252-6525-290AC3B16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Editorial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5B8F63A-46B4-A0E3-F603-D0938C1F5E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0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BC5D-ADE7-BAE7-E84D-2995D7B9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5F7475-13D1-AE86-1274-2D8A23E40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Pójść w czyjeś ślady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D5A4656-57FF-F9C2-117A-D042C8E51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follow suit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63425F7-27D0-1F24-6ED7-A319B9361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0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90E7-1EF0-C3F2-1D23-CC83122E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C09229-3B31-A8CC-9A14-A0E306B2F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Zanurkować w dół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4AA558E-3426-A5BC-E2A8-9A299C23A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swoop down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B64A2BD-FA28-55D4-F9F1-7FCD067B1D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7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6904</TotalTime>
  <Words>203</Words>
  <Application>Microsoft Office PowerPoint</Application>
  <PresentationFormat>Panoramiczny</PresentationFormat>
  <Paragraphs>81</Paragraphs>
  <Slides>41</Slides>
  <Notes>0</Notes>
  <HiddenSlides>0</HiddenSlides>
  <MMClips>40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Motyw pakietu Office</vt:lpstr>
      <vt:lpstr>Klasa 2 LO Danger and risk  </vt:lpstr>
      <vt:lpstr>Urok/Odwołanie</vt:lpstr>
      <vt:lpstr>Zmuszać</vt:lpstr>
      <vt:lpstr>Zmuszony</vt:lpstr>
      <vt:lpstr>Walnąć</vt:lpstr>
      <vt:lpstr>Obficie (np. krwawić)</vt:lpstr>
      <vt:lpstr>Rana cięta/Rozcięcie</vt:lpstr>
      <vt:lpstr>Oparzenie od wilgotnego ciepła </vt:lpstr>
      <vt:lpstr>Niechęć</vt:lpstr>
      <vt:lpstr>Zestaw przepisów</vt:lpstr>
      <vt:lpstr>Precedens</vt:lpstr>
      <vt:lpstr>Udusić</vt:lpstr>
      <vt:lpstr>Uchylić (np. jakieś prawo)</vt:lpstr>
      <vt:lpstr>Z powodu, że…</vt:lpstr>
      <vt:lpstr>Pustelnik</vt:lpstr>
      <vt:lpstr>Niebezpieczeństwo</vt:lpstr>
      <vt:lpstr>Niebezpieczny</vt:lpstr>
      <vt:lpstr>Plagiat</vt:lpstr>
      <vt:lpstr>Temat do rozmowy</vt:lpstr>
      <vt:lpstr>Na własne ryzyko</vt:lpstr>
      <vt:lpstr>Zagrożony</vt:lpstr>
      <vt:lpstr>Stanowić zagrożenie</vt:lpstr>
      <vt:lpstr>Ryzykować </vt:lpstr>
      <vt:lpstr>Pełen niebezpieczeństw</vt:lpstr>
      <vt:lpstr>Być w niebezpieczeństwie czegoś</vt:lpstr>
      <vt:lpstr>Skraj</vt:lpstr>
      <vt:lpstr>Zakłócenie</vt:lpstr>
      <vt:lpstr>Zaniepokojenie</vt:lpstr>
      <vt:lpstr>Zatem</vt:lpstr>
      <vt:lpstr>Umiejętność liczenia</vt:lpstr>
      <vt:lpstr>Uporać się z czymś/Ogarnąć coś</vt:lpstr>
      <vt:lpstr>Sedno sprawy</vt:lpstr>
      <vt:lpstr>Wiarygodność/Ważność (prawna)</vt:lpstr>
      <vt:lpstr>Czasopismo naukowe</vt:lpstr>
      <vt:lpstr>Recenzja współpracownika</vt:lpstr>
      <vt:lpstr>Dla własnej korzyści</vt:lpstr>
      <vt:lpstr>Mieć się na baczności</vt:lpstr>
      <vt:lpstr>Rekompensata finansowa a szkody</vt:lpstr>
      <vt:lpstr>Artykuł redakcyjny</vt:lpstr>
      <vt:lpstr>Pójść w czyjeś ślady</vt:lpstr>
      <vt:lpstr>Zanurkować w dół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1192</cp:revision>
  <dcterms:created xsi:type="dcterms:W3CDTF">2018-09-30T05:35:06Z</dcterms:created>
  <dcterms:modified xsi:type="dcterms:W3CDTF">2026-03-19T09:42:13Z</dcterms:modified>
</cp:coreProperties>
</file>