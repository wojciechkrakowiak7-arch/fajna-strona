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536" r:id="rId3"/>
    <p:sldId id="1537" r:id="rId4"/>
    <p:sldId id="1538" r:id="rId5"/>
    <p:sldId id="1539" r:id="rId6"/>
    <p:sldId id="1540" r:id="rId7"/>
    <p:sldId id="1541" r:id="rId8"/>
    <p:sldId id="1542" r:id="rId9"/>
    <p:sldId id="1543" r:id="rId10"/>
    <p:sldId id="1544" r:id="rId11"/>
    <p:sldId id="1545" r:id="rId12"/>
    <p:sldId id="1546" r:id="rId13"/>
    <p:sldId id="1547" r:id="rId14"/>
    <p:sldId id="1548" r:id="rId15"/>
    <p:sldId id="1549" r:id="rId16"/>
    <p:sldId id="1551" r:id="rId17"/>
    <p:sldId id="1552" r:id="rId18"/>
    <p:sldId id="1553" r:id="rId19"/>
    <p:sldId id="1554" r:id="rId20"/>
    <p:sldId id="1555" r:id="rId21"/>
    <p:sldId id="1556" r:id="rId22"/>
    <p:sldId id="1557" r:id="rId23"/>
    <p:sldId id="1558" r:id="rId24"/>
    <p:sldId id="1559" r:id="rId25"/>
    <p:sldId id="1560" r:id="rId26"/>
    <p:sldId id="1561" r:id="rId27"/>
    <p:sldId id="1562" r:id="rId28"/>
    <p:sldId id="1563" r:id="rId29"/>
    <p:sldId id="1564" r:id="rId30"/>
    <p:sldId id="1565" r:id="rId31"/>
    <p:sldId id="1566" r:id="rId32"/>
    <p:sldId id="1567" r:id="rId33"/>
    <p:sldId id="1568" r:id="rId34"/>
    <p:sldId id="1569" r:id="rId35"/>
    <p:sldId id="1570" r:id="rId36"/>
    <p:sldId id="1571" r:id="rId37"/>
    <p:sldId id="1572" r:id="rId38"/>
    <p:sldId id="1573" r:id="rId39"/>
    <p:sldId id="1574" r:id="rId40"/>
    <p:sldId id="1575" r:id="rId41"/>
    <p:sldId id="1576" r:id="rId42"/>
    <p:sldId id="1577" r:id="rId43"/>
    <p:sldId id="1578" r:id="rId44"/>
    <p:sldId id="1579" r:id="rId45"/>
    <p:sldId id="1580" r:id="rId46"/>
    <p:sldId id="1581" r:id="rId47"/>
    <p:sldId id="1582" r:id="rId48"/>
    <p:sldId id="1584" r:id="rId49"/>
    <p:sldId id="1583" r:id="rId50"/>
    <p:sldId id="1585" r:id="rId51"/>
    <p:sldId id="1586" r:id="rId52"/>
    <p:sldId id="1587" r:id="rId53"/>
    <p:sldId id="1588" r:id="rId54"/>
    <p:sldId id="1589" r:id="rId55"/>
    <p:sldId id="1590" r:id="rId56"/>
    <p:sldId id="1591" r:id="rId57"/>
    <p:sldId id="1592" r:id="rId58"/>
    <p:sldId id="1593" r:id="rId59"/>
    <p:sldId id="1594" r:id="rId60"/>
    <p:sldId id="1595" r:id="rId61"/>
    <p:sldId id="1596" r:id="rId62"/>
    <p:sldId id="1597" r:id="rId63"/>
    <p:sldId id="1599" r:id="rId64"/>
    <p:sldId id="1600" r:id="rId65"/>
    <p:sldId id="1601" r:id="rId66"/>
    <p:sldId id="1602" r:id="rId67"/>
    <p:sldId id="1603" r:id="rId68"/>
    <p:sldId id="1604" r:id="rId69"/>
    <p:sldId id="1605" r:id="rId70"/>
    <p:sldId id="1606" r:id="rId71"/>
    <p:sldId id="1607" r:id="rId72"/>
    <p:sldId id="1608" r:id="rId73"/>
    <p:sldId id="1609" r:id="rId74"/>
    <p:sldId id="1610" r:id="rId75"/>
    <p:sldId id="1611" r:id="rId76"/>
    <p:sldId id="1612" r:id="rId77"/>
    <p:sldId id="1613" r:id="rId78"/>
    <p:sldId id="1614" r:id="rId79"/>
    <p:sldId id="1615" r:id="rId80"/>
    <p:sldId id="1616" r:id="rId81"/>
    <p:sldId id="1617" r:id="rId82"/>
    <p:sldId id="1618" r:id="rId83"/>
    <p:sldId id="1619" r:id="rId84"/>
    <p:sldId id="1620" r:id="rId85"/>
    <p:sldId id="1621" r:id="rId86"/>
    <p:sldId id="1622" r:id="rId87"/>
    <p:sldId id="1623" r:id="rId88"/>
    <p:sldId id="1624" r:id="rId89"/>
    <p:sldId id="1625" r:id="rId90"/>
    <p:sldId id="1627" r:id="rId91"/>
    <p:sldId id="1628" r:id="rId92"/>
    <p:sldId id="1629" r:id="rId93"/>
    <p:sldId id="1630" r:id="rId94"/>
    <p:sldId id="1631" r:id="rId95"/>
    <p:sldId id="1632" r:id="rId96"/>
    <p:sldId id="1634" r:id="rId97"/>
    <p:sldId id="1635" r:id="rId98"/>
    <p:sldId id="1637" r:id="rId99"/>
    <p:sldId id="1638" r:id="rId100"/>
    <p:sldId id="1639" r:id="rId101"/>
    <p:sldId id="1640" r:id="rId102"/>
    <p:sldId id="1641" r:id="rId103"/>
    <p:sldId id="1642" r:id="rId104"/>
    <p:sldId id="1643" r:id="rId105"/>
    <p:sldId id="1644" r:id="rId106"/>
    <p:sldId id="1645" r:id="rId107"/>
    <p:sldId id="1646" r:id="rId108"/>
    <p:sldId id="1647" r:id="rId109"/>
    <p:sldId id="1650" r:id="rId110"/>
    <p:sldId id="1651" r:id="rId111"/>
    <p:sldId id="1652" r:id="rId112"/>
    <p:sldId id="1653" r:id="rId11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5C82AA-719B-4A1F-8321-61EE37178B21}" v="4" dt="2025-08-24T18:28:24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2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commentAuthors" Target="commentAuthors.xml"/><Relationship Id="rId119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A55C82AA-719B-4A1F-8321-61EE37178B21}"/>
    <pc:docChg chg="modSld">
      <pc:chgData name="Wojtek Krakowiak" userId="f72a0bb3b8a70e05" providerId="LiveId" clId="{A55C82AA-719B-4A1F-8321-61EE37178B21}" dt="2025-08-28T11:52:48.249" v="5" actId="20577"/>
      <pc:docMkLst>
        <pc:docMk/>
      </pc:docMkLst>
      <pc:sldChg chg="modSp">
        <pc:chgData name="Wojtek Krakowiak" userId="f72a0bb3b8a70e05" providerId="LiveId" clId="{A55C82AA-719B-4A1F-8321-61EE37178B21}" dt="2025-08-24T18:19:38.363" v="0" actId="20577"/>
        <pc:sldMkLst>
          <pc:docMk/>
          <pc:sldMk cId="3065717045" sldId="1556"/>
        </pc:sldMkLst>
        <pc:spChg chg="mod">
          <ac:chgData name="Wojtek Krakowiak" userId="f72a0bb3b8a70e05" providerId="LiveId" clId="{A55C82AA-719B-4A1F-8321-61EE37178B21}" dt="2025-08-24T18:19:38.363" v="0" actId="20577"/>
          <ac:spMkLst>
            <pc:docMk/>
            <pc:sldMk cId="3065717045" sldId="1556"/>
            <ac:spMk id="3" creationId="{C550D496-48D4-6830-5AB3-19ADEE086060}"/>
          </ac:spMkLst>
        </pc:spChg>
      </pc:sldChg>
      <pc:sldChg chg="modSp mod">
        <pc:chgData name="Wojtek Krakowiak" userId="f72a0bb3b8a70e05" providerId="LiveId" clId="{A55C82AA-719B-4A1F-8321-61EE37178B21}" dt="2025-08-28T11:52:48.249" v="5" actId="20577"/>
        <pc:sldMkLst>
          <pc:docMk/>
          <pc:sldMk cId="1045524629" sldId="1579"/>
        </pc:sldMkLst>
        <pc:spChg chg="mod">
          <ac:chgData name="Wojtek Krakowiak" userId="f72a0bb3b8a70e05" providerId="LiveId" clId="{A55C82AA-719B-4A1F-8321-61EE37178B21}" dt="2025-08-28T11:52:48.249" v="5" actId="20577"/>
          <ac:spMkLst>
            <pc:docMk/>
            <pc:sldMk cId="1045524629" sldId="1579"/>
            <ac:spMk id="2" creationId="{177D7D0F-225B-0CE7-4509-35E538FD5D53}"/>
          </ac:spMkLst>
        </pc:spChg>
      </pc:sldChg>
      <pc:sldChg chg="modSp">
        <pc:chgData name="Wojtek Krakowiak" userId="f72a0bb3b8a70e05" providerId="LiveId" clId="{A55C82AA-719B-4A1F-8321-61EE37178B21}" dt="2025-08-24T18:28:24.395" v="3" actId="20577"/>
        <pc:sldMkLst>
          <pc:docMk/>
          <pc:sldMk cId="830844592" sldId="1638"/>
        </pc:sldMkLst>
        <pc:spChg chg="mod">
          <ac:chgData name="Wojtek Krakowiak" userId="f72a0bb3b8a70e05" providerId="LiveId" clId="{A55C82AA-719B-4A1F-8321-61EE37178B21}" dt="2025-08-24T18:28:24.395" v="3" actId="20577"/>
          <ac:spMkLst>
            <pc:docMk/>
            <pc:sldMk cId="830844592" sldId="1638"/>
            <ac:spMk id="3" creationId="{86F47E4C-9819-CDD3-DA95-A3A7D9EA79D3}"/>
          </ac:spMkLst>
        </pc:spChg>
      </pc:sldChg>
    </pc:docChg>
  </pc:docChgLst>
  <pc:docChgLst>
    <pc:chgData name="Wojtek Krakowiak" userId="f72a0bb3b8a70e05" providerId="LiveId" clId="{D2A1F849-FA6A-4ECC-9EE5-AD1888904D18}"/>
    <pc:docChg chg="undo custSel addSld delSld modSld sldOrd">
      <pc:chgData name="Wojtek Krakowiak" userId="f72a0bb3b8a70e05" providerId="LiveId" clId="{D2A1F849-FA6A-4ECC-9EE5-AD1888904D18}" dt="2025-03-09T11:29:47.550" v="7016" actId="14100"/>
      <pc:docMkLst>
        <pc:docMk/>
      </pc:docMkLst>
      <pc:sldChg chg="modSp mod">
        <pc:chgData name="Wojtek Krakowiak" userId="f72a0bb3b8a70e05" providerId="LiveId" clId="{D2A1F849-FA6A-4ECC-9EE5-AD1888904D18}" dt="2025-03-09T09:30:50.429" v="6635" actId="20577"/>
        <pc:sldMkLst>
          <pc:docMk/>
          <pc:sldMk cId="1582655019" sldId="1193"/>
        </pc:sldMkLst>
      </pc:sldChg>
      <pc:sldChg chg="addSp delSp modSp mod delAnim modAnim">
        <pc:chgData name="Wojtek Krakowiak" userId="f72a0bb3b8a70e05" providerId="LiveId" clId="{D2A1F849-FA6A-4ECC-9EE5-AD1888904D18}" dt="2025-03-08T10:02:04.168" v="160"/>
        <pc:sldMkLst>
          <pc:docMk/>
          <pc:sldMk cId="1436841305" sldId="1536"/>
        </pc:sldMkLst>
      </pc:sldChg>
      <pc:sldChg chg="addSp modSp add mod modAnim">
        <pc:chgData name="Wojtek Krakowiak" userId="f72a0bb3b8a70e05" providerId="LiveId" clId="{D2A1F849-FA6A-4ECC-9EE5-AD1888904D18}" dt="2025-03-08T10:02:39.162" v="163"/>
        <pc:sldMkLst>
          <pc:docMk/>
          <pc:sldMk cId="2231807118" sldId="1537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4262693738" sldId="1537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726919322" sldId="1538"/>
        </pc:sldMkLst>
      </pc:sldChg>
      <pc:sldChg chg="addSp modSp add mod modAnim">
        <pc:chgData name="Wojtek Krakowiak" userId="f72a0bb3b8a70e05" providerId="LiveId" clId="{D2A1F849-FA6A-4ECC-9EE5-AD1888904D18}" dt="2025-03-08T10:04:37.897" v="220"/>
        <pc:sldMkLst>
          <pc:docMk/>
          <pc:sldMk cId="3750390535" sldId="1538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2504829728" sldId="1539"/>
        </pc:sldMkLst>
      </pc:sldChg>
      <pc:sldChg chg="addSp delSp modSp add mod delAnim modAnim">
        <pc:chgData name="Wojtek Krakowiak" userId="f72a0bb3b8a70e05" providerId="LiveId" clId="{D2A1F849-FA6A-4ECC-9EE5-AD1888904D18}" dt="2025-03-08T10:07:54.859" v="310"/>
        <pc:sldMkLst>
          <pc:docMk/>
          <pc:sldMk cId="3364133661" sldId="1539"/>
        </pc:sldMkLst>
      </pc:sldChg>
      <pc:sldChg chg="addSp delSp modSp add mod delAnim modAnim">
        <pc:chgData name="Wojtek Krakowiak" userId="f72a0bb3b8a70e05" providerId="LiveId" clId="{D2A1F849-FA6A-4ECC-9EE5-AD1888904D18}" dt="2025-03-08T10:11:26.188" v="405"/>
        <pc:sldMkLst>
          <pc:docMk/>
          <pc:sldMk cId="581921092" sldId="1540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870399914" sldId="1540"/>
        </pc:sldMkLst>
      </pc:sldChg>
      <pc:sldChg chg="addSp delSp modSp add mod delAnim modAnim">
        <pc:chgData name="Wojtek Krakowiak" userId="f72a0bb3b8a70e05" providerId="LiveId" clId="{D2A1F849-FA6A-4ECC-9EE5-AD1888904D18}" dt="2025-03-08T10:20:01.831" v="548"/>
        <pc:sldMkLst>
          <pc:docMk/>
          <pc:sldMk cId="567970676" sldId="1541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3146162839" sldId="1541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2647585901" sldId="1542"/>
        </pc:sldMkLst>
      </pc:sldChg>
      <pc:sldChg chg="addSp delSp modSp add mod delAnim modAnim">
        <pc:chgData name="Wojtek Krakowiak" userId="f72a0bb3b8a70e05" providerId="LiveId" clId="{D2A1F849-FA6A-4ECC-9EE5-AD1888904D18}" dt="2025-03-08T10:23:05.047" v="597"/>
        <pc:sldMkLst>
          <pc:docMk/>
          <pc:sldMk cId="4288853085" sldId="1542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207210176" sldId="1543"/>
        </pc:sldMkLst>
      </pc:sldChg>
      <pc:sldChg chg="addSp delSp modSp add mod delAnim modAnim">
        <pc:chgData name="Wojtek Krakowiak" userId="f72a0bb3b8a70e05" providerId="LiveId" clId="{D2A1F849-FA6A-4ECC-9EE5-AD1888904D18}" dt="2025-03-08T10:27:19.010" v="914"/>
        <pc:sldMkLst>
          <pc:docMk/>
          <pc:sldMk cId="809407103" sldId="1543"/>
        </pc:sldMkLst>
      </pc:sldChg>
      <pc:sldChg chg="addSp delSp modSp add mod delAnim modAnim">
        <pc:chgData name="Wojtek Krakowiak" userId="f72a0bb3b8a70e05" providerId="LiveId" clId="{D2A1F849-FA6A-4ECC-9EE5-AD1888904D18}" dt="2025-03-08T10:44:29.377" v="1008" actId="20577"/>
        <pc:sldMkLst>
          <pc:docMk/>
          <pc:sldMk cId="1956313545" sldId="1544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3454042329" sldId="1544"/>
        </pc:sldMkLst>
      </pc:sldChg>
      <pc:sldChg chg="addSp delSp modSp add mod delAnim modAnim">
        <pc:chgData name="Wojtek Krakowiak" userId="f72a0bb3b8a70e05" providerId="LiveId" clId="{D2A1F849-FA6A-4ECC-9EE5-AD1888904D18}" dt="2025-03-08T10:45:51.701" v="1051"/>
        <pc:sldMkLst>
          <pc:docMk/>
          <pc:sldMk cId="843270267" sldId="1545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3204416304" sldId="1545"/>
        </pc:sldMkLst>
      </pc:sldChg>
      <pc:sldChg chg="addSp delSp modSp add mod delAnim modAnim">
        <pc:chgData name="Wojtek Krakowiak" userId="f72a0bb3b8a70e05" providerId="LiveId" clId="{D2A1F849-FA6A-4ECC-9EE5-AD1888904D18}" dt="2025-03-08T10:51:12.836" v="1161"/>
        <pc:sldMkLst>
          <pc:docMk/>
          <pc:sldMk cId="2749559983" sldId="1546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2953300497" sldId="1546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170040068" sldId="1547"/>
        </pc:sldMkLst>
      </pc:sldChg>
      <pc:sldChg chg="addSp delSp modSp add mod delAnim modAnim">
        <pc:chgData name="Wojtek Krakowiak" userId="f72a0bb3b8a70e05" providerId="LiveId" clId="{D2A1F849-FA6A-4ECC-9EE5-AD1888904D18}" dt="2025-03-08T10:52:48.829" v="1232"/>
        <pc:sldMkLst>
          <pc:docMk/>
          <pc:sldMk cId="2704989471" sldId="1547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473164197" sldId="1548"/>
        </pc:sldMkLst>
      </pc:sldChg>
      <pc:sldChg chg="delSp modSp add mod delAnim modAnim">
        <pc:chgData name="Wojtek Krakowiak" userId="f72a0bb3b8a70e05" providerId="LiveId" clId="{D2A1F849-FA6A-4ECC-9EE5-AD1888904D18}" dt="2025-03-08T10:53:15.464" v="1245" actId="20577"/>
        <pc:sldMkLst>
          <pc:docMk/>
          <pc:sldMk cId="2652094842" sldId="1548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4306282" sldId="1549"/>
        </pc:sldMkLst>
      </pc:sldChg>
      <pc:sldChg chg="addSp modSp add mod modAnim">
        <pc:chgData name="Wojtek Krakowiak" userId="f72a0bb3b8a70e05" providerId="LiveId" clId="{D2A1F849-FA6A-4ECC-9EE5-AD1888904D18}" dt="2025-03-08T11:15:28.836" v="1357" actId="313"/>
        <pc:sldMkLst>
          <pc:docMk/>
          <pc:sldMk cId="1112499827" sldId="1549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638793721" sldId="1550"/>
        </pc:sldMkLst>
      </pc:sldChg>
      <pc:sldChg chg="add del">
        <pc:chgData name="Wojtek Krakowiak" userId="f72a0bb3b8a70e05" providerId="LiveId" clId="{D2A1F849-FA6A-4ECC-9EE5-AD1888904D18}" dt="2025-03-08T17:54:12.272" v="3599" actId="47"/>
        <pc:sldMkLst>
          <pc:docMk/>
          <pc:sldMk cId="3711722091" sldId="1550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341839525" sldId="1551"/>
        </pc:sldMkLst>
      </pc:sldChg>
      <pc:sldChg chg="addSp delSp modSp add mod delAnim modAnim">
        <pc:chgData name="Wojtek Krakowiak" userId="f72a0bb3b8a70e05" providerId="LiveId" clId="{D2A1F849-FA6A-4ECC-9EE5-AD1888904D18}" dt="2025-03-08T11:23:57.820" v="1434" actId="20577"/>
        <pc:sldMkLst>
          <pc:docMk/>
          <pc:sldMk cId="1234294398" sldId="1551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3845782394" sldId="1552"/>
        </pc:sldMkLst>
      </pc:sldChg>
      <pc:sldChg chg="addSp delSp modSp add mod delAnim modAnim">
        <pc:chgData name="Wojtek Krakowiak" userId="f72a0bb3b8a70e05" providerId="LiveId" clId="{D2A1F849-FA6A-4ECC-9EE5-AD1888904D18}" dt="2025-03-08T11:31:42.391" v="1482"/>
        <pc:sldMkLst>
          <pc:docMk/>
          <pc:sldMk cId="4050586211" sldId="1552"/>
        </pc:sldMkLst>
      </pc:sldChg>
      <pc:sldChg chg="addSp delSp modSp add mod delAnim modAnim">
        <pc:chgData name="Wojtek Krakowiak" userId="f72a0bb3b8a70e05" providerId="LiveId" clId="{D2A1F849-FA6A-4ECC-9EE5-AD1888904D18}" dt="2025-03-08T11:33:22.660" v="1527"/>
        <pc:sldMkLst>
          <pc:docMk/>
          <pc:sldMk cId="864822663" sldId="1553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292615638" sldId="1553"/>
        </pc:sldMkLst>
      </pc:sldChg>
      <pc:sldChg chg="addSp delSp modSp add mod delAnim modAnim">
        <pc:chgData name="Wojtek Krakowiak" userId="f72a0bb3b8a70e05" providerId="LiveId" clId="{D2A1F849-FA6A-4ECC-9EE5-AD1888904D18}" dt="2025-03-08T11:35:05.438" v="1560"/>
        <pc:sldMkLst>
          <pc:docMk/>
          <pc:sldMk cId="3307380340" sldId="1554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3779967573" sldId="1554"/>
        </pc:sldMkLst>
      </pc:sldChg>
      <pc:sldChg chg="addSp delSp modSp add mod delAnim modAnim">
        <pc:chgData name="Wojtek Krakowiak" userId="f72a0bb3b8a70e05" providerId="LiveId" clId="{D2A1F849-FA6A-4ECC-9EE5-AD1888904D18}" dt="2025-03-08T11:36:54.138" v="1617"/>
        <pc:sldMkLst>
          <pc:docMk/>
          <pc:sldMk cId="732141329" sldId="1555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501863080" sldId="1555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2504290" sldId="1556"/>
        </pc:sldMkLst>
      </pc:sldChg>
      <pc:sldChg chg="addSp delSp modSp add mod delAnim modAnim">
        <pc:chgData name="Wojtek Krakowiak" userId="f72a0bb3b8a70e05" providerId="LiveId" clId="{D2A1F849-FA6A-4ECC-9EE5-AD1888904D18}" dt="2025-03-08T11:37:46.216" v="1638"/>
        <pc:sldMkLst>
          <pc:docMk/>
          <pc:sldMk cId="3065717045" sldId="1556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2311367034" sldId="1557"/>
        </pc:sldMkLst>
      </pc:sldChg>
      <pc:sldChg chg="addSp delSp modSp add mod delAnim modAnim">
        <pc:chgData name="Wojtek Krakowiak" userId="f72a0bb3b8a70e05" providerId="LiveId" clId="{D2A1F849-FA6A-4ECC-9EE5-AD1888904D18}" dt="2025-03-08T11:39:39.502" v="1693"/>
        <pc:sldMkLst>
          <pc:docMk/>
          <pc:sldMk cId="3403592122" sldId="1557"/>
        </pc:sldMkLst>
      </pc:sldChg>
      <pc:sldChg chg="addSp delSp modSp add mod delAnim modAnim">
        <pc:chgData name="Wojtek Krakowiak" userId="f72a0bb3b8a70e05" providerId="LiveId" clId="{D2A1F849-FA6A-4ECC-9EE5-AD1888904D18}" dt="2025-03-08T11:41:39.884" v="1755"/>
        <pc:sldMkLst>
          <pc:docMk/>
          <pc:sldMk cId="2879268538" sldId="1558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3414406660" sldId="1558"/>
        </pc:sldMkLst>
      </pc:sldChg>
      <pc:sldChg chg="addSp delSp modSp add mod delAnim modAnim">
        <pc:chgData name="Wojtek Krakowiak" userId="f72a0bb3b8a70e05" providerId="LiveId" clId="{D2A1F849-FA6A-4ECC-9EE5-AD1888904D18}" dt="2025-03-08T11:42:45.487" v="1779"/>
        <pc:sldMkLst>
          <pc:docMk/>
          <pc:sldMk cId="1277293159" sldId="1559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3555794372" sldId="1559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424784778" sldId="1560"/>
        </pc:sldMkLst>
      </pc:sldChg>
      <pc:sldChg chg="addSp delSp modSp add mod delAnim modAnim">
        <pc:chgData name="Wojtek Krakowiak" userId="f72a0bb3b8a70e05" providerId="LiveId" clId="{D2A1F849-FA6A-4ECC-9EE5-AD1888904D18}" dt="2025-03-08T11:45:36.861" v="1828" actId="1076"/>
        <pc:sldMkLst>
          <pc:docMk/>
          <pc:sldMk cId="3892357205" sldId="1560"/>
        </pc:sldMkLst>
      </pc:sldChg>
      <pc:sldChg chg="addSp delSp modSp add mod delAnim modAnim">
        <pc:chgData name="Wojtek Krakowiak" userId="f72a0bb3b8a70e05" providerId="LiveId" clId="{D2A1F849-FA6A-4ECC-9EE5-AD1888904D18}" dt="2025-03-08T11:46:33.654" v="1848" actId="313"/>
        <pc:sldMkLst>
          <pc:docMk/>
          <pc:sldMk cId="1607704289" sldId="1561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3765158168" sldId="1561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800344405" sldId="1562"/>
        </pc:sldMkLst>
      </pc:sldChg>
      <pc:sldChg chg="addSp delSp modSp add mod delAnim modAnim">
        <pc:chgData name="Wojtek Krakowiak" userId="f72a0bb3b8a70e05" providerId="LiveId" clId="{D2A1F849-FA6A-4ECC-9EE5-AD1888904D18}" dt="2025-03-08T12:06:08.211" v="1939"/>
        <pc:sldMkLst>
          <pc:docMk/>
          <pc:sldMk cId="2013699484" sldId="1562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2041792437" sldId="1563"/>
        </pc:sldMkLst>
      </pc:sldChg>
      <pc:sldChg chg="addSp delSp modSp add mod delAnim modAnim">
        <pc:chgData name="Wojtek Krakowiak" userId="f72a0bb3b8a70e05" providerId="LiveId" clId="{D2A1F849-FA6A-4ECC-9EE5-AD1888904D18}" dt="2025-03-08T12:07:40.785" v="1983"/>
        <pc:sldMkLst>
          <pc:docMk/>
          <pc:sldMk cId="2171473284" sldId="1563"/>
        </pc:sldMkLst>
      </pc:sldChg>
      <pc:sldChg chg="addSp delSp modSp add mod delAnim modAnim">
        <pc:chgData name="Wojtek Krakowiak" userId="f72a0bb3b8a70e05" providerId="LiveId" clId="{D2A1F849-FA6A-4ECC-9EE5-AD1888904D18}" dt="2025-03-08T12:15:07.262" v="2018"/>
        <pc:sldMkLst>
          <pc:docMk/>
          <pc:sldMk cId="1508923456" sldId="1564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739061898" sldId="1564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516708209" sldId="1565"/>
        </pc:sldMkLst>
      </pc:sldChg>
      <pc:sldChg chg="addSp delSp modSp add mod delAnim modAnim">
        <pc:chgData name="Wojtek Krakowiak" userId="f72a0bb3b8a70e05" providerId="LiveId" clId="{D2A1F849-FA6A-4ECC-9EE5-AD1888904D18}" dt="2025-03-08T12:19:02.310" v="2066"/>
        <pc:sldMkLst>
          <pc:docMk/>
          <pc:sldMk cId="2987602977" sldId="1565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530830810" sldId="1566"/>
        </pc:sldMkLst>
      </pc:sldChg>
      <pc:sldChg chg="addSp delSp modSp add mod delAnim modAnim">
        <pc:chgData name="Wojtek Krakowiak" userId="f72a0bb3b8a70e05" providerId="LiveId" clId="{D2A1F849-FA6A-4ECC-9EE5-AD1888904D18}" dt="2025-03-08T12:22:07.927" v="2105" actId="20577"/>
        <pc:sldMkLst>
          <pc:docMk/>
          <pc:sldMk cId="4120121672" sldId="1566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2479056774" sldId="1567"/>
        </pc:sldMkLst>
      </pc:sldChg>
      <pc:sldChg chg="addSp delSp modSp add mod delAnim modAnim">
        <pc:chgData name="Wojtek Krakowiak" userId="f72a0bb3b8a70e05" providerId="LiveId" clId="{D2A1F849-FA6A-4ECC-9EE5-AD1888904D18}" dt="2025-03-08T14:21:27.037" v="2162"/>
        <pc:sldMkLst>
          <pc:docMk/>
          <pc:sldMk cId="3525749262" sldId="1567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3732867320" sldId="1568"/>
        </pc:sldMkLst>
      </pc:sldChg>
      <pc:sldChg chg="addSp delSp modSp add mod delAnim modAnim">
        <pc:chgData name="Wojtek Krakowiak" userId="f72a0bb3b8a70e05" providerId="LiveId" clId="{D2A1F849-FA6A-4ECC-9EE5-AD1888904D18}" dt="2025-03-08T14:33:53.142" v="2282"/>
        <pc:sldMkLst>
          <pc:docMk/>
          <pc:sldMk cId="4097686626" sldId="1568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632964383" sldId="1569"/>
        </pc:sldMkLst>
      </pc:sldChg>
      <pc:sldChg chg="addSp delSp modSp add mod delAnim modAnim">
        <pc:chgData name="Wojtek Krakowiak" userId="f72a0bb3b8a70e05" providerId="LiveId" clId="{D2A1F849-FA6A-4ECC-9EE5-AD1888904D18}" dt="2025-03-08T14:38:50.946" v="2329"/>
        <pc:sldMkLst>
          <pc:docMk/>
          <pc:sldMk cId="1448206212" sldId="1569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2587791275" sldId="1570"/>
        </pc:sldMkLst>
      </pc:sldChg>
      <pc:sldChg chg="addSp delSp modSp add mod delAnim modAnim">
        <pc:chgData name="Wojtek Krakowiak" userId="f72a0bb3b8a70e05" providerId="LiveId" clId="{D2A1F849-FA6A-4ECC-9EE5-AD1888904D18}" dt="2025-03-08T14:50:36.583" v="2400"/>
        <pc:sldMkLst>
          <pc:docMk/>
          <pc:sldMk cId="3756819394" sldId="1570"/>
        </pc:sldMkLst>
      </pc:sldChg>
      <pc:sldChg chg="addSp modSp add mod modAnim">
        <pc:chgData name="Wojtek Krakowiak" userId="f72a0bb3b8a70e05" providerId="LiveId" clId="{D2A1F849-FA6A-4ECC-9EE5-AD1888904D18}" dt="2025-03-09T11:20:14.536" v="7012"/>
        <pc:sldMkLst>
          <pc:docMk/>
          <pc:sldMk cId="1569544435" sldId="1571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3285547036" sldId="1571"/>
        </pc:sldMkLst>
      </pc:sldChg>
      <pc:sldChg chg="addSp delSp modSp add mod delAnim modAnim">
        <pc:chgData name="Wojtek Krakowiak" userId="f72a0bb3b8a70e05" providerId="LiveId" clId="{D2A1F849-FA6A-4ECC-9EE5-AD1888904D18}" dt="2025-03-08T14:57:59.959" v="2615" actId="20577"/>
        <pc:sldMkLst>
          <pc:docMk/>
          <pc:sldMk cId="736936759" sldId="1572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478791410" sldId="1573"/>
        </pc:sldMkLst>
      </pc:sldChg>
      <pc:sldChg chg="addSp delSp modSp add mod delAnim modAnim">
        <pc:chgData name="Wojtek Krakowiak" userId="f72a0bb3b8a70e05" providerId="LiveId" clId="{D2A1F849-FA6A-4ECC-9EE5-AD1888904D18}" dt="2025-03-08T14:59:16.155" v="2637"/>
        <pc:sldMkLst>
          <pc:docMk/>
          <pc:sldMk cId="2987428697" sldId="1573"/>
        </pc:sldMkLst>
      </pc:sldChg>
      <pc:sldChg chg="addSp delSp modSp add mod delAnim modAnim">
        <pc:chgData name="Wojtek Krakowiak" userId="f72a0bb3b8a70e05" providerId="LiveId" clId="{D2A1F849-FA6A-4ECC-9EE5-AD1888904D18}" dt="2025-03-08T15:10:08.108" v="2718"/>
        <pc:sldMkLst>
          <pc:docMk/>
          <pc:sldMk cId="1927266830" sldId="1574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2095261619" sldId="1574"/>
        </pc:sldMkLst>
      </pc:sldChg>
      <pc:sldChg chg="addSp delSp modSp add mod delAnim modAnim">
        <pc:chgData name="Wojtek Krakowiak" userId="f72a0bb3b8a70e05" providerId="LiveId" clId="{D2A1F849-FA6A-4ECC-9EE5-AD1888904D18}" dt="2025-03-08T15:14:28.139" v="2851"/>
        <pc:sldMkLst>
          <pc:docMk/>
          <pc:sldMk cId="1541792995" sldId="1575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2492969806" sldId="1575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4028098646" sldId="1576"/>
        </pc:sldMkLst>
      </pc:sldChg>
      <pc:sldChg chg="addSp delSp modSp add mod delAnim modAnim">
        <pc:chgData name="Wojtek Krakowiak" userId="f72a0bb3b8a70e05" providerId="LiveId" clId="{D2A1F849-FA6A-4ECC-9EE5-AD1888904D18}" dt="2025-03-08T15:23:43.192" v="2933"/>
        <pc:sldMkLst>
          <pc:docMk/>
          <pc:sldMk cId="4221024016" sldId="1576"/>
        </pc:sldMkLst>
      </pc:sldChg>
      <pc:sldChg chg="addSp delSp modSp add mod delAnim modAnim">
        <pc:chgData name="Wojtek Krakowiak" userId="f72a0bb3b8a70e05" providerId="LiveId" clId="{D2A1F849-FA6A-4ECC-9EE5-AD1888904D18}" dt="2025-03-08T15:26:18.873" v="2994"/>
        <pc:sldMkLst>
          <pc:docMk/>
          <pc:sldMk cId="943952592" sldId="1577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315173997" sldId="1577"/>
        </pc:sldMkLst>
      </pc:sldChg>
      <pc:sldChg chg="addSp delSp modSp add mod delAnim modAnim">
        <pc:chgData name="Wojtek Krakowiak" userId="f72a0bb3b8a70e05" providerId="LiveId" clId="{D2A1F849-FA6A-4ECC-9EE5-AD1888904D18}" dt="2025-03-08T15:45:12.197" v="3082"/>
        <pc:sldMkLst>
          <pc:docMk/>
          <pc:sldMk cId="3689593310" sldId="1578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4126715504" sldId="1578"/>
        </pc:sldMkLst>
      </pc:sldChg>
      <pc:sldChg chg="addSp delSp modSp add mod delAnim modAnim">
        <pc:chgData name="Wojtek Krakowiak" userId="f72a0bb3b8a70e05" providerId="LiveId" clId="{D2A1F849-FA6A-4ECC-9EE5-AD1888904D18}" dt="2025-03-08T15:49:57.111" v="3165"/>
        <pc:sldMkLst>
          <pc:docMk/>
          <pc:sldMk cId="1045524629" sldId="1579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3748469286" sldId="1579"/>
        </pc:sldMkLst>
      </pc:sldChg>
      <pc:sldChg chg="addSp delSp modSp add mod delAnim modAnim">
        <pc:chgData name="Wojtek Krakowiak" userId="f72a0bb3b8a70e05" providerId="LiveId" clId="{D2A1F849-FA6A-4ECC-9EE5-AD1888904D18}" dt="2025-03-08T15:53:13.309" v="3227" actId="20577"/>
        <pc:sldMkLst>
          <pc:docMk/>
          <pc:sldMk cId="330146012" sldId="1580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689172269" sldId="1580"/>
        </pc:sldMkLst>
      </pc:sldChg>
      <pc:sldChg chg="addSp delSp modSp add mod delAnim modAnim">
        <pc:chgData name="Wojtek Krakowiak" userId="f72a0bb3b8a70e05" providerId="LiveId" clId="{D2A1F849-FA6A-4ECC-9EE5-AD1888904D18}" dt="2025-03-08T16:10:28.958" v="3276" actId="20577"/>
        <pc:sldMkLst>
          <pc:docMk/>
          <pc:sldMk cId="509290382" sldId="1581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838098554" sldId="1581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913175927" sldId="1582"/>
        </pc:sldMkLst>
      </pc:sldChg>
      <pc:sldChg chg="addSp delSp modSp add mod delAnim modAnim">
        <pc:chgData name="Wojtek Krakowiak" userId="f72a0bb3b8a70e05" providerId="LiveId" clId="{D2A1F849-FA6A-4ECC-9EE5-AD1888904D18}" dt="2025-03-08T16:13:05.788" v="3306"/>
        <pc:sldMkLst>
          <pc:docMk/>
          <pc:sldMk cId="3833109333" sldId="1582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2144114491" sldId="1583"/>
        </pc:sldMkLst>
      </pc:sldChg>
      <pc:sldChg chg="addSp delSp modSp add mod delAnim modAnim">
        <pc:chgData name="Wojtek Krakowiak" userId="f72a0bb3b8a70e05" providerId="LiveId" clId="{D2A1F849-FA6A-4ECC-9EE5-AD1888904D18}" dt="2025-03-08T16:19:30.575" v="3433"/>
        <pc:sldMkLst>
          <pc:docMk/>
          <pc:sldMk cId="3856895799" sldId="1583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820319726" sldId="1584"/>
        </pc:sldMkLst>
      </pc:sldChg>
      <pc:sldChg chg="modSp add mod ord">
        <pc:chgData name="Wojtek Krakowiak" userId="f72a0bb3b8a70e05" providerId="LiveId" clId="{D2A1F849-FA6A-4ECC-9EE5-AD1888904D18}" dt="2025-03-08T16:16:39.759" v="3378"/>
        <pc:sldMkLst>
          <pc:docMk/>
          <pc:sldMk cId="3591784056" sldId="1584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342534139" sldId="1585"/>
        </pc:sldMkLst>
      </pc:sldChg>
      <pc:sldChg chg="addSp delSp modSp add mod delAnim modAnim">
        <pc:chgData name="Wojtek Krakowiak" userId="f72a0bb3b8a70e05" providerId="LiveId" clId="{D2A1F849-FA6A-4ECC-9EE5-AD1888904D18}" dt="2025-03-08T16:21:14.764" v="3497" actId="20577"/>
        <pc:sldMkLst>
          <pc:docMk/>
          <pc:sldMk cId="3061696511" sldId="1585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438042858" sldId="1586"/>
        </pc:sldMkLst>
      </pc:sldChg>
      <pc:sldChg chg="addSp delSp modSp add mod delAnim modAnim">
        <pc:chgData name="Wojtek Krakowiak" userId="f72a0bb3b8a70e05" providerId="LiveId" clId="{D2A1F849-FA6A-4ECC-9EE5-AD1888904D18}" dt="2025-03-08T16:24:12.869" v="3525"/>
        <pc:sldMkLst>
          <pc:docMk/>
          <pc:sldMk cId="4144661682" sldId="1586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628176765" sldId="1587"/>
        </pc:sldMkLst>
      </pc:sldChg>
      <pc:sldChg chg="addSp delSp modSp add mod delAnim modAnim">
        <pc:chgData name="Wojtek Krakowiak" userId="f72a0bb3b8a70e05" providerId="LiveId" clId="{D2A1F849-FA6A-4ECC-9EE5-AD1888904D18}" dt="2025-03-08T17:37:51.320" v="3554"/>
        <pc:sldMkLst>
          <pc:docMk/>
          <pc:sldMk cId="3629129854" sldId="1587"/>
        </pc:sldMkLst>
      </pc:sldChg>
      <pc:sldChg chg="addSp delSp modSp add mod delAnim modAnim">
        <pc:chgData name="Wojtek Krakowiak" userId="f72a0bb3b8a70e05" providerId="LiveId" clId="{D2A1F849-FA6A-4ECC-9EE5-AD1888904D18}" dt="2025-03-08T17:40:48.280" v="3594"/>
        <pc:sldMkLst>
          <pc:docMk/>
          <pc:sldMk cId="387206446" sldId="1588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4068965496" sldId="1588"/>
        </pc:sldMkLst>
      </pc:sldChg>
      <pc:sldChg chg="addSp delSp modSp add mod delAnim modAnim">
        <pc:chgData name="Wojtek Krakowiak" userId="f72a0bb3b8a70e05" providerId="LiveId" clId="{D2A1F849-FA6A-4ECC-9EE5-AD1888904D18}" dt="2025-03-08T17:58:27.372" v="3665"/>
        <pc:sldMkLst>
          <pc:docMk/>
          <pc:sldMk cId="1992273421" sldId="1589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2520453097" sldId="1589"/>
        </pc:sldMkLst>
      </pc:sldChg>
      <pc:sldChg chg="addSp delSp modSp add mod delAnim modAnim">
        <pc:chgData name="Wojtek Krakowiak" userId="f72a0bb3b8a70e05" providerId="LiveId" clId="{D2A1F849-FA6A-4ECC-9EE5-AD1888904D18}" dt="2025-03-08T18:07:51.098" v="3711"/>
        <pc:sldMkLst>
          <pc:docMk/>
          <pc:sldMk cId="642870891" sldId="1590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945882774" sldId="1590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2412664230" sldId="1591"/>
        </pc:sldMkLst>
      </pc:sldChg>
      <pc:sldChg chg="addSp delSp modSp add mod delAnim modAnim">
        <pc:chgData name="Wojtek Krakowiak" userId="f72a0bb3b8a70e05" providerId="LiveId" clId="{D2A1F849-FA6A-4ECC-9EE5-AD1888904D18}" dt="2025-03-08T18:10:53.219" v="3779"/>
        <pc:sldMkLst>
          <pc:docMk/>
          <pc:sldMk cId="3266167472" sldId="1591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567929554" sldId="1592"/>
        </pc:sldMkLst>
      </pc:sldChg>
      <pc:sldChg chg="addSp delSp modSp add mod delAnim modAnim">
        <pc:chgData name="Wojtek Krakowiak" userId="f72a0bb3b8a70e05" providerId="LiveId" clId="{D2A1F849-FA6A-4ECC-9EE5-AD1888904D18}" dt="2025-03-08T18:26:15.907" v="3891"/>
        <pc:sldMkLst>
          <pc:docMk/>
          <pc:sldMk cId="1061940950" sldId="1592"/>
        </pc:sldMkLst>
      </pc:sldChg>
      <pc:sldChg chg="addSp delSp modSp add mod delAnim modAnim">
        <pc:chgData name="Wojtek Krakowiak" userId="f72a0bb3b8a70e05" providerId="LiveId" clId="{D2A1F849-FA6A-4ECC-9EE5-AD1888904D18}" dt="2025-03-08T18:28:55.612" v="3975"/>
        <pc:sldMkLst>
          <pc:docMk/>
          <pc:sldMk cId="440322447" sldId="1593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778484339" sldId="1593"/>
        </pc:sldMkLst>
      </pc:sldChg>
      <pc:sldChg chg="addSp delSp modSp add mod delAnim modAnim">
        <pc:chgData name="Wojtek Krakowiak" userId="f72a0bb3b8a70e05" providerId="LiveId" clId="{D2A1F849-FA6A-4ECC-9EE5-AD1888904D18}" dt="2025-03-09T11:23:37.078" v="7015" actId="20577"/>
        <pc:sldMkLst>
          <pc:docMk/>
          <pc:sldMk cId="491935897" sldId="1594"/>
        </pc:sldMkLst>
      </pc:sldChg>
      <pc:sldChg chg="del">
        <pc:chgData name="Wojtek Krakowiak" userId="f72a0bb3b8a70e05" providerId="LiveId" clId="{D2A1F849-FA6A-4ECC-9EE5-AD1888904D18}" dt="2025-03-08T09:36:27.459" v="0" actId="47"/>
        <pc:sldMkLst>
          <pc:docMk/>
          <pc:sldMk cId="1455244613" sldId="1594"/>
        </pc:sldMkLst>
      </pc:sldChg>
      <pc:sldChg chg="addSp delSp modSp add mod delAnim modAnim">
        <pc:chgData name="Wojtek Krakowiak" userId="f72a0bb3b8a70e05" providerId="LiveId" clId="{D2A1F849-FA6A-4ECC-9EE5-AD1888904D18}" dt="2025-03-08T18:34:23.424" v="4107"/>
        <pc:sldMkLst>
          <pc:docMk/>
          <pc:sldMk cId="3815192429" sldId="1595"/>
        </pc:sldMkLst>
      </pc:sldChg>
      <pc:sldChg chg="addSp delSp modSp add mod delAnim modAnim">
        <pc:chgData name="Wojtek Krakowiak" userId="f72a0bb3b8a70e05" providerId="LiveId" clId="{D2A1F849-FA6A-4ECC-9EE5-AD1888904D18}" dt="2025-03-08T18:37:15.691" v="4169" actId="20577"/>
        <pc:sldMkLst>
          <pc:docMk/>
          <pc:sldMk cId="1269085412" sldId="1596"/>
        </pc:sldMkLst>
      </pc:sldChg>
      <pc:sldChg chg="addSp delSp modSp add mod delAnim modAnim">
        <pc:chgData name="Wojtek Krakowiak" userId="f72a0bb3b8a70e05" providerId="LiveId" clId="{D2A1F849-FA6A-4ECC-9EE5-AD1888904D18}" dt="2025-03-08T18:38:41.160" v="4202"/>
        <pc:sldMkLst>
          <pc:docMk/>
          <pc:sldMk cId="663319708" sldId="1597"/>
        </pc:sldMkLst>
      </pc:sldChg>
      <pc:sldChg chg="addSp modSp add del mod modAnim">
        <pc:chgData name="Wojtek Krakowiak" userId="f72a0bb3b8a70e05" providerId="LiveId" clId="{D2A1F849-FA6A-4ECC-9EE5-AD1888904D18}" dt="2025-03-08T18:40:00.326" v="4253" actId="47"/>
        <pc:sldMkLst>
          <pc:docMk/>
          <pc:sldMk cId="1536001626" sldId="1598"/>
        </pc:sldMkLst>
      </pc:sldChg>
      <pc:sldChg chg="add">
        <pc:chgData name="Wojtek Krakowiak" userId="f72a0bb3b8a70e05" providerId="LiveId" clId="{D2A1F849-FA6A-4ECC-9EE5-AD1888904D18}" dt="2025-03-08T18:38:51.652" v="4211"/>
        <pc:sldMkLst>
          <pc:docMk/>
          <pc:sldMk cId="134774031" sldId="1599"/>
        </pc:sldMkLst>
      </pc:sldChg>
      <pc:sldChg chg="addSp delSp modSp add mod delAnim modAnim">
        <pc:chgData name="Wojtek Krakowiak" userId="f72a0bb3b8a70e05" providerId="LiveId" clId="{D2A1F849-FA6A-4ECC-9EE5-AD1888904D18}" dt="2025-03-08T18:41:06.211" v="4313" actId="20577"/>
        <pc:sldMkLst>
          <pc:docMk/>
          <pc:sldMk cId="4186722137" sldId="1600"/>
        </pc:sldMkLst>
      </pc:sldChg>
      <pc:sldChg chg="addSp delSp modSp add mod delAnim modAnim">
        <pc:chgData name="Wojtek Krakowiak" userId="f72a0bb3b8a70e05" providerId="LiveId" clId="{D2A1F849-FA6A-4ECC-9EE5-AD1888904D18}" dt="2025-03-08T18:44:57.798" v="4360" actId="20577"/>
        <pc:sldMkLst>
          <pc:docMk/>
          <pc:sldMk cId="3958520734" sldId="1601"/>
        </pc:sldMkLst>
      </pc:sldChg>
      <pc:sldChg chg="addSp delSp modSp add mod delAnim modAnim">
        <pc:chgData name="Wojtek Krakowiak" userId="f72a0bb3b8a70e05" providerId="LiveId" clId="{D2A1F849-FA6A-4ECC-9EE5-AD1888904D18}" dt="2025-03-08T18:47:45.929" v="4440"/>
        <pc:sldMkLst>
          <pc:docMk/>
          <pc:sldMk cId="1951382734" sldId="1602"/>
        </pc:sldMkLst>
      </pc:sldChg>
      <pc:sldChg chg="addSp delSp modSp add mod delAnim modAnim">
        <pc:chgData name="Wojtek Krakowiak" userId="f72a0bb3b8a70e05" providerId="LiveId" clId="{D2A1F849-FA6A-4ECC-9EE5-AD1888904D18}" dt="2025-03-08T18:51:39.089" v="4510" actId="20577"/>
        <pc:sldMkLst>
          <pc:docMk/>
          <pc:sldMk cId="2550210975" sldId="1603"/>
        </pc:sldMkLst>
      </pc:sldChg>
      <pc:sldChg chg="addSp delSp modSp add mod delAnim modAnim">
        <pc:chgData name="Wojtek Krakowiak" userId="f72a0bb3b8a70e05" providerId="LiveId" clId="{D2A1F849-FA6A-4ECC-9EE5-AD1888904D18}" dt="2025-03-08T18:54:07.306" v="4589" actId="313"/>
        <pc:sldMkLst>
          <pc:docMk/>
          <pc:sldMk cId="2023490116" sldId="1604"/>
        </pc:sldMkLst>
      </pc:sldChg>
      <pc:sldChg chg="addSp delSp modSp add mod delAnim modAnim">
        <pc:chgData name="Wojtek Krakowiak" userId="f72a0bb3b8a70e05" providerId="LiveId" clId="{D2A1F849-FA6A-4ECC-9EE5-AD1888904D18}" dt="2025-03-08T20:16:28.056" v="4669"/>
        <pc:sldMkLst>
          <pc:docMk/>
          <pc:sldMk cId="1316636497" sldId="1605"/>
        </pc:sldMkLst>
      </pc:sldChg>
      <pc:sldChg chg="addSp delSp modSp add mod delAnim modAnim">
        <pc:chgData name="Wojtek Krakowiak" userId="f72a0bb3b8a70e05" providerId="LiveId" clId="{D2A1F849-FA6A-4ECC-9EE5-AD1888904D18}" dt="2025-03-08T20:31:56.939" v="4771" actId="20577"/>
        <pc:sldMkLst>
          <pc:docMk/>
          <pc:sldMk cId="2634230027" sldId="1606"/>
        </pc:sldMkLst>
      </pc:sldChg>
      <pc:sldChg chg="addSp delSp modSp add mod delAnim modAnim">
        <pc:chgData name="Wojtek Krakowiak" userId="f72a0bb3b8a70e05" providerId="LiveId" clId="{D2A1F849-FA6A-4ECC-9EE5-AD1888904D18}" dt="2025-03-08T20:38:02.282" v="4829"/>
        <pc:sldMkLst>
          <pc:docMk/>
          <pc:sldMk cId="2673836127" sldId="1607"/>
        </pc:sldMkLst>
      </pc:sldChg>
      <pc:sldChg chg="addSp delSp modSp add mod delAnim modAnim">
        <pc:chgData name="Wojtek Krakowiak" userId="f72a0bb3b8a70e05" providerId="LiveId" clId="{D2A1F849-FA6A-4ECC-9EE5-AD1888904D18}" dt="2025-03-08T20:48:06.348" v="4882" actId="20577"/>
        <pc:sldMkLst>
          <pc:docMk/>
          <pc:sldMk cId="4116194463" sldId="1608"/>
        </pc:sldMkLst>
      </pc:sldChg>
      <pc:sldChg chg="addSp delSp modSp add mod delAnim modAnim">
        <pc:chgData name="Wojtek Krakowiak" userId="f72a0bb3b8a70e05" providerId="LiveId" clId="{D2A1F849-FA6A-4ECC-9EE5-AD1888904D18}" dt="2025-03-08T20:50:58.221" v="4936" actId="20577"/>
        <pc:sldMkLst>
          <pc:docMk/>
          <pc:sldMk cId="3506241125" sldId="1609"/>
        </pc:sldMkLst>
      </pc:sldChg>
      <pc:sldChg chg="modSp add mod">
        <pc:chgData name="Wojtek Krakowiak" userId="f72a0bb3b8a70e05" providerId="LiveId" clId="{D2A1F849-FA6A-4ECC-9EE5-AD1888904D18}" dt="2025-03-08T20:51:26.821" v="4947" actId="20577"/>
        <pc:sldMkLst>
          <pc:docMk/>
          <pc:sldMk cId="4255752264" sldId="1610"/>
        </pc:sldMkLst>
      </pc:sldChg>
      <pc:sldChg chg="addSp delSp modSp add mod delAnim modAnim">
        <pc:chgData name="Wojtek Krakowiak" userId="f72a0bb3b8a70e05" providerId="LiveId" clId="{D2A1F849-FA6A-4ECC-9EE5-AD1888904D18}" dt="2025-03-08T20:59:21.079" v="5009"/>
        <pc:sldMkLst>
          <pc:docMk/>
          <pc:sldMk cId="2505582931" sldId="1611"/>
        </pc:sldMkLst>
      </pc:sldChg>
      <pc:sldChg chg="addSp delSp modSp add mod delAnim modAnim">
        <pc:chgData name="Wojtek Krakowiak" userId="f72a0bb3b8a70e05" providerId="LiveId" clId="{D2A1F849-FA6A-4ECC-9EE5-AD1888904D18}" dt="2025-03-08T22:11:31.456" v="5110"/>
        <pc:sldMkLst>
          <pc:docMk/>
          <pc:sldMk cId="347948275" sldId="1612"/>
        </pc:sldMkLst>
      </pc:sldChg>
      <pc:sldChg chg="addSp delSp modSp add mod delAnim modAnim">
        <pc:chgData name="Wojtek Krakowiak" userId="f72a0bb3b8a70e05" providerId="LiveId" clId="{D2A1F849-FA6A-4ECC-9EE5-AD1888904D18}" dt="2025-03-08T22:12:57.306" v="5169"/>
        <pc:sldMkLst>
          <pc:docMk/>
          <pc:sldMk cId="1971970984" sldId="1613"/>
        </pc:sldMkLst>
      </pc:sldChg>
      <pc:sldChg chg="addSp delSp modSp add mod delAnim modAnim">
        <pc:chgData name="Wojtek Krakowiak" userId="f72a0bb3b8a70e05" providerId="LiveId" clId="{D2A1F849-FA6A-4ECC-9EE5-AD1888904D18}" dt="2025-03-08T22:14:53.972" v="5220" actId="20577"/>
        <pc:sldMkLst>
          <pc:docMk/>
          <pc:sldMk cId="1548287472" sldId="1614"/>
        </pc:sldMkLst>
      </pc:sldChg>
      <pc:sldChg chg="addSp delSp modSp add mod delAnim modAnim">
        <pc:chgData name="Wojtek Krakowiak" userId="f72a0bb3b8a70e05" providerId="LiveId" clId="{D2A1F849-FA6A-4ECC-9EE5-AD1888904D18}" dt="2025-03-08T23:05:36.958" v="5258"/>
        <pc:sldMkLst>
          <pc:docMk/>
          <pc:sldMk cId="1241269980" sldId="1615"/>
        </pc:sldMkLst>
      </pc:sldChg>
      <pc:sldChg chg="add del">
        <pc:chgData name="Wojtek Krakowiak" userId="f72a0bb3b8a70e05" providerId="LiveId" clId="{D2A1F849-FA6A-4ECC-9EE5-AD1888904D18}" dt="2025-03-08T22:15:07.706" v="5222" actId="47"/>
        <pc:sldMkLst>
          <pc:docMk/>
          <pc:sldMk cId="1739050425" sldId="1615"/>
        </pc:sldMkLst>
      </pc:sldChg>
      <pc:sldChg chg="addSp delSp modSp add mod delAnim modAnim">
        <pc:chgData name="Wojtek Krakowiak" userId="f72a0bb3b8a70e05" providerId="LiveId" clId="{D2A1F849-FA6A-4ECC-9EE5-AD1888904D18}" dt="2025-03-08T23:07:57.141" v="5286" actId="20577"/>
        <pc:sldMkLst>
          <pc:docMk/>
          <pc:sldMk cId="2277206092" sldId="1616"/>
        </pc:sldMkLst>
      </pc:sldChg>
      <pc:sldChg chg="addSp delSp modSp add mod delAnim modAnim">
        <pc:chgData name="Wojtek Krakowiak" userId="f72a0bb3b8a70e05" providerId="LiveId" clId="{D2A1F849-FA6A-4ECC-9EE5-AD1888904D18}" dt="2025-03-08T23:10:34.608" v="5320"/>
        <pc:sldMkLst>
          <pc:docMk/>
          <pc:sldMk cId="1980950686" sldId="1617"/>
        </pc:sldMkLst>
      </pc:sldChg>
      <pc:sldChg chg="addSp delSp modSp add mod delAnim modAnim">
        <pc:chgData name="Wojtek Krakowiak" userId="f72a0bb3b8a70e05" providerId="LiveId" clId="{D2A1F849-FA6A-4ECC-9EE5-AD1888904D18}" dt="2025-03-08T23:16:19.030" v="5385" actId="20577"/>
        <pc:sldMkLst>
          <pc:docMk/>
          <pc:sldMk cId="2160510134" sldId="1618"/>
        </pc:sldMkLst>
      </pc:sldChg>
      <pc:sldChg chg="addSp delSp modSp add mod delAnim modAnim">
        <pc:chgData name="Wojtek Krakowiak" userId="f72a0bb3b8a70e05" providerId="LiveId" clId="{D2A1F849-FA6A-4ECC-9EE5-AD1888904D18}" dt="2025-03-08T23:17:39.960" v="5430"/>
        <pc:sldMkLst>
          <pc:docMk/>
          <pc:sldMk cId="3307166416" sldId="1619"/>
        </pc:sldMkLst>
      </pc:sldChg>
      <pc:sldChg chg="addSp delSp modSp add mod delAnim modAnim">
        <pc:chgData name="Wojtek Krakowiak" userId="f72a0bb3b8a70e05" providerId="LiveId" clId="{D2A1F849-FA6A-4ECC-9EE5-AD1888904D18}" dt="2025-03-08T23:18:59.670" v="5471" actId="20577"/>
        <pc:sldMkLst>
          <pc:docMk/>
          <pc:sldMk cId="598708290" sldId="1620"/>
        </pc:sldMkLst>
      </pc:sldChg>
      <pc:sldChg chg="addSp delSp modSp add mod delAnim modAnim">
        <pc:chgData name="Wojtek Krakowiak" userId="f72a0bb3b8a70e05" providerId="LiveId" clId="{D2A1F849-FA6A-4ECC-9EE5-AD1888904D18}" dt="2025-03-08T23:21:15.962" v="5511"/>
        <pc:sldMkLst>
          <pc:docMk/>
          <pc:sldMk cId="1659969583" sldId="1621"/>
        </pc:sldMkLst>
      </pc:sldChg>
      <pc:sldChg chg="addSp delSp modSp add mod delAnim modAnim">
        <pc:chgData name="Wojtek Krakowiak" userId="f72a0bb3b8a70e05" providerId="LiveId" clId="{D2A1F849-FA6A-4ECC-9EE5-AD1888904D18}" dt="2025-03-08T23:23:47.850" v="5556" actId="20577"/>
        <pc:sldMkLst>
          <pc:docMk/>
          <pc:sldMk cId="442522644" sldId="1622"/>
        </pc:sldMkLst>
      </pc:sldChg>
      <pc:sldChg chg="addSp delSp modSp add mod delAnim modAnim">
        <pc:chgData name="Wojtek Krakowiak" userId="f72a0bb3b8a70e05" providerId="LiveId" clId="{D2A1F849-FA6A-4ECC-9EE5-AD1888904D18}" dt="2025-03-09T08:37:51.179" v="5595"/>
        <pc:sldMkLst>
          <pc:docMk/>
          <pc:sldMk cId="110212186" sldId="1623"/>
        </pc:sldMkLst>
      </pc:sldChg>
      <pc:sldChg chg="addSp delSp modSp add mod delAnim modAnim">
        <pc:chgData name="Wojtek Krakowiak" userId="f72a0bb3b8a70e05" providerId="LiveId" clId="{D2A1F849-FA6A-4ECC-9EE5-AD1888904D18}" dt="2025-03-09T08:39:40.258" v="5624"/>
        <pc:sldMkLst>
          <pc:docMk/>
          <pc:sldMk cId="1713820528" sldId="1624"/>
        </pc:sldMkLst>
      </pc:sldChg>
      <pc:sldChg chg="addSp delSp modSp add mod delAnim modAnim">
        <pc:chgData name="Wojtek Krakowiak" userId="f72a0bb3b8a70e05" providerId="LiveId" clId="{D2A1F849-FA6A-4ECC-9EE5-AD1888904D18}" dt="2025-03-09T08:42:58.822" v="5650"/>
        <pc:sldMkLst>
          <pc:docMk/>
          <pc:sldMk cId="372970735" sldId="1625"/>
        </pc:sldMkLst>
      </pc:sldChg>
      <pc:sldChg chg="add del">
        <pc:chgData name="Wojtek Krakowiak" userId="f72a0bb3b8a70e05" providerId="LiveId" clId="{D2A1F849-FA6A-4ECC-9EE5-AD1888904D18}" dt="2025-03-09T09:01:50.744" v="6015" actId="47"/>
        <pc:sldMkLst>
          <pc:docMk/>
          <pc:sldMk cId="2974726484" sldId="1626"/>
        </pc:sldMkLst>
      </pc:sldChg>
      <pc:sldChg chg="addSp delSp modSp add mod delAnim modAnim">
        <pc:chgData name="Wojtek Krakowiak" userId="f72a0bb3b8a70e05" providerId="LiveId" clId="{D2A1F849-FA6A-4ECC-9EE5-AD1888904D18}" dt="2025-03-09T08:45:50.885" v="5707"/>
        <pc:sldMkLst>
          <pc:docMk/>
          <pc:sldMk cId="2308216476" sldId="1627"/>
        </pc:sldMkLst>
      </pc:sldChg>
      <pc:sldChg chg="addSp delSp modSp add mod delAnim modAnim">
        <pc:chgData name="Wojtek Krakowiak" userId="f72a0bb3b8a70e05" providerId="LiveId" clId="{D2A1F849-FA6A-4ECC-9EE5-AD1888904D18}" dt="2025-03-09T08:48:03.322" v="5746"/>
        <pc:sldMkLst>
          <pc:docMk/>
          <pc:sldMk cId="2143803608" sldId="1628"/>
        </pc:sldMkLst>
      </pc:sldChg>
      <pc:sldChg chg="addSp delSp modSp add mod delAnim modAnim">
        <pc:chgData name="Wojtek Krakowiak" userId="f72a0bb3b8a70e05" providerId="LiveId" clId="{D2A1F849-FA6A-4ECC-9EE5-AD1888904D18}" dt="2025-03-09T08:50:49.413" v="5833"/>
        <pc:sldMkLst>
          <pc:docMk/>
          <pc:sldMk cId="55779715" sldId="1629"/>
        </pc:sldMkLst>
      </pc:sldChg>
      <pc:sldChg chg="addSp delSp modSp add mod delAnim modAnim">
        <pc:chgData name="Wojtek Krakowiak" userId="f72a0bb3b8a70e05" providerId="LiveId" clId="{D2A1F849-FA6A-4ECC-9EE5-AD1888904D18}" dt="2025-03-09T08:53:36.024" v="5914"/>
        <pc:sldMkLst>
          <pc:docMk/>
          <pc:sldMk cId="2684877872" sldId="1630"/>
        </pc:sldMkLst>
      </pc:sldChg>
      <pc:sldChg chg="addSp delSp modSp add mod delAnim modAnim">
        <pc:chgData name="Wojtek Krakowiak" userId="f72a0bb3b8a70e05" providerId="LiveId" clId="{D2A1F849-FA6A-4ECC-9EE5-AD1888904D18}" dt="2025-03-09T09:00:04.922" v="6011"/>
        <pc:sldMkLst>
          <pc:docMk/>
          <pc:sldMk cId="1103314294" sldId="1631"/>
        </pc:sldMkLst>
      </pc:sldChg>
      <pc:sldChg chg="addSp delSp modSp add mod delAnim modAnim">
        <pc:chgData name="Wojtek Krakowiak" userId="f72a0bb3b8a70e05" providerId="LiveId" clId="{D2A1F849-FA6A-4ECC-9EE5-AD1888904D18}" dt="2025-03-09T09:03:14" v="6090"/>
        <pc:sldMkLst>
          <pc:docMk/>
          <pc:sldMk cId="4141577430" sldId="1632"/>
        </pc:sldMkLst>
      </pc:sldChg>
      <pc:sldChg chg="addSp delSp modSp add del mod delAnim modAnim">
        <pc:chgData name="Wojtek Krakowiak" userId="f72a0bb3b8a70e05" providerId="LiveId" clId="{D2A1F849-FA6A-4ECC-9EE5-AD1888904D18}" dt="2025-03-09T09:11:25.279" v="6262" actId="47"/>
        <pc:sldMkLst>
          <pc:docMk/>
          <pc:sldMk cId="368657160" sldId="1633"/>
        </pc:sldMkLst>
      </pc:sldChg>
      <pc:sldChg chg="modSp add mod ord">
        <pc:chgData name="Wojtek Krakowiak" userId="f72a0bb3b8a70e05" providerId="LiveId" clId="{D2A1F849-FA6A-4ECC-9EE5-AD1888904D18}" dt="2025-03-09T09:07:56.913" v="6180"/>
        <pc:sldMkLst>
          <pc:docMk/>
          <pc:sldMk cId="1257526382" sldId="1634"/>
        </pc:sldMkLst>
      </pc:sldChg>
      <pc:sldChg chg="modSp add mod ord modAnim">
        <pc:chgData name="Wojtek Krakowiak" userId="f72a0bb3b8a70e05" providerId="LiveId" clId="{D2A1F849-FA6A-4ECC-9EE5-AD1888904D18}" dt="2025-03-09T09:11:22.096" v="6261" actId="20577"/>
        <pc:sldMkLst>
          <pc:docMk/>
          <pc:sldMk cId="565777307" sldId="1635"/>
        </pc:sldMkLst>
      </pc:sldChg>
      <pc:sldChg chg="addSp delSp modSp add del mod delAnim modAnim">
        <pc:chgData name="Wojtek Krakowiak" userId="f72a0bb3b8a70e05" providerId="LiveId" clId="{D2A1F849-FA6A-4ECC-9EE5-AD1888904D18}" dt="2025-03-09T11:15:20.525" v="7010" actId="47"/>
        <pc:sldMkLst>
          <pc:docMk/>
          <pc:sldMk cId="2140967838" sldId="1636"/>
        </pc:sldMkLst>
      </pc:sldChg>
      <pc:sldChg chg="add">
        <pc:chgData name="Wojtek Krakowiak" userId="f72a0bb3b8a70e05" providerId="LiveId" clId="{D2A1F849-FA6A-4ECC-9EE5-AD1888904D18}" dt="2025-03-09T09:13:33.068" v="6340"/>
        <pc:sldMkLst>
          <pc:docMk/>
          <pc:sldMk cId="2872173546" sldId="1637"/>
        </pc:sldMkLst>
      </pc:sldChg>
      <pc:sldChg chg="addSp delSp modSp add mod delAnim modAnim">
        <pc:chgData name="Wojtek Krakowiak" userId="f72a0bb3b8a70e05" providerId="LiveId" clId="{D2A1F849-FA6A-4ECC-9EE5-AD1888904D18}" dt="2025-03-09T09:14:49.503" v="6395"/>
        <pc:sldMkLst>
          <pc:docMk/>
          <pc:sldMk cId="830844592" sldId="1638"/>
        </pc:sldMkLst>
      </pc:sldChg>
      <pc:sldChg chg="addSp delSp modSp add mod delAnim modAnim">
        <pc:chgData name="Wojtek Krakowiak" userId="f72a0bb3b8a70e05" providerId="LiveId" clId="{D2A1F849-FA6A-4ECC-9EE5-AD1888904D18}" dt="2025-03-09T09:16:19.108" v="6433"/>
        <pc:sldMkLst>
          <pc:docMk/>
          <pc:sldMk cId="673771573" sldId="1639"/>
        </pc:sldMkLst>
      </pc:sldChg>
      <pc:sldChg chg="addSp delSp modSp add mod addAnim delAnim modAnim">
        <pc:chgData name="Wojtek Krakowiak" userId="f72a0bb3b8a70e05" providerId="LiveId" clId="{D2A1F849-FA6A-4ECC-9EE5-AD1888904D18}" dt="2025-03-09T09:18:29.909" v="6499"/>
        <pc:sldMkLst>
          <pc:docMk/>
          <pc:sldMk cId="96305586" sldId="1640"/>
        </pc:sldMkLst>
      </pc:sldChg>
      <pc:sldChg chg="addSp delSp modSp add mod delAnim modAnim">
        <pc:chgData name="Wojtek Krakowiak" userId="f72a0bb3b8a70e05" providerId="LiveId" clId="{D2A1F849-FA6A-4ECC-9EE5-AD1888904D18}" dt="2025-03-09T09:22:50.158" v="6545"/>
        <pc:sldMkLst>
          <pc:docMk/>
          <pc:sldMk cId="431006671" sldId="1641"/>
        </pc:sldMkLst>
      </pc:sldChg>
      <pc:sldChg chg="addSp delSp modSp add mod delAnim modAnim">
        <pc:chgData name="Wojtek Krakowiak" userId="f72a0bb3b8a70e05" providerId="LiveId" clId="{D2A1F849-FA6A-4ECC-9EE5-AD1888904D18}" dt="2025-03-09T09:25:21.076" v="6589" actId="20577"/>
        <pc:sldMkLst>
          <pc:docMk/>
          <pc:sldMk cId="3443914556" sldId="1642"/>
        </pc:sldMkLst>
      </pc:sldChg>
      <pc:sldChg chg="addSp delSp modSp add mod delAnim modAnim">
        <pc:chgData name="Wojtek Krakowiak" userId="f72a0bb3b8a70e05" providerId="LiveId" clId="{D2A1F849-FA6A-4ECC-9EE5-AD1888904D18}" dt="2025-03-09T09:29:49.974" v="6617"/>
        <pc:sldMkLst>
          <pc:docMk/>
          <pc:sldMk cId="346768143" sldId="1643"/>
        </pc:sldMkLst>
      </pc:sldChg>
      <pc:sldChg chg="addSp delSp modSp add mod delAnim modAnim">
        <pc:chgData name="Wojtek Krakowiak" userId="f72a0bb3b8a70e05" providerId="LiveId" clId="{D2A1F849-FA6A-4ECC-9EE5-AD1888904D18}" dt="2025-03-09T09:55:43.826" v="6656"/>
        <pc:sldMkLst>
          <pc:docMk/>
          <pc:sldMk cId="2378455086" sldId="1644"/>
        </pc:sldMkLst>
      </pc:sldChg>
      <pc:sldChg chg="addSp delSp modSp add mod delAnim modAnim">
        <pc:chgData name="Wojtek Krakowiak" userId="f72a0bb3b8a70e05" providerId="LiveId" clId="{D2A1F849-FA6A-4ECC-9EE5-AD1888904D18}" dt="2025-03-09T10:04:43.290" v="6680"/>
        <pc:sldMkLst>
          <pc:docMk/>
          <pc:sldMk cId="2328304601" sldId="1645"/>
        </pc:sldMkLst>
      </pc:sldChg>
      <pc:sldChg chg="addSp delSp modSp add mod delAnim modAnim">
        <pc:chgData name="Wojtek Krakowiak" userId="f72a0bb3b8a70e05" providerId="LiveId" clId="{D2A1F849-FA6A-4ECC-9EE5-AD1888904D18}" dt="2025-03-09T10:07:18.330" v="6756" actId="20577"/>
        <pc:sldMkLst>
          <pc:docMk/>
          <pc:sldMk cId="908973212" sldId="1646"/>
        </pc:sldMkLst>
      </pc:sldChg>
      <pc:sldChg chg="addSp delSp modSp add mod delAnim modAnim">
        <pc:chgData name="Wojtek Krakowiak" userId="f72a0bb3b8a70e05" providerId="LiveId" clId="{D2A1F849-FA6A-4ECC-9EE5-AD1888904D18}" dt="2025-03-09T11:29:47.550" v="7016" actId="14100"/>
        <pc:sldMkLst>
          <pc:docMk/>
          <pc:sldMk cId="382214294" sldId="1647"/>
        </pc:sldMkLst>
      </pc:sldChg>
      <pc:sldChg chg="modSp add del mod">
        <pc:chgData name="Wojtek Krakowiak" userId="f72a0bb3b8a70e05" providerId="LiveId" clId="{D2A1F849-FA6A-4ECC-9EE5-AD1888904D18}" dt="2025-03-09T10:37:38.038" v="6963" actId="47"/>
        <pc:sldMkLst>
          <pc:docMk/>
          <pc:sldMk cId="4117272760" sldId="1648"/>
        </pc:sldMkLst>
      </pc:sldChg>
      <pc:sldChg chg="addSp delSp modSp add del mod delAnim modAnim">
        <pc:chgData name="Wojtek Krakowiak" userId="f72a0bb3b8a70e05" providerId="LiveId" clId="{D2A1F849-FA6A-4ECC-9EE5-AD1888904D18}" dt="2025-03-09T11:15:12.432" v="7009" actId="47"/>
        <pc:sldMkLst>
          <pc:docMk/>
          <pc:sldMk cId="165966793" sldId="1649"/>
        </pc:sldMkLst>
      </pc:sldChg>
      <pc:sldChg chg="add">
        <pc:chgData name="Wojtek Krakowiak" userId="f72a0bb3b8a70e05" providerId="LiveId" clId="{D2A1F849-FA6A-4ECC-9EE5-AD1888904D18}" dt="2025-03-09T10:24:44.282" v="6871"/>
        <pc:sldMkLst>
          <pc:docMk/>
          <pc:sldMk cId="3079458424" sldId="1650"/>
        </pc:sldMkLst>
      </pc:sldChg>
      <pc:sldChg chg="addSp delSp modSp add mod delAnim modAnim">
        <pc:chgData name="Wojtek Krakowiak" userId="f72a0bb3b8a70e05" providerId="LiveId" clId="{D2A1F849-FA6A-4ECC-9EE5-AD1888904D18}" dt="2025-03-09T10:27:40.492" v="6904"/>
        <pc:sldMkLst>
          <pc:docMk/>
          <pc:sldMk cId="2985624704" sldId="1651"/>
        </pc:sldMkLst>
      </pc:sldChg>
      <pc:sldChg chg="addSp delSp modSp add mod delAnim modAnim">
        <pc:chgData name="Wojtek Krakowiak" userId="f72a0bb3b8a70e05" providerId="LiveId" clId="{D2A1F849-FA6A-4ECC-9EE5-AD1888904D18}" dt="2025-03-09T10:33:18.809" v="6925"/>
        <pc:sldMkLst>
          <pc:docMk/>
          <pc:sldMk cId="4200614359" sldId="1652"/>
        </pc:sldMkLst>
      </pc:sldChg>
      <pc:sldChg chg="addSp delSp modSp add mod delAnim modAnim">
        <pc:chgData name="Wojtek Krakowiak" userId="f72a0bb3b8a70e05" providerId="LiveId" clId="{D2A1F849-FA6A-4ECC-9EE5-AD1888904D18}" dt="2025-03-09T10:37:14.850" v="6962"/>
        <pc:sldMkLst>
          <pc:docMk/>
          <pc:sldMk cId="3979645717" sldId="1653"/>
        </pc:sldMkLst>
      </pc:sldChg>
      <pc:sldChg chg="addSp delSp modSp add del mod delAnim modAnim">
        <pc:chgData name="Wojtek Krakowiak" userId="f72a0bb3b8a70e05" providerId="LiveId" clId="{D2A1F849-FA6A-4ECC-9EE5-AD1888904D18}" dt="2025-03-09T11:15:09.086" v="7008" actId="47"/>
        <pc:sldMkLst>
          <pc:docMk/>
          <pc:sldMk cId="3024469482" sldId="1654"/>
        </pc:sldMkLst>
      </pc:sldChg>
    </pc:docChg>
  </pc:docChgLst>
  <pc:docChgLst>
    <pc:chgData name="Wojtek Krakowiak" userId="f72a0bb3b8a70e05" providerId="LiveId" clId="{2B3F89FC-1B5F-4E48-92A1-38B62DA546F5}"/>
    <pc:docChg chg="undo custSel addSld delSld modSld sldOrd">
      <pc:chgData name="Wojtek Krakowiak" userId="f72a0bb3b8a70e05" providerId="LiveId" clId="{2B3F89FC-1B5F-4E48-92A1-38B62DA546F5}" dt="2025-02-23T09:37:40.398" v="3234"/>
      <pc:docMkLst>
        <pc:docMk/>
      </pc:docMkLst>
      <pc:sldChg chg="modSp mod">
        <pc:chgData name="Wojtek Krakowiak" userId="f72a0bb3b8a70e05" providerId="LiveId" clId="{2B3F89FC-1B5F-4E48-92A1-38B62DA546F5}" dt="2025-02-18T18:04:08.085" v="2785" actId="20577"/>
        <pc:sldMkLst>
          <pc:docMk/>
          <pc:sldMk cId="1582655019" sldId="1193"/>
        </pc:sldMkLst>
      </pc:sldChg>
      <pc:sldChg chg="addSp delSp modSp mod delAnim modAnim">
        <pc:chgData name="Wojtek Krakowiak" userId="f72a0bb3b8a70e05" providerId="LiveId" clId="{2B3F89FC-1B5F-4E48-92A1-38B62DA546F5}" dt="2025-02-06T20:32:53.393" v="184" actId="20577"/>
        <pc:sldMkLst>
          <pc:docMk/>
          <pc:sldMk cId="1436841305" sldId="1536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706261154" sldId="1537"/>
        </pc:sldMkLst>
      </pc:sldChg>
      <pc:sldChg chg="addSp modSp add mod modAnim">
        <pc:chgData name="Wojtek Krakowiak" userId="f72a0bb3b8a70e05" providerId="LiveId" clId="{2B3F89FC-1B5F-4E48-92A1-38B62DA546F5}" dt="2025-02-06T20:34:02.833" v="204"/>
        <pc:sldMkLst>
          <pc:docMk/>
          <pc:sldMk cId="4262693738" sldId="1537"/>
        </pc:sldMkLst>
      </pc:sldChg>
      <pc:sldChg chg="addSp delSp modSp add mod delAnim modAnim">
        <pc:chgData name="Wojtek Krakowiak" userId="f72a0bb3b8a70e05" providerId="LiveId" clId="{2B3F89FC-1B5F-4E48-92A1-38B62DA546F5}" dt="2025-02-06T20:51:05.289" v="309"/>
        <pc:sldMkLst>
          <pc:docMk/>
          <pc:sldMk cId="1726919322" sldId="1538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769130409" sldId="1538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533584481" sldId="1539"/>
        </pc:sldMkLst>
      </pc:sldChg>
      <pc:sldChg chg="addSp delSp modSp add mod delAnim modAnim">
        <pc:chgData name="Wojtek Krakowiak" userId="f72a0bb3b8a70e05" providerId="LiveId" clId="{2B3F89FC-1B5F-4E48-92A1-38B62DA546F5}" dt="2025-02-06T21:09:27.872" v="369"/>
        <pc:sldMkLst>
          <pc:docMk/>
          <pc:sldMk cId="2504829728" sldId="1539"/>
        </pc:sldMkLst>
      </pc:sldChg>
      <pc:sldChg chg="new del">
        <pc:chgData name="Wojtek Krakowiak" userId="f72a0bb3b8a70e05" providerId="LiveId" clId="{2B3F89FC-1B5F-4E48-92A1-38B62DA546F5}" dt="2025-02-06T21:09:32.573" v="370" actId="47"/>
        <pc:sldMkLst>
          <pc:docMk/>
          <pc:sldMk cId="1704025002" sldId="1540"/>
        </pc:sldMkLst>
      </pc:sldChg>
      <pc:sldChg chg="addSp delSp modSp add mod delAnim modAnim">
        <pc:chgData name="Wojtek Krakowiak" userId="f72a0bb3b8a70e05" providerId="LiveId" clId="{2B3F89FC-1B5F-4E48-92A1-38B62DA546F5}" dt="2025-02-06T21:11:09.821" v="427"/>
        <pc:sldMkLst>
          <pc:docMk/>
          <pc:sldMk cId="1870399914" sldId="1540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315575793" sldId="1540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434753146" sldId="1541"/>
        </pc:sldMkLst>
      </pc:sldChg>
      <pc:sldChg chg="addSp delSp modSp add mod delAnim modAnim">
        <pc:chgData name="Wojtek Krakowiak" userId="f72a0bb3b8a70e05" providerId="LiveId" clId="{2B3F89FC-1B5F-4E48-92A1-38B62DA546F5}" dt="2025-02-06T21:13:12.498" v="444"/>
        <pc:sldMkLst>
          <pc:docMk/>
          <pc:sldMk cId="3146162839" sldId="1541"/>
        </pc:sldMkLst>
      </pc:sldChg>
      <pc:sldChg chg="addSp delSp modSp add mod delAnim modAnim">
        <pc:chgData name="Wojtek Krakowiak" userId="f72a0bb3b8a70e05" providerId="LiveId" clId="{2B3F89FC-1B5F-4E48-92A1-38B62DA546F5}" dt="2025-02-06T21:20:32.609" v="518"/>
        <pc:sldMkLst>
          <pc:docMk/>
          <pc:sldMk cId="2647585901" sldId="1542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4198823191" sldId="1542"/>
        </pc:sldMkLst>
      </pc:sldChg>
      <pc:sldChg chg="addSp delSp modSp add mod delAnim modAnim">
        <pc:chgData name="Wojtek Krakowiak" userId="f72a0bb3b8a70e05" providerId="LiveId" clId="{2B3F89FC-1B5F-4E48-92A1-38B62DA546F5}" dt="2025-02-06T21:21:54.544" v="557"/>
        <pc:sldMkLst>
          <pc:docMk/>
          <pc:sldMk cId="207210176" sldId="1543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702514050" sldId="1543"/>
        </pc:sldMkLst>
      </pc:sldChg>
      <pc:sldChg chg="addSp delSp modSp add mod delAnim modAnim">
        <pc:chgData name="Wojtek Krakowiak" userId="f72a0bb3b8a70e05" providerId="LiveId" clId="{2B3F89FC-1B5F-4E48-92A1-38B62DA546F5}" dt="2025-02-06T21:25:58.565" v="675"/>
        <pc:sldMkLst>
          <pc:docMk/>
          <pc:sldMk cId="3454042329" sldId="1544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3872784629" sldId="1544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143792043" sldId="1545"/>
        </pc:sldMkLst>
      </pc:sldChg>
      <pc:sldChg chg="addSp delSp modSp add mod delAnim modAnim">
        <pc:chgData name="Wojtek Krakowiak" userId="f72a0bb3b8a70e05" providerId="LiveId" clId="{2B3F89FC-1B5F-4E48-92A1-38B62DA546F5}" dt="2025-02-06T21:27:20.609" v="753"/>
        <pc:sldMkLst>
          <pc:docMk/>
          <pc:sldMk cId="3204416304" sldId="1545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913595377" sldId="1546"/>
        </pc:sldMkLst>
      </pc:sldChg>
      <pc:sldChg chg="addSp delSp modSp add mod delAnim modAnim">
        <pc:chgData name="Wojtek Krakowiak" userId="f72a0bb3b8a70e05" providerId="LiveId" clId="{2B3F89FC-1B5F-4E48-92A1-38B62DA546F5}" dt="2025-02-06T21:33:48.230" v="847"/>
        <pc:sldMkLst>
          <pc:docMk/>
          <pc:sldMk cId="2953300497" sldId="1546"/>
        </pc:sldMkLst>
      </pc:sldChg>
      <pc:sldChg chg="addSp delSp modSp add mod delAnim modAnim">
        <pc:chgData name="Wojtek Krakowiak" userId="f72a0bb3b8a70e05" providerId="LiveId" clId="{2B3F89FC-1B5F-4E48-92A1-38B62DA546F5}" dt="2025-02-06T21:42:22.130" v="900"/>
        <pc:sldMkLst>
          <pc:docMk/>
          <pc:sldMk cId="1170040068" sldId="1547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422236840" sldId="1548"/>
        </pc:sldMkLst>
      </pc:sldChg>
      <pc:sldChg chg="addSp delSp modSp add mod delAnim modAnim">
        <pc:chgData name="Wojtek Krakowiak" userId="f72a0bb3b8a70e05" providerId="LiveId" clId="{2B3F89FC-1B5F-4E48-92A1-38B62DA546F5}" dt="2025-02-06T21:47:07.133" v="991"/>
        <pc:sldMkLst>
          <pc:docMk/>
          <pc:sldMk cId="1473164197" sldId="1548"/>
        </pc:sldMkLst>
      </pc:sldChg>
      <pc:sldChg chg="addSp delSp modSp add mod delAnim modAnim">
        <pc:chgData name="Wojtek Krakowiak" userId="f72a0bb3b8a70e05" providerId="LiveId" clId="{2B3F89FC-1B5F-4E48-92A1-38B62DA546F5}" dt="2025-02-06T21:53:57.728" v="1055"/>
        <pc:sldMkLst>
          <pc:docMk/>
          <pc:sldMk cId="4306282" sldId="1549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733078469" sldId="1549"/>
        </pc:sldMkLst>
      </pc:sldChg>
      <pc:sldChg chg="addSp delSp modSp add mod delAnim modAnim">
        <pc:chgData name="Wojtek Krakowiak" userId="f72a0bb3b8a70e05" providerId="LiveId" clId="{2B3F89FC-1B5F-4E48-92A1-38B62DA546F5}" dt="2025-02-06T21:55:47.685" v="1092"/>
        <pc:sldMkLst>
          <pc:docMk/>
          <pc:sldMk cId="1638793721" sldId="1550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126100864" sldId="1550"/>
        </pc:sldMkLst>
      </pc:sldChg>
      <pc:sldChg chg="addSp delSp modSp add mod delAnim modAnim">
        <pc:chgData name="Wojtek Krakowiak" userId="f72a0bb3b8a70e05" providerId="LiveId" clId="{2B3F89FC-1B5F-4E48-92A1-38B62DA546F5}" dt="2025-02-06T22:01:16.410" v="1121"/>
        <pc:sldMkLst>
          <pc:docMk/>
          <pc:sldMk cId="341839525" sldId="1551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432772689" sldId="1551"/>
        </pc:sldMkLst>
      </pc:sldChg>
      <pc:sldChg chg="addSp delSp modSp add mod delAnim modAnim">
        <pc:chgData name="Wojtek Krakowiak" userId="f72a0bb3b8a70e05" providerId="LiveId" clId="{2B3F89FC-1B5F-4E48-92A1-38B62DA546F5}" dt="2025-02-06T22:02:51.279" v="1157" actId="313"/>
        <pc:sldMkLst>
          <pc:docMk/>
          <pc:sldMk cId="3845782394" sldId="1552"/>
        </pc:sldMkLst>
      </pc:sldChg>
      <pc:sldChg chg="addSp delSp modSp add mod addAnim delAnim modAnim">
        <pc:chgData name="Wojtek Krakowiak" userId="f72a0bb3b8a70e05" providerId="LiveId" clId="{2B3F89FC-1B5F-4E48-92A1-38B62DA546F5}" dt="2025-02-06T22:06:43.456" v="1219"/>
        <pc:sldMkLst>
          <pc:docMk/>
          <pc:sldMk cId="1292615638" sldId="1553"/>
        </pc:sldMkLst>
      </pc:sldChg>
      <pc:sldChg chg="addSp delSp modSp add del mod addAnim delAnim modAnim">
        <pc:chgData name="Wojtek Krakowiak" userId="f72a0bb3b8a70e05" providerId="LiveId" clId="{2B3F89FC-1B5F-4E48-92A1-38B62DA546F5}" dt="2025-02-06T22:04:42.741" v="1171" actId="47"/>
        <pc:sldMkLst>
          <pc:docMk/>
          <pc:sldMk cId="3922103717" sldId="1553"/>
        </pc:sldMkLst>
      </pc:sldChg>
      <pc:sldChg chg="addSp delSp modSp add mod delAnim modAnim">
        <pc:chgData name="Wojtek Krakowiak" userId="f72a0bb3b8a70e05" providerId="LiveId" clId="{2B3F89FC-1B5F-4E48-92A1-38B62DA546F5}" dt="2025-02-06T22:53:51.345" v="1282"/>
        <pc:sldMkLst>
          <pc:docMk/>
          <pc:sldMk cId="3779967573" sldId="1554"/>
        </pc:sldMkLst>
      </pc:sldChg>
      <pc:sldChg chg="addSp delSp modSp add mod ord delAnim modAnim">
        <pc:chgData name="Wojtek Krakowiak" userId="f72a0bb3b8a70e05" providerId="LiveId" clId="{2B3F89FC-1B5F-4E48-92A1-38B62DA546F5}" dt="2025-02-06T22:55:53.526" v="1321"/>
        <pc:sldMkLst>
          <pc:docMk/>
          <pc:sldMk cId="1501863080" sldId="1555"/>
        </pc:sldMkLst>
      </pc:sldChg>
      <pc:sldChg chg="addSp delSp modSp add mod delAnim modAnim">
        <pc:chgData name="Wojtek Krakowiak" userId="f72a0bb3b8a70e05" providerId="LiveId" clId="{2B3F89FC-1B5F-4E48-92A1-38B62DA546F5}" dt="2025-02-06T22:58:11.021" v="1348"/>
        <pc:sldMkLst>
          <pc:docMk/>
          <pc:sldMk cId="12504290" sldId="1556"/>
        </pc:sldMkLst>
      </pc:sldChg>
      <pc:sldChg chg="addSp delSp modSp add mod delAnim modAnim">
        <pc:chgData name="Wojtek Krakowiak" userId="f72a0bb3b8a70e05" providerId="LiveId" clId="{2B3F89FC-1B5F-4E48-92A1-38B62DA546F5}" dt="2025-02-18T11:59:08.702" v="1538" actId="20577"/>
        <pc:sldMkLst>
          <pc:docMk/>
          <pc:sldMk cId="2311367034" sldId="1557"/>
        </pc:sldMkLst>
      </pc:sldChg>
      <pc:sldChg chg="addSp delSp modSp add mod delAnim modAnim">
        <pc:chgData name="Wojtek Krakowiak" userId="f72a0bb3b8a70e05" providerId="LiveId" clId="{2B3F89FC-1B5F-4E48-92A1-38B62DA546F5}" dt="2025-02-18T18:01:41.585" v="2778" actId="20577"/>
        <pc:sldMkLst>
          <pc:docMk/>
          <pc:sldMk cId="3414406660" sldId="1558"/>
        </pc:sldMkLst>
      </pc:sldChg>
      <pc:sldChg chg="addSp delSp modSp add mod delAnim modAnim">
        <pc:chgData name="Wojtek Krakowiak" userId="f72a0bb3b8a70e05" providerId="LiveId" clId="{2B3F89FC-1B5F-4E48-92A1-38B62DA546F5}" dt="2025-02-18T11:56:58.515" v="1484"/>
        <pc:sldMkLst>
          <pc:docMk/>
          <pc:sldMk cId="3555794372" sldId="1559"/>
        </pc:sldMkLst>
      </pc:sldChg>
      <pc:sldChg chg="addSp delSp modSp add mod delAnim modAnim">
        <pc:chgData name="Wojtek Krakowiak" userId="f72a0bb3b8a70e05" providerId="LiveId" clId="{2B3F89FC-1B5F-4E48-92A1-38B62DA546F5}" dt="2025-02-18T11:58:46.910" v="1526"/>
        <pc:sldMkLst>
          <pc:docMk/>
          <pc:sldMk cId="424784778" sldId="1560"/>
        </pc:sldMkLst>
      </pc:sldChg>
      <pc:sldChg chg="addSp delSp modSp add mod delAnim modAnim">
        <pc:chgData name="Wojtek Krakowiak" userId="f72a0bb3b8a70e05" providerId="LiveId" clId="{2B3F89FC-1B5F-4E48-92A1-38B62DA546F5}" dt="2025-02-18T17:12:28.933" v="2750"/>
        <pc:sldMkLst>
          <pc:docMk/>
          <pc:sldMk cId="3765158168" sldId="1561"/>
        </pc:sldMkLst>
      </pc:sldChg>
      <pc:sldChg chg="addSp modSp add mod modAnim">
        <pc:chgData name="Wojtek Krakowiak" userId="f72a0bb3b8a70e05" providerId="LiveId" clId="{2B3F89FC-1B5F-4E48-92A1-38B62DA546F5}" dt="2025-02-18T12:25:45.953" v="1597" actId="14100"/>
        <pc:sldMkLst>
          <pc:docMk/>
          <pc:sldMk cId="800344405" sldId="1562"/>
        </pc:sldMkLst>
      </pc:sldChg>
      <pc:sldChg chg="addSp delSp modSp add mod delAnim modAnim">
        <pc:chgData name="Wojtek Krakowiak" userId="f72a0bb3b8a70e05" providerId="LiveId" clId="{2B3F89FC-1B5F-4E48-92A1-38B62DA546F5}" dt="2025-02-18T12:28:33.245" v="1650"/>
        <pc:sldMkLst>
          <pc:docMk/>
          <pc:sldMk cId="2041792437" sldId="1563"/>
        </pc:sldMkLst>
      </pc:sldChg>
      <pc:sldChg chg="addSp delSp modSp add mod delAnim modAnim">
        <pc:chgData name="Wojtek Krakowiak" userId="f72a0bb3b8a70e05" providerId="LiveId" clId="{2B3F89FC-1B5F-4E48-92A1-38B62DA546F5}" dt="2025-02-18T12:38:57.162" v="1730"/>
        <pc:sldMkLst>
          <pc:docMk/>
          <pc:sldMk cId="1739061898" sldId="1564"/>
        </pc:sldMkLst>
      </pc:sldChg>
      <pc:sldChg chg="addSp delSp modSp add mod delAnim modAnim">
        <pc:chgData name="Wojtek Krakowiak" userId="f72a0bb3b8a70e05" providerId="LiveId" clId="{2B3F89FC-1B5F-4E48-92A1-38B62DA546F5}" dt="2025-02-18T12:41:15.334" v="1798"/>
        <pc:sldMkLst>
          <pc:docMk/>
          <pc:sldMk cId="516708209" sldId="1565"/>
        </pc:sldMkLst>
      </pc:sldChg>
      <pc:sldChg chg="addSp delSp modSp add mod delAnim modAnim">
        <pc:chgData name="Wojtek Krakowiak" userId="f72a0bb3b8a70e05" providerId="LiveId" clId="{2B3F89FC-1B5F-4E48-92A1-38B62DA546F5}" dt="2025-02-18T12:52:07.760" v="1881" actId="1076"/>
        <pc:sldMkLst>
          <pc:docMk/>
          <pc:sldMk cId="530830810" sldId="1566"/>
        </pc:sldMkLst>
      </pc:sldChg>
      <pc:sldChg chg="addSp delSp modSp add mod delAnim modAnim">
        <pc:chgData name="Wojtek Krakowiak" userId="f72a0bb3b8a70e05" providerId="LiveId" clId="{2B3F89FC-1B5F-4E48-92A1-38B62DA546F5}" dt="2025-02-18T13:12:11.450" v="1969"/>
        <pc:sldMkLst>
          <pc:docMk/>
          <pc:sldMk cId="2479056774" sldId="1567"/>
        </pc:sldMkLst>
      </pc:sldChg>
      <pc:sldChg chg="addSp delSp modSp add mod delAnim modAnim">
        <pc:chgData name="Wojtek Krakowiak" userId="f72a0bb3b8a70e05" providerId="LiveId" clId="{2B3F89FC-1B5F-4E48-92A1-38B62DA546F5}" dt="2025-02-18T13:17:10.412" v="2043" actId="20577"/>
        <pc:sldMkLst>
          <pc:docMk/>
          <pc:sldMk cId="3732867320" sldId="1568"/>
        </pc:sldMkLst>
      </pc:sldChg>
      <pc:sldChg chg="addSp delSp modSp add mod delAnim modAnim">
        <pc:chgData name="Wojtek Krakowiak" userId="f72a0bb3b8a70e05" providerId="LiveId" clId="{2B3F89FC-1B5F-4E48-92A1-38B62DA546F5}" dt="2025-02-18T13:20:51.466" v="2098" actId="20577"/>
        <pc:sldMkLst>
          <pc:docMk/>
          <pc:sldMk cId="632964383" sldId="1569"/>
        </pc:sldMkLst>
      </pc:sldChg>
      <pc:sldChg chg="addSp delSp modSp add mod delAnim modAnim">
        <pc:chgData name="Wojtek Krakowiak" userId="f72a0bb3b8a70e05" providerId="LiveId" clId="{2B3F89FC-1B5F-4E48-92A1-38B62DA546F5}" dt="2025-02-18T13:24:48.305" v="2174" actId="20577"/>
        <pc:sldMkLst>
          <pc:docMk/>
          <pc:sldMk cId="2587791275" sldId="1570"/>
        </pc:sldMkLst>
      </pc:sldChg>
      <pc:sldChg chg="addSp delSp modSp add mod delAnim modAnim">
        <pc:chgData name="Wojtek Krakowiak" userId="f72a0bb3b8a70e05" providerId="LiveId" clId="{2B3F89FC-1B5F-4E48-92A1-38B62DA546F5}" dt="2025-02-18T13:40:52.594" v="2230" actId="20577"/>
        <pc:sldMkLst>
          <pc:docMk/>
          <pc:sldMk cId="3285547036" sldId="1571"/>
        </pc:sldMkLst>
      </pc:sldChg>
      <pc:sldChg chg="addSp delSp modSp add del mod delAnim modAnim">
        <pc:chgData name="Wojtek Krakowiak" userId="f72a0bb3b8a70e05" providerId="LiveId" clId="{2B3F89FC-1B5F-4E48-92A1-38B62DA546F5}" dt="2025-02-18T17:26:33.110" v="2775" actId="47"/>
        <pc:sldMkLst>
          <pc:docMk/>
          <pc:sldMk cId="1691727971" sldId="1572"/>
        </pc:sldMkLst>
      </pc:sldChg>
      <pc:sldChg chg="addSp delSp modSp add mod delAnim modAnim">
        <pc:chgData name="Wojtek Krakowiak" userId="f72a0bb3b8a70e05" providerId="LiveId" clId="{2B3F89FC-1B5F-4E48-92A1-38B62DA546F5}" dt="2025-02-18T13:56:45.861" v="2313"/>
        <pc:sldMkLst>
          <pc:docMk/>
          <pc:sldMk cId="478791410" sldId="1573"/>
        </pc:sldMkLst>
      </pc:sldChg>
      <pc:sldChg chg="addSp delSp modSp add mod ord delAnim modAnim">
        <pc:chgData name="Wojtek Krakowiak" userId="f72a0bb3b8a70e05" providerId="LiveId" clId="{2B3F89FC-1B5F-4E48-92A1-38B62DA546F5}" dt="2025-02-18T18:22:14.343" v="2860"/>
        <pc:sldMkLst>
          <pc:docMk/>
          <pc:sldMk cId="2095261619" sldId="1574"/>
        </pc:sldMkLst>
      </pc:sldChg>
      <pc:sldChg chg="addSp modSp add mod modAnim">
        <pc:chgData name="Wojtek Krakowiak" userId="f72a0bb3b8a70e05" providerId="LiveId" clId="{2B3F89FC-1B5F-4E48-92A1-38B62DA546F5}" dt="2025-02-18T15:45:05.207" v="2638"/>
        <pc:sldMkLst>
          <pc:docMk/>
          <pc:sldMk cId="2492969806" sldId="1575"/>
        </pc:sldMkLst>
      </pc:sldChg>
      <pc:sldChg chg="addSp modSp add mod modAnim">
        <pc:chgData name="Wojtek Krakowiak" userId="f72a0bb3b8a70e05" providerId="LiveId" clId="{2B3F89FC-1B5F-4E48-92A1-38B62DA546F5}" dt="2025-02-18T15:45:38.191" v="2641"/>
        <pc:sldMkLst>
          <pc:docMk/>
          <pc:sldMk cId="4028098646" sldId="1576"/>
        </pc:sldMkLst>
      </pc:sldChg>
      <pc:sldChg chg="addSp modSp add mod modAnim">
        <pc:chgData name="Wojtek Krakowiak" userId="f72a0bb3b8a70e05" providerId="LiveId" clId="{2B3F89FC-1B5F-4E48-92A1-38B62DA546F5}" dt="2025-02-18T15:46:08.337" v="2644"/>
        <pc:sldMkLst>
          <pc:docMk/>
          <pc:sldMk cId="1315173997" sldId="1577"/>
        </pc:sldMkLst>
      </pc:sldChg>
      <pc:sldChg chg="addSp modSp add mod modAnim">
        <pc:chgData name="Wojtek Krakowiak" userId="f72a0bb3b8a70e05" providerId="LiveId" clId="{2B3F89FC-1B5F-4E48-92A1-38B62DA546F5}" dt="2025-02-18T15:46:41.165" v="2647"/>
        <pc:sldMkLst>
          <pc:docMk/>
          <pc:sldMk cId="4126715504" sldId="1578"/>
        </pc:sldMkLst>
      </pc:sldChg>
      <pc:sldChg chg="addSp modSp add mod modAnim">
        <pc:chgData name="Wojtek Krakowiak" userId="f72a0bb3b8a70e05" providerId="LiveId" clId="{2B3F89FC-1B5F-4E48-92A1-38B62DA546F5}" dt="2025-02-18T15:47:16.294" v="2650"/>
        <pc:sldMkLst>
          <pc:docMk/>
          <pc:sldMk cId="3748469286" sldId="1579"/>
        </pc:sldMkLst>
      </pc:sldChg>
      <pc:sldChg chg="addSp modSp add mod modAnim">
        <pc:chgData name="Wojtek Krakowiak" userId="f72a0bb3b8a70e05" providerId="LiveId" clId="{2B3F89FC-1B5F-4E48-92A1-38B62DA546F5}" dt="2025-02-18T15:48:16.727" v="2656"/>
        <pc:sldMkLst>
          <pc:docMk/>
          <pc:sldMk cId="1689172269" sldId="1580"/>
        </pc:sldMkLst>
      </pc:sldChg>
      <pc:sldChg chg="addSp modSp add mod modAnim">
        <pc:chgData name="Wojtek Krakowiak" userId="f72a0bb3b8a70e05" providerId="LiveId" clId="{2B3F89FC-1B5F-4E48-92A1-38B62DA546F5}" dt="2025-02-18T15:48:52.649" v="2661" actId="20577"/>
        <pc:sldMkLst>
          <pc:docMk/>
          <pc:sldMk cId="838098554" sldId="1581"/>
        </pc:sldMkLst>
      </pc:sldChg>
      <pc:sldChg chg="addSp modSp add mod modAnim">
        <pc:chgData name="Wojtek Krakowiak" userId="f72a0bb3b8a70e05" providerId="LiveId" clId="{2B3F89FC-1B5F-4E48-92A1-38B62DA546F5}" dt="2025-02-18T15:49:23.490" v="2664"/>
        <pc:sldMkLst>
          <pc:docMk/>
          <pc:sldMk cId="1913175927" sldId="1582"/>
        </pc:sldMkLst>
      </pc:sldChg>
      <pc:sldChg chg="addSp modSp add mod modAnim">
        <pc:chgData name="Wojtek Krakowiak" userId="f72a0bb3b8a70e05" providerId="LiveId" clId="{2B3F89FC-1B5F-4E48-92A1-38B62DA546F5}" dt="2025-02-18T15:47:45.786" v="2653"/>
        <pc:sldMkLst>
          <pc:docMk/>
          <pc:sldMk cId="2144114491" sldId="1583"/>
        </pc:sldMkLst>
      </pc:sldChg>
      <pc:sldChg chg="addSp delSp modSp add mod ord delAnim modAnim">
        <pc:chgData name="Wojtek Krakowiak" userId="f72a0bb3b8a70e05" providerId="LiveId" clId="{2B3F89FC-1B5F-4E48-92A1-38B62DA546F5}" dt="2025-02-18T18:22:11.254" v="2858"/>
        <pc:sldMkLst>
          <pc:docMk/>
          <pc:sldMk cId="820319726" sldId="1584"/>
        </pc:sldMkLst>
      </pc:sldChg>
      <pc:sldChg chg="addSp delSp modSp add mod delAnim modAnim">
        <pc:chgData name="Wojtek Krakowiak" userId="f72a0bb3b8a70e05" providerId="LiveId" clId="{2B3F89FC-1B5F-4E48-92A1-38B62DA546F5}" dt="2025-02-18T17:13:45.148" v="2774"/>
        <pc:sldMkLst>
          <pc:docMk/>
          <pc:sldMk cId="342534139" sldId="1585"/>
        </pc:sldMkLst>
      </pc:sldChg>
      <pc:sldChg chg="addSp delSp modSp add mod delAnim modAnim">
        <pc:chgData name="Wojtek Krakowiak" userId="f72a0bb3b8a70e05" providerId="LiveId" clId="{2B3F89FC-1B5F-4E48-92A1-38B62DA546F5}" dt="2025-02-18T18:21:39.038" v="2856" actId="20577"/>
        <pc:sldMkLst>
          <pc:docMk/>
          <pc:sldMk cId="1438042858" sldId="1586"/>
        </pc:sldMkLst>
      </pc:sldChg>
      <pc:sldChg chg="addSp delSp modSp add mod delAnim modAnim">
        <pc:chgData name="Wojtek Krakowiak" userId="f72a0bb3b8a70e05" providerId="LiveId" clId="{2B3F89FC-1B5F-4E48-92A1-38B62DA546F5}" dt="2025-02-22T22:10:26.678" v="2908"/>
        <pc:sldMkLst>
          <pc:docMk/>
          <pc:sldMk cId="1628176765" sldId="1587"/>
        </pc:sldMkLst>
      </pc:sldChg>
      <pc:sldChg chg="addSp delSp modSp add mod delAnim modAnim">
        <pc:chgData name="Wojtek Krakowiak" userId="f72a0bb3b8a70e05" providerId="LiveId" clId="{2B3F89FC-1B5F-4E48-92A1-38B62DA546F5}" dt="2025-02-22T22:13:52.717" v="2950"/>
        <pc:sldMkLst>
          <pc:docMk/>
          <pc:sldMk cId="4068965496" sldId="1588"/>
        </pc:sldMkLst>
      </pc:sldChg>
      <pc:sldChg chg="addSp delSp modSp add mod delAnim modAnim">
        <pc:chgData name="Wojtek Krakowiak" userId="f72a0bb3b8a70e05" providerId="LiveId" clId="{2B3F89FC-1B5F-4E48-92A1-38B62DA546F5}" dt="2025-02-22T22:16:04.904" v="2974"/>
        <pc:sldMkLst>
          <pc:docMk/>
          <pc:sldMk cId="2520453097" sldId="1589"/>
        </pc:sldMkLst>
      </pc:sldChg>
      <pc:sldChg chg="addSp delSp modSp add mod delAnim modAnim">
        <pc:chgData name="Wojtek Krakowiak" userId="f72a0bb3b8a70e05" providerId="LiveId" clId="{2B3F89FC-1B5F-4E48-92A1-38B62DA546F5}" dt="2025-02-22T22:19:38.357" v="3012"/>
        <pc:sldMkLst>
          <pc:docMk/>
          <pc:sldMk cId="1945882774" sldId="1590"/>
        </pc:sldMkLst>
      </pc:sldChg>
      <pc:sldChg chg="addSp delSp modSp add mod delAnim modAnim">
        <pc:chgData name="Wojtek Krakowiak" userId="f72a0bb3b8a70e05" providerId="LiveId" clId="{2B3F89FC-1B5F-4E48-92A1-38B62DA546F5}" dt="2025-02-22T22:22:53.497" v="3051"/>
        <pc:sldMkLst>
          <pc:docMk/>
          <pc:sldMk cId="2412664230" sldId="1591"/>
        </pc:sldMkLst>
      </pc:sldChg>
      <pc:sldChg chg="addSp delSp modSp add mod delAnim modAnim">
        <pc:chgData name="Wojtek Krakowiak" userId="f72a0bb3b8a70e05" providerId="LiveId" clId="{2B3F89FC-1B5F-4E48-92A1-38B62DA546F5}" dt="2025-02-22T22:25:42.711" v="3120"/>
        <pc:sldMkLst>
          <pc:docMk/>
          <pc:sldMk cId="567929554" sldId="1592"/>
        </pc:sldMkLst>
      </pc:sldChg>
      <pc:sldChg chg="addSp delSp modSp add mod delAnim modAnim">
        <pc:chgData name="Wojtek Krakowiak" userId="f72a0bb3b8a70e05" providerId="LiveId" clId="{2B3F89FC-1B5F-4E48-92A1-38B62DA546F5}" dt="2025-02-22T22:28:04.400" v="3175"/>
        <pc:sldMkLst>
          <pc:docMk/>
          <pc:sldMk cId="778484339" sldId="1593"/>
        </pc:sldMkLst>
      </pc:sldChg>
      <pc:sldChg chg="addSp delSp modSp add mod delAnim modAnim">
        <pc:chgData name="Wojtek Krakowiak" userId="f72a0bb3b8a70e05" providerId="LiveId" clId="{2B3F89FC-1B5F-4E48-92A1-38B62DA546F5}" dt="2025-02-23T09:37:40.398" v="3234"/>
        <pc:sldMkLst>
          <pc:docMk/>
          <pc:sldMk cId="1455244613" sldId="1594"/>
        </pc:sldMkLst>
      </pc:sldChg>
    </pc:docChg>
  </pc:docChgLst>
  <pc:docChgLst>
    <pc:chgData name="Wojtek Krakowiak" userId="f72a0bb3b8a70e05" providerId="LiveId" clId="{F8C154A1-4D83-4DD9-8C23-EB76ADF00261}"/>
    <pc:docChg chg="undo custSel addSld delSld modSld">
      <pc:chgData name="Wojtek Krakowiak" userId="f72a0bb3b8a70e05" providerId="LiveId" clId="{F8C154A1-4D83-4DD9-8C23-EB76ADF00261}" dt="2024-12-23T14:05:13.947" v="522"/>
      <pc:docMkLst>
        <pc:docMk/>
      </pc:docMkLst>
      <pc:sldChg chg="modSp mod">
        <pc:chgData name="Wojtek Krakowiak" userId="f72a0bb3b8a70e05" providerId="LiveId" clId="{F8C154A1-4D83-4DD9-8C23-EB76ADF00261}" dt="2024-12-22T22:04:07.048" v="13" actId="20577"/>
        <pc:sldMkLst>
          <pc:docMk/>
          <pc:sldMk cId="1582655019" sldId="1193"/>
        </pc:sldMkLst>
      </pc:sldChg>
      <pc:sldChg chg="addSp delSp modSp add del mod delAnim modAnim">
        <pc:chgData name="Wojtek Krakowiak" userId="f72a0bb3b8a70e05" providerId="LiveId" clId="{F8C154A1-4D83-4DD9-8C23-EB76ADF00261}" dt="2024-12-23T13:56:08.101" v="475"/>
        <pc:sldMkLst>
          <pc:docMk/>
          <pc:sldMk cId="1436841305" sldId="153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198573684" sldId="1537"/>
        </pc:sldMkLst>
      </pc:sldChg>
      <pc:sldChg chg="addSp delSp modSp add mod addAnim delAnim modAnim chgLayout">
        <pc:chgData name="Wojtek Krakowiak" userId="f72a0bb3b8a70e05" providerId="LiveId" clId="{F8C154A1-4D83-4DD9-8C23-EB76ADF00261}" dt="2024-12-23T13:56:37.311" v="480"/>
        <pc:sldMkLst>
          <pc:docMk/>
          <pc:sldMk cId="2706261154" sldId="153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820558802" sldId="1538"/>
        </pc:sldMkLst>
      </pc:sldChg>
      <pc:sldChg chg="addSp delSp modSp add mod delAnim modAnim">
        <pc:chgData name="Wojtek Krakowiak" userId="f72a0bb3b8a70e05" providerId="LiveId" clId="{F8C154A1-4D83-4DD9-8C23-EB76ADF00261}" dt="2024-12-23T13:57:14.675" v="483"/>
        <pc:sldMkLst>
          <pc:docMk/>
          <pc:sldMk cId="2769130409" sldId="153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526319579" sldId="1539"/>
        </pc:sldMkLst>
      </pc:sldChg>
      <pc:sldChg chg="addSp modSp add mod modAnim">
        <pc:chgData name="Wojtek Krakowiak" userId="f72a0bb3b8a70e05" providerId="LiveId" clId="{F8C154A1-4D83-4DD9-8C23-EB76ADF00261}" dt="2024-12-23T13:57:47.683" v="486"/>
        <pc:sldMkLst>
          <pc:docMk/>
          <pc:sldMk cId="1533584481" sldId="153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967402613" sldId="1540"/>
        </pc:sldMkLst>
      </pc:sldChg>
      <pc:sldChg chg="addSp modSp add mod modAnim">
        <pc:chgData name="Wojtek Krakowiak" userId="f72a0bb3b8a70e05" providerId="LiveId" clId="{F8C154A1-4D83-4DD9-8C23-EB76ADF00261}" dt="2024-12-23T13:58:11.617" v="489"/>
        <pc:sldMkLst>
          <pc:docMk/>
          <pc:sldMk cId="2315575793" sldId="1540"/>
        </pc:sldMkLst>
      </pc:sldChg>
      <pc:sldChg chg="addSp modSp add mod modAnim">
        <pc:chgData name="Wojtek Krakowiak" userId="f72a0bb3b8a70e05" providerId="LiveId" clId="{F8C154A1-4D83-4DD9-8C23-EB76ADF00261}" dt="2024-12-23T13:58:38.668" v="492"/>
        <pc:sldMkLst>
          <pc:docMk/>
          <pc:sldMk cId="1434753146" sldId="154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056023808" sldId="154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345113932" sldId="1542"/>
        </pc:sldMkLst>
      </pc:sldChg>
      <pc:sldChg chg="addSp modSp add mod modAnim">
        <pc:chgData name="Wojtek Krakowiak" userId="f72a0bb3b8a70e05" providerId="LiveId" clId="{F8C154A1-4D83-4DD9-8C23-EB76ADF00261}" dt="2024-12-23T13:59:07.551" v="495"/>
        <pc:sldMkLst>
          <pc:docMk/>
          <pc:sldMk cId="4198823191" sldId="1542"/>
        </pc:sldMkLst>
      </pc:sldChg>
      <pc:sldChg chg="addSp modSp add mod modAnim">
        <pc:chgData name="Wojtek Krakowiak" userId="f72a0bb3b8a70e05" providerId="LiveId" clId="{F8C154A1-4D83-4DD9-8C23-EB76ADF00261}" dt="2024-12-23T13:59:47.304" v="498"/>
        <pc:sldMkLst>
          <pc:docMk/>
          <pc:sldMk cId="1702514050" sldId="154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232527991" sldId="154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799724335" sldId="1544"/>
        </pc:sldMkLst>
      </pc:sldChg>
      <pc:sldChg chg="addSp modSp add mod modAnim">
        <pc:chgData name="Wojtek Krakowiak" userId="f72a0bb3b8a70e05" providerId="LiveId" clId="{F8C154A1-4D83-4DD9-8C23-EB76ADF00261}" dt="2024-12-23T14:00:20.247" v="501"/>
        <pc:sldMkLst>
          <pc:docMk/>
          <pc:sldMk cId="3872784629" sldId="154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130009260" sldId="1545"/>
        </pc:sldMkLst>
      </pc:sldChg>
      <pc:sldChg chg="addSp modSp add mod modAnim">
        <pc:chgData name="Wojtek Krakowiak" userId="f72a0bb3b8a70e05" providerId="LiveId" clId="{F8C154A1-4D83-4DD9-8C23-EB76ADF00261}" dt="2024-12-23T14:00:52.467" v="504"/>
        <pc:sldMkLst>
          <pc:docMk/>
          <pc:sldMk cId="2143792043" sldId="154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391221062" sldId="1546"/>
        </pc:sldMkLst>
      </pc:sldChg>
      <pc:sldChg chg="addSp modSp add mod modAnim">
        <pc:chgData name="Wojtek Krakowiak" userId="f72a0bb3b8a70e05" providerId="LiveId" clId="{F8C154A1-4D83-4DD9-8C23-EB76ADF00261}" dt="2024-12-23T14:01:29.726" v="507"/>
        <pc:sldMkLst>
          <pc:docMk/>
          <pc:sldMk cId="1913595377" sldId="1546"/>
        </pc:sldMkLst>
      </pc:sldChg>
      <pc:sldChg chg="add del">
        <pc:chgData name="Wojtek Krakowiak" userId="f72a0bb3b8a70e05" providerId="LiveId" clId="{F8C154A1-4D83-4DD9-8C23-EB76ADF00261}" dt="2024-12-23T14:02:23.537" v="510" actId="47"/>
        <pc:sldMkLst>
          <pc:docMk/>
          <pc:sldMk cId="655218186" sldId="154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833483313" sldId="154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086841712" sldId="1548"/>
        </pc:sldMkLst>
      </pc:sldChg>
      <pc:sldChg chg="addSp modSp add mod modAnim">
        <pc:chgData name="Wojtek Krakowiak" userId="f72a0bb3b8a70e05" providerId="LiveId" clId="{F8C154A1-4D83-4DD9-8C23-EB76ADF00261}" dt="2024-12-23T14:03:16.995" v="513"/>
        <pc:sldMkLst>
          <pc:docMk/>
          <pc:sldMk cId="1422236840" sldId="1548"/>
        </pc:sldMkLst>
      </pc:sldChg>
      <pc:sldChg chg="addSp modSp add mod modAnim">
        <pc:chgData name="Wojtek Krakowiak" userId="f72a0bb3b8a70e05" providerId="LiveId" clId="{F8C154A1-4D83-4DD9-8C23-EB76ADF00261}" dt="2024-12-23T14:03:47.084" v="516"/>
        <pc:sldMkLst>
          <pc:docMk/>
          <pc:sldMk cId="1733078469" sldId="154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626008089" sldId="154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806706725" sldId="1550"/>
        </pc:sldMkLst>
      </pc:sldChg>
      <pc:sldChg chg="addSp modSp add mod modAnim">
        <pc:chgData name="Wojtek Krakowiak" userId="f72a0bb3b8a70e05" providerId="LiveId" clId="{F8C154A1-4D83-4DD9-8C23-EB76ADF00261}" dt="2024-12-23T14:04:18.570" v="519"/>
        <pc:sldMkLst>
          <pc:docMk/>
          <pc:sldMk cId="2126100864" sldId="155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25965751" sldId="1551"/>
        </pc:sldMkLst>
      </pc:sldChg>
      <pc:sldChg chg="addSp modSp add mod modAnim">
        <pc:chgData name="Wojtek Krakowiak" userId="f72a0bb3b8a70e05" providerId="LiveId" clId="{F8C154A1-4D83-4DD9-8C23-EB76ADF00261}" dt="2024-12-23T14:05:13.947" v="522"/>
        <pc:sldMkLst>
          <pc:docMk/>
          <pc:sldMk cId="1432772689" sldId="155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554876264" sldId="1552"/>
        </pc:sldMkLst>
      </pc:sldChg>
      <pc:sldChg chg="add del">
        <pc:chgData name="Wojtek Krakowiak" userId="f72a0bb3b8a70e05" providerId="LiveId" clId="{F8C154A1-4D83-4DD9-8C23-EB76ADF00261}" dt="2024-12-23T14:02:22.318" v="509" actId="47"/>
        <pc:sldMkLst>
          <pc:docMk/>
          <pc:sldMk cId="3765499533" sldId="155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655570199" sldId="155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574645317" sldId="155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438650182" sldId="155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924520805" sldId="155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318923488" sldId="155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483117845" sldId="155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037892226" sldId="155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254334823" sldId="156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384780921" sldId="156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328236640" sldId="156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892551816" sldId="156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116143262" sldId="156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790433172" sldId="156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503619224" sldId="156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998056541" sldId="156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80482478" sldId="156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655817947" sldId="156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496728488" sldId="157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697122271" sldId="157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792925584" sldId="157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466925857" sldId="157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140321118" sldId="157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104800599" sldId="157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564927047" sldId="157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741576471" sldId="157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821205344" sldId="157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510465459" sldId="157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219974905" sldId="158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768315392" sldId="158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379753218" sldId="158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388000904" sldId="158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2269575" sldId="158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934389282" sldId="1585"/>
        </pc:sldMkLst>
      </pc:sldChg>
    </pc:docChg>
  </pc:docChgLst>
  <pc:docChgLst>
    <pc:chgData name="Wojtek Krakowiak" userId="f72a0bb3b8a70e05" providerId="LiveId" clId="{3CD639F1-4E38-4140-9BDB-99FE4691354D}"/>
    <pc:docChg chg="undo custSel addSld delSld modSld">
      <pc:chgData name="Wojtek Krakowiak" userId="f72a0bb3b8a70e05" providerId="LiveId" clId="{3CD639F1-4E38-4140-9BDB-99FE4691354D}" dt="2024-09-28T11:17:06.024" v="477" actId="2696"/>
      <pc:docMkLst>
        <pc:docMk/>
      </pc:docMkLst>
      <pc:sldChg chg="modSp mod">
        <pc:chgData name="Wojtek Krakowiak" userId="f72a0bb3b8a70e05" providerId="LiveId" clId="{3CD639F1-4E38-4140-9BDB-99FE4691354D}" dt="2024-09-26T21:02:10.997" v="17" actId="20577"/>
        <pc:sldMkLst>
          <pc:docMk/>
          <pc:sldMk cId="1582655019" sldId="1193"/>
        </pc:sldMkLst>
      </pc:sldChg>
      <pc:sldChg chg="addSp delSp modSp mod delAnim modAnim">
        <pc:chgData name="Wojtek Krakowiak" userId="f72a0bb3b8a70e05" providerId="LiveId" clId="{3CD639F1-4E38-4140-9BDB-99FE4691354D}" dt="2024-09-28T10:56:21.226" v="420"/>
        <pc:sldMkLst>
          <pc:docMk/>
          <pc:sldMk cId="1436841305" sldId="1536"/>
        </pc:sldMkLst>
      </pc:sldChg>
      <pc:sldChg chg="addSp modSp add mod modAnim">
        <pc:chgData name="Wojtek Krakowiak" userId="f72a0bb3b8a70e05" providerId="LiveId" clId="{3CD639F1-4E38-4140-9BDB-99FE4691354D}" dt="2024-09-28T11:03:10.379" v="423"/>
        <pc:sldMkLst>
          <pc:docMk/>
          <pc:sldMk cId="2536254876" sldId="1537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4033819473" sldId="1537"/>
        </pc:sldMkLst>
      </pc:sldChg>
      <pc:sldChg chg="addSp modSp add mod modAnim">
        <pc:chgData name="Wojtek Krakowiak" userId="f72a0bb3b8a70e05" providerId="LiveId" clId="{3CD639F1-4E38-4140-9BDB-99FE4691354D}" dt="2024-09-28T11:04:02.683" v="426"/>
        <pc:sldMkLst>
          <pc:docMk/>
          <pc:sldMk cId="2027347201" sldId="1538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133453897" sldId="1538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529116222" sldId="1539"/>
        </pc:sldMkLst>
      </pc:sldChg>
      <pc:sldChg chg="addSp modSp add mod modAnim">
        <pc:chgData name="Wojtek Krakowiak" userId="f72a0bb3b8a70e05" providerId="LiveId" clId="{3CD639F1-4E38-4140-9BDB-99FE4691354D}" dt="2024-09-28T11:04:40.436" v="429"/>
        <pc:sldMkLst>
          <pc:docMk/>
          <pc:sldMk cId="2589829692" sldId="1539"/>
        </pc:sldMkLst>
      </pc:sldChg>
      <pc:sldChg chg="addSp modSp add mod modAnim">
        <pc:chgData name="Wojtek Krakowiak" userId="f72a0bb3b8a70e05" providerId="LiveId" clId="{3CD639F1-4E38-4140-9BDB-99FE4691354D}" dt="2024-09-28T11:05:34.980" v="432"/>
        <pc:sldMkLst>
          <pc:docMk/>
          <pc:sldMk cId="781149020" sldId="1540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83566425" sldId="1540"/>
        </pc:sldMkLst>
      </pc:sldChg>
      <pc:sldChg chg="addSp modSp add mod modAnim">
        <pc:chgData name="Wojtek Krakowiak" userId="f72a0bb3b8a70e05" providerId="LiveId" clId="{3CD639F1-4E38-4140-9BDB-99FE4691354D}" dt="2024-09-28T11:06:54.362" v="437"/>
        <pc:sldMkLst>
          <pc:docMk/>
          <pc:sldMk cId="2733586578" sldId="1541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3363240421" sldId="1541"/>
        </pc:sldMkLst>
      </pc:sldChg>
      <pc:sldChg chg="addSp modSp add mod modAnim">
        <pc:chgData name="Wojtek Krakowiak" userId="f72a0bb3b8a70e05" providerId="LiveId" clId="{3CD639F1-4E38-4140-9BDB-99FE4691354D}" dt="2024-09-28T11:08:02.393" v="440"/>
        <pc:sldMkLst>
          <pc:docMk/>
          <pc:sldMk cId="2230537904" sldId="1542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32559712" sldId="1542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191346416" sldId="1543"/>
        </pc:sldMkLst>
      </pc:sldChg>
      <pc:sldChg chg="addSp modSp add mod modAnim">
        <pc:chgData name="Wojtek Krakowiak" userId="f72a0bb3b8a70e05" providerId="LiveId" clId="{3CD639F1-4E38-4140-9BDB-99FE4691354D}" dt="2024-09-28T11:08:46.187" v="443"/>
        <pc:sldMkLst>
          <pc:docMk/>
          <pc:sldMk cId="514692777" sldId="1543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893001995" sldId="1544"/>
        </pc:sldMkLst>
      </pc:sldChg>
      <pc:sldChg chg="addSp modSp add mod modAnim">
        <pc:chgData name="Wojtek Krakowiak" userId="f72a0bb3b8a70e05" providerId="LiveId" clId="{3CD639F1-4E38-4140-9BDB-99FE4691354D}" dt="2024-09-28T11:09:26.074" v="446"/>
        <pc:sldMkLst>
          <pc:docMk/>
          <pc:sldMk cId="3623161485" sldId="1544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557445377" sldId="1545"/>
        </pc:sldMkLst>
      </pc:sldChg>
      <pc:sldChg chg="addSp modSp add mod modAnim">
        <pc:chgData name="Wojtek Krakowiak" userId="f72a0bb3b8a70e05" providerId="LiveId" clId="{3CD639F1-4E38-4140-9BDB-99FE4691354D}" dt="2024-09-28T11:10:17.912" v="449"/>
        <pc:sldMkLst>
          <pc:docMk/>
          <pc:sldMk cId="2016419207" sldId="1545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83042143" sldId="1546"/>
        </pc:sldMkLst>
      </pc:sldChg>
      <pc:sldChg chg="addSp modSp add mod modAnim">
        <pc:chgData name="Wojtek Krakowiak" userId="f72a0bb3b8a70e05" providerId="LiveId" clId="{3CD639F1-4E38-4140-9BDB-99FE4691354D}" dt="2024-09-28T11:11:02.688" v="452"/>
        <pc:sldMkLst>
          <pc:docMk/>
          <pc:sldMk cId="2526628054" sldId="1546"/>
        </pc:sldMkLst>
      </pc:sldChg>
      <pc:sldChg chg="addSp modSp add mod modAnim">
        <pc:chgData name="Wojtek Krakowiak" userId="f72a0bb3b8a70e05" providerId="LiveId" clId="{3CD639F1-4E38-4140-9BDB-99FE4691354D}" dt="2024-09-28T11:11:46.434" v="455"/>
        <pc:sldMkLst>
          <pc:docMk/>
          <pc:sldMk cId="2374808882" sldId="1547"/>
        </pc:sldMkLst>
      </pc:sldChg>
      <pc:sldChg chg="addSp modSp add mod modAnim">
        <pc:chgData name="Wojtek Krakowiak" userId="f72a0bb3b8a70e05" providerId="LiveId" clId="{3CD639F1-4E38-4140-9BDB-99FE4691354D}" dt="2024-09-28T11:12:35.879" v="458"/>
        <pc:sldMkLst>
          <pc:docMk/>
          <pc:sldMk cId="492620811" sldId="1548"/>
        </pc:sldMkLst>
      </pc:sldChg>
      <pc:sldChg chg="addSp modSp add mod modAnim">
        <pc:chgData name="Wojtek Krakowiak" userId="f72a0bb3b8a70e05" providerId="LiveId" clId="{3CD639F1-4E38-4140-9BDB-99FE4691354D}" dt="2024-09-28T11:13:21.193" v="461"/>
        <pc:sldMkLst>
          <pc:docMk/>
          <pc:sldMk cId="890537909" sldId="1549"/>
        </pc:sldMkLst>
      </pc:sldChg>
      <pc:sldChg chg="addSp modSp add mod modAnim">
        <pc:chgData name="Wojtek Krakowiak" userId="f72a0bb3b8a70e05" providerId="LiveId" clId="{3CD639F1-4E38-4140-9BDB-99FE4691354D}" dt="2024-09-28T11:14:07.189" v="464"/>
        <pc:sldMkLst>
          <pc:docMk/>
          <pc:sldMk cId="1449752342" sldId="1550"/>
        </pc:sldMkLst>
      </pc:sldChg>
      <pc:sldChg chg="addSp delSp modSp add mod modAnim">
        <pc:chgData name="Wojtek Krakowiak" userId="f72a0bb3b8a70e05" providerId="LiveId" clId="{3CD639F1-4E38-4140-9BDB-99FE4691354D}" dt="2024-09-28T11:14:37.674" v="467"/>
        <pc:sldMkLst>
          <pc:docMk/>
          <pc:sldMk cId="3448814210" sldId="1551"/>
        </pc:sldMkLst>
      </pc:sldChg>
      <pc:sldChg chg="addSp modSp add mod modAnim">
        <pc:chgData name="Wojtek Krakowiak" userId="f72a0bb3b8a70e05" providerId="LiveId" clId="{3CD639F1-4E38-4140-9BDB-99FE4691354D}" dt="2024-09-28T11:15:30.265" v="470"/>
        <pc:sldMkLst>
          <pc:docMk/>
          <pc:sldMk cId="3640690013" sldId="1552"/>
        </pc:sldMkLst>
      </pc:sldChg>
      <pc:sldChg chg="addSp modSp add mod modAnim">
        <pc:chgData name="Wojtek Krakowiak" userId="f72a0bb3b8a70e05" providerId="LiveId" clId="{3CD639F1-4E38-4140-9BDB-99FE4691354D}" dt="2024-09-28T11:16:11.521" v="473"/>
        <pc:sldMkLst>
          <pc:docMk/>
          <pc:sldMk cId="818123351" sldId="1553"/>
        </pc:sldMkLst>
      </pc:sldChg>
      <pc:sldChg chg="addSp modSp add mod modAnim">
        <pc:chgData name="Wojtek Krakowiak" userId="f72a0bb3b8a70e05" providerId="LiveId" clId="{3CD639F1-4E38-4140-9BDB-99FE4691354D}" dt="2024-09-28T11:17:01.007" v="476"/>
        <pc:sldMkLst>
          <pc:docMk/>
          <pc:sldMk cId="3198797024" sldId="1554"/>
        </pc:sldMkLst>
      </pc:sldChg>
      <pc:sldChg chg="add del">
        <pc:chgData name="Wojtek Krakowiak" userId="f72a0bb3b8a70e05" providerId="LiveId" clId="{3CD639F1-4E38-4140-9BDB-99FE4691354D}" dt="2024-09-28T11:17:06.024" v="477" actId="2696"/>
        <pc:sldMkLst>
          <pc:docMk/>
          <pc:sldMk cId="903981950" sldId="1555"/>
        </pc:sldMkLst>
      </pc:sldChg>
    </pc:docChg>
  </pc:docChgLst>
  <pc:docChgLst>
    <pc:chgData name="Wojtek Krakowiak" userId="f72a0bb3b8a70e05" providerId="LiveId" clId="{796D8754-81B5-47E0-B92F-00D37F8C2924}"/>
    <pc:docChg chg="undo custSel addSld delSld modSld">
      <pc:chgData name="Wojtek Krakowiak" userId="f72a0bb3b8a70e05" providerId="LiveId" clId="{796D8754-81B5-47E0-B92F-00D37F8C2924}" dt="2024-12-22T21:51:28.638" v="32337" actId="20577"/>
      <pc:docMkLst>
        <pc:docMk/>
      </pc:docMkLst>
      <pc:sldChg chg="modSp add del mod">
        <pc:chgData name="Wojtek Krakowiak" userId="f72a0bb3b8a70e05" providerId="LiveId" clId="{796D8754-81B5-47E0-B92F-00D37F8C2924}" dt="2024-12-22T16:10:53.029" v="23" actId="20577"/>
        <pc:sldMkLst>
          <pc:docMk/>
          <pc:sldMk cId="1582655019" sldId="1193"/>
        </pc:sldMkLst>
      </pc:sldChg>
      <pc:sldChg chg="delSp modSp add del mod delAnim modAnim">
        <pc:chgData name="Wojtek Krakowiak" userId="f72a0bb3b8a70e05" providerId="LiveId" clId="{796D8754-81B5-47E0-B92F-00D37F8C2924}" dt="2024-12-22T16:14:38.576" v="59" actId="478"/>
        <pc:sldMkLst>
          <pc:docMk/>
          <pc:sldMk cId="1436841305" sldId="1536"/>
        </pc:sldMkLst>
      </pc:sldChg>
      <pc:sldChg chg="modSp add mod modAnim">
        <pc:chgData name="Wojtek Krakowiak" userId="f72a0bb3b8a70e05" providerId="LiveId" clId="{796D8754-81B5-47E0-B92F-00D37F8C2924}" dt="2024-12-22T16:15:45.603" v="89" actId="20577"/>
        <pc:sldMkLst>
          <pc:docMk/>
          <pc:sldMk cId="2198573684" sldId="1537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536254876" sldId="1537"/>
        </pc:sldMkLst>
      </pc:sldChg>
      <pc:sldChg chg="modSp add mod modAnim">
        <pc:chgData name="Wojtek Krakowiak" userId="f72a0bb3b8a70e05" providerId="LiveId" clId="{796D8754-81B5-47E0-B92F-00D37F8C2924}" dt="2024-12-22T16:17:16.319" v="134" actId="20577"/>
        <pc:sldMkLst>
          <pc:docMk/>
          <pc:sldMk cId="820558802" sldId="1538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027347201" sldId="1538"/>
        </pc:sldMkLst>
      </pc:sldChg>
      <pc:sldChg chg="modSp add mod">
        <pc:chgData name="Wojtek Krakowiak" userId="f72a0bb3b8a70e05" providerId="LiveId" clId="{796D8754-81B5-47E0-B92F-00D37F8C2924}" dt="2024-12-22T16:17:37.757" v="152" actId="20577"/>
        <pc:sldMkLst>
          <pc:docMk/>
          <pc:sldMk cId="1526319579" sldId="1539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589829692" sldId="1539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781149020" sldId="1540"/>
        </pc:sldMkLst>
      </pc:sldChg>
      <pc:sldChg chg="modSp add mod">
        <pc:chgData name="Wojtek Krakowiak" userId="f72a0bb3b8a70e05" providerId="LiveId" clId="{796D8754-81B5-47E0-B92F-00D37F8C2924}" dt="2024-12-22T16:18:13.546" v="175" actId="313"/>
        <pc:sldMkLst>
          <pc:docMk/>
          <pc:sldMk cId="967402613" sldId="1540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733586578" sldId="1541"/>
        </pc:sldMkLst>
      </pc:sldChg>
      <pc:sldChg chg="modSp add mod modAnim">
        <pc:chgData name="Wojtek Krakowiak" userId="f72a0bb3b8a70e05" providerId="LiveId" clId="{796D8754-81B5-47E0-B92F-00D37F8C2924}" dt="2024-12-22T16:18:34.637" v="193" actId="20577"/>
        <pc:sldMkLst>
          <pc:docMk/>
          <pc:sldMk cId="3056023808" sldId="1541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230537904" sldId="1542"/>
        </pc:sldMkLst>
      </pc:sldChg>
      <pc:sldChg chg="modSp add mod modAnim">
        <pc:chgData name="Wojtek Krakowiak" userId="f72a0bb3b8a70e05" providerId="LiveId" clId="{796D8754-81B5-47E0-B92F-00D37F8C2924}" dt="2024-12-22T16:24:21.664" v="225" actId="20577"/>
        <pc:sldMkLst>
          <pc:docMk/>
          <pc:sldMk cId="3345113932" sldId="1542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514692777" sldId="1543"/>
        </pc:sldMkLst>
      </pc:sldChg>
      <pc:sldChg chg="modSp add mod modAnim">
        <pc:chgData name="Wojtek Krakowiak" userId="f72a0bb3b8a70e05" providerId="LiveId" clId="{796D8754-81B5-47E0-B92F-00D37F8C2924}" dt="2024-12-22T16:25:07.949" v="273" actId="20577"/>
        <pc:sldMkLst>
          <pc:docMk/>
          <pc:sldMk cId="3232527991" sldId="1543"/>
        </pc:sldMkLst>
      </pc:sldChg>
      <pc:sldChg chg="modSp add mod modAnim">
        <pc:chgData name="Wojtek Krakowiak" userId="f72a0bb3b8a70e05" providerId="LiveId" clId="{796D8754-81B5-47E0-B92F-00D37F8C2924}" dt="2024-12-22T16:25:45.017" v="317" actId="20577"/>
        <pc:sldMkLst>
          <pc:docMk/>
          <pc:sldMk cId="2799724335" sldId="1544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623161485" sldId="1544"/>
        </pc:sldMkLst>
      </pc:sldChg>
      <pc:sldChg chg="modSp add mod modAnim">
        <pc:chgData name="Wojtek Krakowiak" userId="f72a0bb3b8a70e05" providerId="LiveId" clId="{796D8754-81B5-47E0-B92F-00D37F8C2924}" dt="2024-12-22T16:26:44.059" v="381" actId="20577"/>
        <pc:sldMkLst>
          <pc:docMk/>
          <pc:sldMk cId="1130009260" sldId="1545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016419207" sldId="1545"/>
        </pc:sldMkLst>
      </pc:sldChg>
      <pc:sldChg chg="modSp add mod modAnim">
        <pc:chgData name="Wojtek Krakowiak" userId="f72a0bb3b8a70e05" providerId="LiveId" clId="{796D8754-81B5-47E0-B92F-00D37F8C2924}" dt="2024-12-22T16:27:15.784" v="410" actId="20577"/>
        <pc:sldMkLst>
          <pc:docMk/>
          <pc:sldMk cId="1391221062" sldId="1546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526628054" sldId="1546"/>
        </pc:sldMkLst>
      </pc:sldChg>
      <pc:sldChg chg="modSp add mod modAnim">
        <pc:chgData name="Wojtek Krakowiak" userId="f72a0bb3b8a70e05" providerId="LiveId" clId="{796D8754-81B5-47E0-B92F-00D37F8C2924}" dt="2024-12-22T16:27:38.701" v="429" actId="20577"/>
        <pc:sldMkLst>
          <pc:docMk/>
          <pc:sldMk cId="1833483313" sldId="1547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374808882" sldId="1547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492620811" sldId="1548"/>
        </pc:sldMkLst>
      </pc:sldChg>
      <pc:sldChg chg="modSp add mod">
        <pc:chgData name="Wojtek Krakowiak" userId="f72a0bb3b8a70e05" providerId="LiveId" clId="{796D8754-81B5-47E0-B92F-00D37F8C2924}" dt="2024-12-22T16:28:08.942" v="448" actId="20577"/>
        <pc:sldMkLst>
          <pc:docMk/>
          <pc:sldMk cId="1086841712" sldId="1548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890537909" sldId="1549"/>
        </pc:sldMkLst>
      </pc:sldChg>
      <pc:sldChg chg="modSp add mod">
        <pc:chgData name="Wojtek Krakowiak" userId="f72a0bb3b8a70e05" providerId="LiveId" clId="{796D8754-81B5-47E0-B92F-00D37F8C2924}" dt="2024-12-22T16:28:31.481" v="458" actId="20577"/>
        <pc:sldMkLst>
          <pc:docMk/>
          <pc:sldMk cId="2626008089" sldId="1549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1449752342" sldId="1550"/>
        </pc:sldMkLst>
      </pc:sldChg>
      <pc:sldChg chg="modSp add mod modAnim">
        <pc:chgData name="Wojtek Krakowiak" userId="f72a0bb3b8a70e05" providerId="LiveId" clId="{796D8754-81B5-47E0-B92F-00D37F8C2924}" dt="2024-12-22T16:28:51.790" v="477" actId="20577"/>
        <pc:sldMkLst>
          <pc:docMk/>
          <pc:sldMk cId="1806706725" sldId="1550"/>
        </pc:sldMkLst>
      </pc:sldChg>
      <pc:sldChg chg="modSp add mod modAnim">
        <pc:chgData name="Wojtek Krakowiak" userId="f72a0bb3b8a70e05" providerId="LiveId" clId="{796D8754-81B5-47E0-B92F-00D37F8C2924}" dt="2024-12-22T16:29:16.100" v="508" actId="20577"/>
        <pc:sldMkLst>
          <pc:docMk/>
          <pc:sldMk cId="425965751" sldId="1551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448814210" sldId="1551"/>
        </pc:sldMkLst>
      </pc:sldChg>
      <pc:sldChg chg="modSp add mod modAnim">
        <pc:chgData name="Wojtek Krakowiak" userId="f72a0bb3b8a70e05" providerId="LiveId" clId="{796D8754-81B5-47E0-B92F-00D37F8C2924}" dt="2024-12-22T16:29:34.314" v="533" actId="20577"/>
        <pc:sldMkLst>
          <pc:docMk/>
          <pc:sldMk cId="2554876264" sldId="1552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640690013" sldId="1552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818123351" sldId="1553"/>
        </pc:sldMkLst>
      </pc:sldChg>
      <pc:sldChg chg="modSp add mod modAnim">
        <pc:chgData name="Wojtek Krakowiak" userId="f72a0bb3b8a70e05" providerId="LiveId" clId="{796D8754-81B5-47E0-B92F-00D37F8C2924}" dt="2024-12-22T16:30:10.070" v="573" actId="20577"/>
        <pc:sldMkLst>
          <pc:docMk/>
          <pc:sldMk cId="2655570199" sldId="1553"/>
        </pc:sldMkLst>
      </pc:sldChg>
      <pc:sldChg chg="add">
        <pc:chgData name="Wojtek Krakowiak" userId="f72a0bb3b8a70e05" providerId="LiveId" clId="{796D8754-81B5-47E0-B92F-00D37F8C2924}" dt="2024-12-22T16:30:18.133" v="574" actId="2890"/>
        <pc:sldMkLst>
          <pc:docMk/>
          <pc:sldMk cId="2574645317" sldId="1554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198797024" sldId="1554"/>
        </pc:sldMkLst>
      </pc:sldChg>
      <pc:sldChg chg="modSp add mod modAnim">
        <pc:chgData name="Wojtek Krakowiak" userId="f72a0bb3b8a70e05" providerId="LiveId" clId="{796D8754-81B5-47E0-B92F-00D37F8C2924}" dt="2024-12-22T16:31:12.768" v="594" actId="20577"/>
        <pc:sldMkLst>
          <pc:docMk/>
          <pc:sldMk cId="3438650182" sldId="1555"/>
        </pc:sldMkLst>
      </pc:sldChg>
      <pc:sldChg chg="modSp add mod modAnim">
        <pc:chgData name="Wojtek Krakowiak" userId="f72a0bb3b8a70e05" providerId="LiveId" clId="{796D8754-81B5-47E0-B92F-00D37F8C2924}" dt="2024-12-22T16:32:48.886" v="627" actId="20577"/>
        <pc:sldMkLst>
          <pc:docMk/>
          <pc:sldMk cId="1924520805" sldId="1556"/>
        </pc:sldMkLst>
      </pc:sldChg>
      <pc:sldChg chg="modSp add mod">
        <pc:chgData name="Wojtek Krakowiak" userId="f72a0bb3b8a70e05" providerId="LiveId" clId="{796D8754-81B5-47E0-B92F-00D37F8C2924}" dt="2024-12-22T16:33:09.752" v="640" actId="5793"/>
        <pc:sldMkLst>
          <pc:docMk/>
          <pc:sldMk cId="1318923488" sldId="1557"/>
        </pc:sldMkLst>
      </pc:sldChg>
      <pc:sldChg chg="modSp add mod">
        <pc:chgData name="Wojtek Krakowiak" userId="f72a0bb3b8a70e05" providerId="LiveId" clId="{796D8754-81B5-47E0-B92F-00D37F8C2924}" dt="2024-12-22T16:33:36.670" v="665" actId="20577"/>
        <pc:sldMkLst>
          <pc:docMk/>
          <pc:sldMk cId="2483117845" sldId="1558"/>
        </pc:sldMkLst>
      </pc:sldChg>
      <pc:sldChg chg="modSp add mod modAnim">
        <pc:chgData name="Wojtek Krakowiak" userId="f72a0bb3b8a70e05" providerId="LiveId" clId="{796D8754-81B5-47E0-B92F-00D37F8C2924}" dt="2024-12-22T16:38:21.618" v="922" actId="20577"/>
        <pc:sldMkLst>
          <pc:docMk/>
          <pc:sldMk cId="1037892226" sldId="1559"/>
        </pc:sldMkLst>
      </pc:sldChg>
      <pc:sldChg chg="modSp add mod modAnim">
        <pc:chgData name="Wojtek Krakowiak" userId="f72a0bb3b8a70e05" providerId="LiveId" clId="{796D8754-81B5-47E0-B92F-00D37F8C2924}" dt="2024-12-22T16:35:37.310" v="732" actId="20577"/>
        <pc:sldMkLst>
          <pc:docMk/>
          <pc:sldMk cId="4254334823" sldId="1560"/>
        </pc:sldMkLst>
      </pc:sldChg>
      <pc:sldChg chg="modSp add mod modAnim">
        <pc:chgData name="Wojtek Krakowiak" userId="f72a0bb3b8a70e05" providerId="LiveId" clId="{796D8754-81B5-47E0-B92F-00D37F8C2924}" dt="2024-12-22T16:38:18.589" v="920" actId="20577"/>
        <pc:sldMkLst>
          <pc:docMk/>
          <pc:sldMk cId="3384780921" sldId="1561"/>
        </pc:sldMkLst>
      </pc:sldChg>
      <pc:sldChg chg="modSp add mod modAnim">
        <pc:chgData name="Wojtek Krakowiak" userId="f72a0bb3b8a70e05" providerId="LiveId" clId="{796D8754-81B5-47E0-B92F-00D37F8C2924}" dt="2024-12-22T16:38:15.545" v="918" actId="20577"/>
        <pc:sldMkLst>
          <pc:docMk/>
          <pc:sldMk cId="1328236640" sldId="1562"/>
        </pc:sldMkLst>
      </pc:sldChg>
      <pc:sldChg chg="modSp add mod">
        <pc:chgData name="Wojtek Krakowiak" userId="f72a0bb3b8a70e05" providerId="LiveId" clId="{796D8754-81B5-47E0-B92F-00D37F8C2924}" dt="2024-12-22T16:38:13.050" v="916" actId="20577"/>
        <pc:sldMkLst>
          <pc:docMk/>
          <pc:sldMk cId="1892551816" sldId="1563"/>
        </pc:sldMkLst>
      </pc:sldChg>
      <pc:sldChg chg="modSp add mod">
        <pc:chgData name="Wojtek Krakowiak" userId="f72a0bb3b8a70e05" providerId="LiveId" clId="{796D8754-81B5-47E0-B92F-00D37F8C2924}" dt="2024-12-22T16:38:08.800" v="914" actId="20577"/>
        <pc:sldMkLst>
          <pc:docMk/>
          <pc:sldMk cId="1116143262" sldId="1564"/>
        </pc:sldMkLst>
      </pc:sldChg>
      <pc:sldChg chg="modSp add mod modAnim">
        <pc:chgData name="Wojtek Krakowiak" userId="f72a0bb3b8a70e05" providerId="LiveId" clId="{796D8754-81B5-47E0-B92F-00D37F8C2924}" dt="2024-12-22T16:39:37.721" v="980" actId="20577"/>
        <pc:sldMkLst>
          <pc:docMk/>
          <pc:sldMk cId="1790433172" sldId="1565"/>
        </pc:sldMkLst>
      </pc:sldChg>
      <pc:sldChg chg="modSp add mod modAnim">
        <pc:chgData name="Wojtek Krakowiak" userId="f72a0bb3b8a70e05" providerId="LiveId" clId="{796D8754-81B5-47E0-B92F-00D37F8C2924}" dt="2024-12-22T16:40:04.571" v="1010" actId="20577"/>
        <pc:sldMkLst>
          <pc:docMk/>
          <pc:sldMk cId="3503619224" sldId="1566"/>
        </pc:sldMkLst>
      </pc:sldChg>
      <pc:sldChg chg="modSp add mod">
        <pc:chgData name="Wojtek Krakowiak" userId="f72a0bb3b8a70e05" providerId="LiveId" clId="{796D8754-81B5-47E0-B92F-00D37F8C2924}" dt="2024-12-22T16:40:38.248" v="1032" actId="20577"/>
        <pc:sldMkLst>
          <pc:docMk/>
          <pc:sldMk cId="1998056541" sldId="1567"/>
        </pc:sldMkLst>
      </pc:sldChg>
      <pc:sldChg chg="modSp add mod modAnim">
        <pc:chgData name="Wojtek Krakowiak" userId="f72a0bb3b8a70e05" providerId="LiveId" clId="{796D8754-81B5-47E0-B92F-00D37F8C2924}" dt="2024-12-22T17:45:58.705" v="31790" actId="20577"/>
        <pc:sldMkLst>
          <pc:docMk/>
          <pc:sldMk cId="80482478" sldId="1568"/>
        </pc:sldMkLst>
      </pc:sldChg>
      <pc:sldChg chg="modSp add mod">
        <pc:chgData name="Wojtek Krakowiak" userId="f72a0bb3b8a70e05" providerId="LiveId" clId="{796D8754-81B5-47E0-B92F-00D37F8C2924}" dt="2024-12-22T20:19:03.493" v="31831" actId="20577"/>
        <pc:sldMkLst>
          <pc:docMk/>
          <pc:sldMk cId="2655817947" sldId="1569"/>
        </pc:sldMkLst>
      </pc:sldChg>
      <pc:sldChg chg="modSp add mod">
        <pc:chgData name="Wojtek Krakowiak" userId="f72a0bb3b8a70e05" providerId="LiveId" clId="{796D8754-81B5-47E0-B92F-00D37F8C2924}" dt="2024-12-22T20:20:27.320" v="31882" actId="20577"/>
        <pc:sldMkLst>
          <pc:docMk/>
          <pc:sldMk cId="3496728488" sldId="1570"/>
        </pc:sldMkLst>
      </pc:sldChg>
      <pc:sldChg chg="modSp add mod">
        <pc:chgData name="Wojtek Krakowiak" userId="f72a0bb3b8a70e05" providerId="LiveId" clId="{796D8754-81B5-47E0-B92F-00D37F8C2924}" dt="2024-12-22T20:21:17.681" v="31920" actId="20577"/>
        <pc:sldMkLst>
          <pc:docMk/>
          <pc:sldMk cId="1697122271" sldId="1571"/>
        </pc:sldMkLst>
      </pc:sldChg>
      <pc:sldChg chg="modSp add mod">
        <pc:chgData name="Wojtek Krakowiak" userId="f72a0bb3b8a70e05" providerId="LiveId" clId="{796D8754-81B5-47E0-B92F-00D37F8C2924}" dt="2024-12-22T20:21:47.990" v="31954" actId="20577"/>
        <pc:sldMkLst>
          <pc:docMk/>
          <pc:sldMk cId="792925584" sldId="1572"/>
        </pc:sldMkLst>
      </pc:sldChg>
      <pc:sldChg chg="modSp add mod">
        <pc:chgData name="Wojtek Krakowiak" userId="f72a0bb3b8a70e05" providerId="LiveId" clId="{796D8754-81B5-47E0-B92F-00D37F8C2924}" dt="2024-12-22T20:22:07.024" v="31972" actId="20577"/>
        <pc:sldMkLst>
          <pc:docMk/>
          <pc:sldMk cId="1466925857" sldId="1573"/>
        </pc:sldMkLst>
      </pc:sldChg>
      <pc:sldChg chg="modSp add mod">
        <pc:chgData name="Wojtek Krakowiak" userId="f72a0bb3b8a70e05" providerId="LiveId" clId="{796D8754-81B5-47E0-B92F-00D37F8C2924}" dt="2024-12-22T20:22:41.510" v="32003" actId="20577"/>
        <pc:sldMkLst>
          <pc:docMk/>
          <pc:sldMk cId="4140321118" sldId="1574"/>
        </pc:sldMkLst>
      </pc:sldChg>
      <pc:sldChg chg="modSp add mod">
        <pc:chgData name="Wojtek Krakowiak" userId="f72a0bb3b8a70e05" providerId="LiveId" clId="{796D8754-81B5-47E0-B92F-00D37F8C2924}" dt="2024-12-22T20:23:14.281" v="32023" actId="20577"/>
        <pc:sldMkLst>
          <pc:docMk/>
          <pc:sldMk cId="2104800599" sldId="1575"/>
        </pc:sldMkLst>
      </pc:sldChg>
      <pc:sldChg chg="modSp add mod">
        <pc:chgData name="Wojtek Krakowiak" userId="f72a0bb3b8a70e05" providerId="LiveId" clId="{796D8754-81B5-47E0-B92F-00D37F8C2924}" dt="2024-12-22T20:24:03.075" v="32073" actId="20577"/>
        <pc:sldMkLst>
          <pc:docMk/>
          <pc:sldMk cId="3564927047" sldId="1576"/>
        </pc:sldMkLst>
      </pc:sldChg>
      <pc:sldChg chg="modSp add mod">
        <pc:chgData name="Wojtek Krakowiak" userId="f72a0bb3b8a70e05" providerId="LiveId" clId="{796D8754-81B5-47E0-B92F-00D37F8C2924}" dt="2024-12-22T20:24:46.527" v="32098" actId="20577"/>
        <pc:sldMkLst>
          <pc:docMk/>
          <pc:sldMk cId="3741576471" sldId="1577"/>
        </pc:sldMkLst>
      </pc:sldChg>
      <pc:sldChg chg="modSp add mod">
        <pc:chgData name="Wojtek Krakowiak" userId="f72a0bb3b8a70e05" providerId="LiveId" clId="{796D8754-81B5-47E0-B92F-00D37F8C2924}" dt="2024-12-22T20:25:05.056" v="32107" actId="20577"/>
        <pc:sldMkLst>
          <pc:docMk/>
          <pc:sldMk cId="821205344" sldId="1578"/>
        </pc:sldMkLst>
      </pc:sldChg>
      <pc:sldChg chg="modSp add mod">
        <pc:chgData name="Wojtek Krakowiak" userId="f72a0bb3b8a70e05" providerId="LiveId" clId="{796D8754-81B5-47E0-B92F-00D37F8C2924}" dt="2024-12-22T20:26:02.899" v="32129" actId="20577"/>
        <pc:sldMkLst>
          <pc:docMk/>
          <pc:sldMk cId="3510465459" sldId="1579"/>
        </pc:sldMkLst>
      </pc:sldChg>
      <pc:sldChg chg="modSp add mod">
        <pc:chgData name="Wojtek Krakowiak" userId="f72a0bb3b8a70e05" providerId="LiveId" clId="{796D8754-81B5-47E0-B92F-00D37F8C2924}" dt="2024-12-22T21:49:29.229" v="32187" actId="20577"/>
        <pc:sldMkLst>
          <pc:docMk/>
          <pc:sldMk cId="3219974905" sldId="1580"/>
        </pc:sldMkLst>
      </pc:sldChg>
      <pc:sldChg chg="modSp add mod">
        <pc:chgData name="Wojtek Krakowiak" userId="f72a0bb3b8a70e05" providerId="LiveId" clId="{796D8754-81B5-47E0-B92F-00D37F8C2924}" dt="2024-12-22T21:49:47.432" v="32210" actId="20577"/>
        <pc:sldMkLst>
          <pc:docMk/>
          <pc:sldMk cId="1768315392" sldId="1581"/>
        </pc:sldMkLst>
      </pc:sldChg>
      <pc:sldChg chg="modSp add mod">
        <pc:chgData name="Wojtek Krakowiak" userId="f72a0bb3b8a70e05" providerId="LiveId" clId="{796D8754-81B5-47E0-B92F-00D37F8C2924}" dt="2024-12-22T21:50:15.852" v="32264" actId="20577"/>
        <pc:sldMkLst>
          <pc:docMk/>
          <pc:sldMk cId="2379753218" sldId="1582"/>
        </pc:sldMkLst>
      </pc:sldChg>
      <pc:sldChg chg="add">
        <pc:chgData name="Wojtek Krakowiak" userId="f72a0bb3b8a70e05" providerId="LiveId" clId="{796D8754-81B5-47E0-B92F-00D37F8C2924}" dt="2024-12-22T21:50:18.438" v="32265" actId="2890"/>
        <pc:sldMkLst>
          <pc:docMk/>
          <pc:sldMk cId="2388000904" sldId="1583"/>
        </pc:sldMkLst>
      </pc:sldChg>
      <pc:sldChg chg="modSp add mod">
        <pc:chgData name="Wojtek Krakowiak" userId="f72a0bb3b8a70e05" providerId="LiveId" clId="{796D8754-81B5-47E0-B92F-00D37F8C2924}" dt="2024-12-22T21:51:28.638" v="32337" actId="20577"/>
        <pc:sldMkLst>
          <pc:docMk/>
          <pc:sldMk cId="42269575" sldId="1584"/>
        </pc:sldMkLst>
      </pc:sldChg>
      <pc:sldChg chg="modSp add mod">
        <pc:chgData name="Wojtek Krakowiak" userId="f72a0bb3b8a70e05" providerId="LiveId" clId="{796D8754-81B5-47E0-B92F-00D37F8C2924}" dt="2024-12-22T21:51:22.923" v="32335" actId="20577"/>
        <pc:sldMkLst>
          <pc:docMk/>
          <pc:sldMk cId="2934389282" sldId="15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28.08.2025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2.mp3"/><Relationship Id="rId1" Type="http://schemas.microsoft.com/office/2007/relationships/media" Target="../media/media32.mp3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6.mp3"/><Relationship Id="rId1" Type="http://schemas.microsoft.com/office/2007/relationships/media" Target="../media/media36.mp3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7.mp3"/><Relationship Id="rId1" Type="http://schemas.microsoft.com/office/2007/relationships/media" Target="../media/media37.mp3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8.mp3"/><Relationship Id="rId1" Type="http://schemas.microsoft.com/office/2007/relationships/media" Target="../media/media38.mp3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9.mp3"/><Relationship Id="rId1" Type="http://schemas.microsoft.com/office/2007/relationships/media" Target="../media/media39.mp3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0.mp3"/><Relationship Id="rId1" Type="http://schemas.microsoft.com/office/2007/relationships/media" Target="../media/media40.mp3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1.mp3"/><Relationship Id="rId1" Type="http://schemas.microsoft.com/office/2007/relationships/media" Target="../media/media41.mp3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2.mp3"/><Relationship Id="rId1" Type="http://schemas.microsoft.com/office/2007/relationships/media" Target="../media/media42.mp3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3.mp3"/><Relationship Id="rId1" Type="http://schemas.microsoft.com/office/2007/relationships/media" Target="../media/media43.mp3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4.mp3"/><Relationship Id="rId1" Type="http://schemas.microsoft.com/office/2007/relationships/media" Target="../media/media44.mp3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5.mp3"/><Relationship Id="rId1" Type="http://schemas.microsoft.com/office/2007/relationships/media" Target="../media/media45.mp3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6.mp3"/><Relationship Id="rId1" Type="http://schemas.microsoft.com/office/2007/relationships/media" Target="../media/media46.mp3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7.mp3"/><Relationship Id="rId1" Type="http://schemas.microsoft.com/office/2007/relationships/media" Target="../media/media47.mp3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8.mp3"/><Relationship Id="rId1" Type="http://schemas.microsoft.com/office/2007/relationships/media" Target="../media/media48.mp3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9.mp3"/><Relationship Id="rId1" Type="http://schemas.microsoft.com/office/2007/relationships/media" Target="../media/media49.mp3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0.mp3"/><Relationship Id="rId1" Type="http://schemas.microsoft.com/office/2007/relationships/media" Target="../media/media50.mp3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1.mp3"/><Relationship Id="rId1" Type="http://schemas.microsoft.com/office/2007/relationships/media" Target="../media/media51.mp3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2.mp3"/><Relationship Id="rId1" Type="http://schemas.microsoft.com/office/2007/relationships/media" Target="../media/media52.mp3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3.mp3"/><Relationship Id="rId1" Type="http://schemas.microsoft.com/office/2007/relationships/media" Target="../media/media53.mp3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4.mp3"/><Relationship Id="rId1" Type="http://schemas.microsoft.com/office/2007/relationships/media" Target="../media/media54.mp3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5.mp3"/><Relationship Id="rId1" Type="http://schemas.microsoft.com/office/2007/relationships/media" Target="../media/media55.mp3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6.mp3"/><Relationship Id="rId1" Type="http://schemas.microsoft.com/office/2007/relationships/media" Target="../media/media56.mp3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7.mp3"/><Relationship Id="rId1" Type="http://schemas.microsoft.com/office/2007/relationships/media" Target="../media/media57.mp3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8.mp3"/><Relationship Id="rId1" Type="http://schemas.microsoft.com/office/2007/relationships/media" Target="../media/media58.mp3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9.mp3"/><Relationship Id="rId1" Type="http://schemas.microsoft.com/office/2007/relationships/media" Target="../media/media59.mp3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0.mp3"/><Relationship Id="rId1" Type="http://schemas.microsoft.com/office/2007/relationships/media" Target="../media/media60.mp3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0.mp3"/><Relationship Id="rId1" Type="http://schemas.microsoft.com/office/2007/relationships/media" Target="../media/media60.mp3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1.mp3"/><Relationship Id="rId1" Type="http://schemas.microsoft.com/office/2007/relationships/media" Target="../media/media61.mp3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2.mp3"/><Relationship Id="rId1" Type="http://schemas.microsoft.com/office/2007/relationships/media" Target="../media/media62.mp3"/><Relationship Id="rId4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3.mp3"/><Relationship Id="rId1" Type="http://schemas.microsoft.com/office/2007/relationships/media" Target="../media/media63.mp3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4.mp3"/><Relationship Id="rId1" Type="http://schemas.microsoft.com/office/2007/relationships/media" Target="../media/media64.mp3"/><Relationship Id="rId4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5.mp3"/><Relationship Id="rId1" Type="http://schemas.microsoft.com/office/2007/relationships/media" Target="../media/media65.mp3"/><Relationship Id="rId4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6.mp3"/><Relationship Id="rId1" Type="http://schemas.microsoft.com/office/2007/relationships/media" Target="../media/media66.mp3"/><Relationship Id="rId4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7.mp3"/><Relationship Id="rId1" Type="http://schemas.microsoft.com/office/2007/relationships/media" Target="../media/media67.mp3"/><Relationship Id="rId4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8.mp3"/><Relationship Id="rId1" Type="http://schemas.microsoft.com/office/2007/relationships/media" Target="../media/media68.mp3"/><Relationship Id="rId4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9.mp3"/><Relationship Id="rId1" Type="http://schemas.microsoft.com/office/2007/relationships/media" Target="../media/media69.mp3"/><Relationship Id="rId4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0.mp3"/><Relationship Id="rId1" Type="http://schemas.microsoft.com/office/2007/relationships/media" Target="../media/media70.mp3"/><Relationship Id="rId4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0.mp3"/><Relationship Id="rId1" Type="http://schemas.microsoft.com/office/2007/relationships/media" Target="../media/media70.mp3"/><Relationship Id="rId4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1.mp3"/><Relationship Id="rId1" Type="http://schemas.microsoft.com/office/2007/relationships/media" Target="../media/media71.mp3"/><Relationship Id="rId4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2.mp3"/><Relationship Id="rId1" Type="http://schemas.microsoft.com/office/2007/relationships/media" Target="../media/media72.mp3"/><Relationship Id="rId4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3.mp3"/><Relationship Id="rId1" Type="http://schemas.microsoft.com/office/2007/relationships/media" Target="../media/media73.mp3"/><Relationship Id="rId4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4.mp3"/><Relationship Id="rId1" Type="http://schemas.microsoft.com/office/2007/relationships/media" Target="../media/media74.mp3"/><Relationship Id="rId4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5.mp3"/><Relationship Id="rId1" Type="http://schemas.microsoft.com/office/2007/relationships/media" Target="../media/media75.mp3"/><Relationship Id="rId4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6.mp3"/><Relationship Id="rId1" Type="http://schemas.microsoft.com/office/2007/relationships/media" Target="../media/media76.mp3"/><Relationship Id="rId4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7.mp3"/><Relationship Id="rId1" Type="http://schemas.microsoft.com/office/2007/relationships/media" Target="../media/media77.mp3"/><Relationship Id="rId4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8.mp3"/><Relationship Id="rId1" Type="http://schemas.microsoft.com/office/2007/relationships/media" Target="../media/media78.mp3"/><Relationship Id="rId4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9.mp3"/><Relationship Id="rId1" Type="http://schemas.microsoft.com/office/2007/relationships/media" Target="../media/media79.mp3"/><Relationship Id="rId4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0.mp3"/><Relationship Id="rId1" Type="http://schemas.microsoft.com/office/2007/relationships/media" Target="../media/media80.mp3"/><Relationship Id="rId4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1.mp3"/><Relationship Id="rId1" Type="http://schemas.microsoft.com/office/2007/relationships/media" Target="../media/media81.mp3"/><Relationship Id="rId4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2.mp3"/><Relationship Id="rId1" Type="http://schemas.microsoft.com/office/2007/relationships/media" Target="../media/media82.mp3"/><Relationship Id="rId4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3.mp3"/><Relationship Id="rId1" Type="http://schemas.microsoft.com/office/2007/relationships/media" Target="../media/media83.mp3"/><Relationship Id="rId4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4.mp3"/><Relationship Id="rId1" Type="http://schemas.microsoft.com/office/2007/relationships/media" Target="../media/media84.mp3"/><Relationship Id="rId4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5.mp3"/><Relationship Id="rId1" Type="http://schemas.microsoft.com/office/2007/relationships/media" Target="../media/media85.mp3"/><Relationship Id="rId4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6.mp3"/><Relationship Id="rId1" Type="http://schemas.microsoft.com/office/2007/relationships/media" Target="../media/media86.mp3"/><Relationship Id="rId4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7.mp3"/><Relationship Id="rId1" Type="http://schemas.microsoft.com/office/2007/relationships/media" Target="../media/media87.mp3"/><Relationship Id="rId4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8.mp3"/><Relationship Id="rId1" Type="http://schemas.microsoft.com/office/2007/relationships/media" Target="../media/media88.mp3"/><Relationship Id="rId4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9.mp3"/><Relationship Id="rId1" Type="http://schemas.microsoft.com/office/2007/relationships/media" Target="../media/media89.mp3"/><Relationship Id="rId4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0.mp3"/><Relationship Id="rId1" Type="http://schemas.microsoft.com/office/2007/relationships/media" Target="../media/media90.mp3"/><Relationship Id="rId4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1.mp3"/><Relationship Id="rId1" Type="http://schemas.microsoft.com/office/2007/relationships/media" Target="../media/media91.mp3"/><Relationship Id="rId4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2.mp3"/><Relationship Id="rId1" Type="http://schemas.microsoft.com/office/2007/relationships/media" Target="../media/media92.mp3"/><Relationship Id="rId4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3.mp3"/><Relationship Id="rId1" Type="http://schemas.microsoft.com/office/2007/relationships/media" Target="../media/media93.mp3"/><Relationship Id="rId4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4.mp3"/><Relationship Id="rId1" Type="http://schemas.microsoft.com/office/2007/relationships/media" Target="../media/media94.mp3"/><Relationship Id="rId4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5.mp3"/><Relationship Id="rId1" Type="http://schemas.microsoft.com/office/2007/relationships/media" Target="../media/media95.mp3"/><Relationship Id="rId4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6.mp3"/><Relationship Id="rId1" Type="http://schemas.microsoft.com/office/2007/relationships/media" Target="../media/media96.mp3"/><Relationship Id="rId4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7.mp3"/><Relationship Id="rId1" Type="http://schemas.microsoft.com/office/2007/relationships/media" Target="../media/media97.mp3"/><Relationship Id="rId4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8.mp3"/><Relationship Id="rId1" Type="http://schemas.microsoft.com/office/2007/relationships/media" Target="../media/media98.mp3"/><Relationship Id="rId4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9.mp3"/><Relationship Id="rId1" Type="http://schemas.microsoft.com/office/2007/relationships/media" Target="../media/media99.mp3"/><Relationship Id="rId4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0.mp3"/><Relationship Id="rId1" Type="http://schemas.microsoft.com/office/2007/relationships/media" Target="../media/media100.mp3"/><Relationship Id="rId4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1.mp3"/><Relationship Id="rId1" Type="http://schemas.microsoft.com/office/2007/relationships/media" Target="../media/media101.mp3"/><Relationship Id="rId4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2.mp3"/><Relationship Id="rId1" Type="http://schemas.microsoft.com/office/2007/relationships/media" Target="../media/media102.mp3"/><Relationship Id="rId4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3.mp3"/><Relationship Id="rId1" Type="http://schemas.microsoft.com/office/2007/relationships/media" Target="../media/media103.mp3"/><Relationship Id="rId4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4.mp3"/><Relationship Id="rId1" Type="http://schemas.microsoft.com/office/2007/relationships/media" Target="../media/media104.mp3"/><Relationship Id="rId4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5.mp3"/><Relationship Id="rId1" Type="http://schemas.microsoft.com/office/2007/relationships/media" Target="../media/media105.mp3"/><Relationship Id="rId4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6.mp3"/><Relationship Id="rId1" Type="http://schemas.microsoft.com/office/2007/relationships/media" Target="../media/media106.mp3"/><Relationship Id="rId4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7.mp3"/><Relationship Id="rId1" Type="http://schemas.microsoft.com/office/2007/relationships/media" Target="../media/media107.mp3"/><Relationship Id="rId4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8.mp3"/><Relationship Id="rId1" Type="http://schemas.microsoft.com/office/2007/relationships/media" Target="../media/media108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0"/>
            <a:ext cx="11131290" cy="4151575"/>
          </a:xfrm>
        </p:spPr>
        <p:txBody>
          <a:bodyPr>
            <a:normAutofit/>
          </a:bodyPr>
          <a:lstStyle/>
          <a:p>
            <a:r>
              <a:rPr lang="pl-PL" sz="9600" b="1" dirty="0">
                <a:latin typeface="+mn-lt"/>
              </a:rPr>
              <a:t>Klasa 1L</a:t>
            </a:r>
            <a:br>
              <a:rPr lang="pl-PL" sz="9600" b="1" dirty="0">
                <a:latin typeface="+mn-lt"/>
              </a:rPr>
            </a:br>
            <a:r>
              <a:rPr lang="en-GB" sz="9600" b="1" dirty="0">
                <a:latin typeface="+mn-lt"/>
              </a:rPr>
              <a:t>Relationships</a:t>
            </a: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Co sądzisz o kimś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 fontScale="85000"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What do you make of (someone)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DE187A4-0AD8-4682-C2EE-19B005B38A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4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3F324-71F7-E1A7-5CFB-A92AE30F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DDBD6B-BD61-017B-7796-E8F1E7EA8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Jakie wrażenie ktoś na tobie wywiera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ACBE589-7069-8348-D806-E1571748D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081796"/>
          </a:xfrm>
        </p:spPr>
        <p:txBody>
          <a:bodyPr>
            <a:normAutofit fontScale="85000"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What’s your impression of (someone)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D675D42-0087-C56B-5428-535F6F5A24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0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5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FFB-52E6-8B21-DBD1-A8B5EED2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C139E4-50FB-3689-3DB1-1A0B8FA5C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Wydaje się (np. uprzejmy)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05A7C9-5C6A-ABE2-A916-1CEA12C60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He seems (polite)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15D2B20-3C24-C2B2-7EE3-3F2D65ACCB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9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FFB-52E6-8B21-DBD1-A8B5EED2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C139E4-50FB-3689-3DB1-1A0B8FA5C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Ktoś wydaje się np. wyluzowany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05A7C9-5C6A-ABE2-A916-1CEA12C60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081796"/>
          </a:xfrm>
        </p:spPr>
        <p:txBody>
          <a:bodyPr>
            <a:normAutofit fontScale="925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Someone strikes me as laid back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9AAB6A7-0DC4-5446-651E-5D53FCF5A4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3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5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FFB-52E6-8B21-DBD1-A8B5EED2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C139E4-50FB-3689-3DB1-1A0B8FA5C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Ktoś sprawia wrażenie np. gentelmana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05A7C9-5C6A-ABE2-A916-1CEA12C60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081796"/>
          </a:xfrm>
        </p:spPr>
        <p:txBody>
          <a:bodyPr>
            <a:normAutofit fontScale="77500" lnSpcReduction="2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Someone comes across as a gentlemen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1FB3B9E-62A7-B26C-ECD4-D793B9A2BC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2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9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FFB-52E6-8B21-DBD1-A8B5EED2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C139E4-50FB-3689-3DB1-1A0B8FA5C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Mam wrażenie, że ktoś jest np. oczytany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05A7C9-5C6A-ABE2-A916-1CEA12C60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 fontScale="77500" lnSpcReduction="2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 get thee impression/feeling someone is lettered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DB4BBDD-C8F8-A7B1-9627-AF9BF6B007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97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79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FFB-52E6-8B21-DBD1-A8B5EED2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C139E4-50FB-3689-3DB1-1A0B8FA5C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Zwierzać się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05A7C9-5C6A-ABE2-A916-1CEA12C60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confide in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66A73A7-5B1A-F9A0-ADB6-F36478AB75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5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FFB-52E6-8B21-DBD1-A8B5EED2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C139E4-50FB-3689-3DB1-1A0B8FA5C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Skłonny do czegoś/podatny na coś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05A7C9-5C6A-ABE2-A916-1CEA12C60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 fontScale="77500" lnSpcReduction="2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prone to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en-GB" sz="7200" b="1" dirty="0">
                <a:solidFill>
                  <a:srgbClr val="FF0000"/>
                </a:solidFill>
              </a:rPr>
              <a:t>something/doing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A4A2880-4822-418B-C1B6-B42177AB96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0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63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FFB-52E6-8B21-DBD1-A8B5EED2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C139E4-50FB-3689-3DB1-1A0B8FA5C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Trzymać się na uboczu/Być zamkniętym w sobie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05A7C9-5C6A-ABE2-A916-1CEA12C60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keep oneself to oneself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ABEFD96-3FB1-529A-62F9-C221E42744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1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9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FFB-52E6-8B21-DBD1-A8B5EED2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C139E4-50FB-3689-3DB1-1A0B8FA5C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Rozchmurzyć się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05A7C9-5C6A-ABE2-A916-1CEA12C60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lighten up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82B1BAB-F0C5-A435-00A6-F377625B65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7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FFB-52E6-8B21-DBD1-A8B5EED2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C139E4-50FB-3689-3DB1-1A0B8FA5C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Podjąć się czegoś z marszu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05A7C9-5C6A-ABE2-A916-1CEA12C60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 fontScale="925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take something in one's stride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C5CEC68-1279-5A92-B4A6-0C05CB3213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5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3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FFB-52E6-8B21-DBD1-A8B5EED2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C139E4-50FB-3689-3DB1-1A0B8FA5C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Wychowanie pod kloszem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05A7C9-5C6A-ABE2-A916-1CEA12C60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Sheltered upbringing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F2DCCB1-7D13-BD5E-8F7F-79C6AD49E1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8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FFB-52E6-8B21-DBD1-A8B5EED2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C139E4-50FB-3689-3DB1-1A0B8FA5C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05A7C9-5C6A-ABE2-A916-1CEA12C60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 agenda</a:t>
            </a:r>
            <a:endParaRPr lang="pl-PL" sz="7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09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Zostać pociągniętym w dół (życiowo)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get dragged down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A63DA03-0A85-27F9-C62E-AB2F05F407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9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Udzielać się (np. entuzjazm)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rub off on someone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5AF9133-411D-BAF4-2EC0-4C46D51E83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9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2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Skrupulatny/Sumienny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Conscientious</a:t>
            </a:r>
            <a:r>
              <a:rPr lang="en-GB" sz="7200" b="1" dirty="0">
                <a:solidFill>
                  <a:srgbClr val="FF0000"/>
                </a:solidFill>
              </a:rPr>
              <a:t>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1A4DA1F-20B0-1429-D48D-5DC28DAF98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8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Obstawać przy swoim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Stick to your guns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E79CE08-286D-3C52-E40C-D546ABC659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2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Pełen życia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Bubbly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601F302-09B9-5956-C0D9-A61089010D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8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Wesoły/Pozytywnie nastawiony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Upbeat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3ECE178-1079-D135-8089-622B90706E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4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Samotnik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Loner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8A312F4-27AE-395D-FC36-0908DE3EE9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1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4856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Przystępny (łatwy do zagadania)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Approachable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0C7626F-1BF2-1D75-FCB6-AE1A06BD8B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59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129396"/>
            <a:ext cx="11032478" cy="300199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Drażliwy(o człowieku)/Kolczasty(o roślinie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415342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Prickly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927D97E-F3F2-5504-AAAC-B76FA6E215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6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129396"/>
            <a:ext cx="11032478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Uparty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42658"/>
            <a:ext cx="12327147" cy="109616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Stubborn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A58A5F2-FE57-5C2F-4CFD-ECA7032141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9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334" y="138023"/>
            <a:ext cx="11032478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Arogancja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503652"/>
            <a:ext cx="12327147" cy="109616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Arrogance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525C13F-31CF-35EA-3390-CB04B89F9B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35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334" y="138023"/>
            <a:ext cx="11032478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Naiwny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503652"/>
            <a:ext cx="12327147" cy="109616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Naive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DF508FD-7446-A5E2-2E52-E7DC312A76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0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346" y="0"/>
            <a:ext cx="11032478" cy="191506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Elastyczność/Sprężystość/ Odporność(na warunki)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503652"/>
            <a:ext cx="12327147" cy="109616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Resilience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DFBA795-842B-8B9E-DC2D-91DF393B22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69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346" y="698740"/>
            <a:ext cx="11032478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Wyluzowany/na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503652"/>
            <a:ext cx="12327147" cy="109616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Laid back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7E888B7-5780-4C94-1EA9-9E07FDAF2C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47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346" y="698740"/>
            <a:ext cx="11032478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Cecha np. charakteru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503652"/>
            <a:ext cx="12327147" cy="109616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Trait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D5D0097-556A-0CB8-3EC2-98CD8C5D7A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92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346" y="698740"/>
            <a:ext cx="11032478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Dziwny/Dziwak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503652"/>
            <a:ext cx="12327147" cy="109616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Eccentric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2979294-4104-B6B8-D33A-89A54861CA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60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346" y="698740"/>
            <a:ext cx="11032478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Obibok/Próżniak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503652"/>
            <a:ext cx="12327147" cy="109616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Slacker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AD1E10D-D374-0A59-CB81-C5684F13A7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2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346" y="698740"/>
            <a:ext cx="11032478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Rozliczyć się z czegoś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503652"/>
            <a:ext cx="12327147" cy="109616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account for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9E4448E-CE9E-32FC-62D9-B6B5458F38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74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7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346" y="698740"/>
            <a:ext cx="11032478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Zgodzić się</a:t>
            </a:r>
            <a:r>
              <a:rPr lang="en-GB" sz="7200" b="1" dirty="0">
                <a:latin typeface="+mn-lt"/>
              </a:rPr>
              <a:t> </a:t>
            </a:r>
            <a:r>
              <a:rPr lang="pl-PL" sz="7200" b="1" dirty="0">
                <a:latin typeface="+mn-lt"/>
              </a:rPr>
              <a:t>na coś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503652"/>
            <a:ext cx="12327147" cy="109616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agree on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F7BFF50-EE32-0968-DE55-9A07EE309B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68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346" y="698740"/>
            <a:ext cx="11032478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Popierać kogoś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503652"/>
            <a:ext cx="12327147" cy="109616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back up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770D35A-E98B-401C-CDC9-AF7BE7202D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0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BA6A-1CA2-3A8F-C852-AEC0E73D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C8AB75-27A6-1955-438A-106610E1E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346" y="698740"/>
            <a:ext cx="11032478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Odwołać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50D496-48D4-6830-5AB3-19ADEE08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503652"/>
            <a:ext cx="12327147" cy="109616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call off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9A53E0C-73C7-DCC7-3D25-7FDC620302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1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346" y="698740"/>
            <a:ext cx="11032478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Stanąć pomiędzy/zakłócić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come between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7EDF521-FC17-726D-1DAE-68A45E0FE4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4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431321"/>
            <a:ext cx="11032478" cy="191506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Korzystać z (np. czyjejś kreatywności)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draw on one’s creativity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5730E67-6EEC-9CA6-0892-FBC601ABE2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3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4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346" y="698740"/>
            <a:ext cx="11032478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Radzić sobie sam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fend for (myself)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0F58807-5D5B-51A4-3239-EF8ED8FC22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2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880" y="0"/>
            <a:ext cx="11612239" cy="203583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Zainteresować się czymś/Wplątać się w kłopoty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get into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DF92FB9-8A12-4EE4-3683-AB986708A1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6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880" y="0"/>
            <a:ext cx="11612239" cy="203583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Zrealizować coś (mimo trudności)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go through with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4EA4809-E0AF-D83D-BA51-D7A56A8EFE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79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0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880" y="0"/>
            <a:ext cx="11612239" cy="295023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Powstrzymać się od czegoś/Uniemożliwić komuś coś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keep from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4FF571F-384A-D2C0-8DA5-7F43C8ED65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2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46" y="0"/>
            <a:ext cx="11778475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Zostawić coś za sobą (życiowo)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move 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09AEFA4-68F6-B117-8FDD-A865231E71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5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2" y="0"/>
            <a:ext cx="11778475" cy="1906438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Przeczytać na jakiś temat/Zaczerpnąć informacji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read up 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F4F8608-B80E-7E3D-B6ED-D89CB3B392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9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2" y="0"/>
            <a:ext cx="11778475" cy="204446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Przejrzeć na wylot (poznać prawdę</a:t>
            </a:r>
            <a:r>
              <a:rPr lang="en-GB" sz="7200" b="1">
                <a:latin typeface="+mn-lt"/>
              </a:rPr>
              <a:t>)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see through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61DF293-E978-6DB8-F245-6F3F7847D7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2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2" y="0"/>
            <a:ext cx="11778475" cy="204446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Rozejść się/Rozstać się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split up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BE896AB-11F2-25FD-5D7D-B194EAF9B5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4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2" y="0"/>
            <a:ext cx="11778475" cy="204446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Oddanie (się komuś)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Devotion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D092213-4246-4B04-C704-1CD8BC32CD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9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2" y="0"/>
            <a:ext cx="11778475" cy="12163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Wytrwałość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Perseverance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57A8152-BD28-3AEC-D0AD-FD324B1B68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0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4"/>
          </a:xfrm>
        </p:spPr>
        <p:txBody>
          <a:bodyPr>
            <a:noAutofit/>
          </a:bodyPr>
          <a:lstStyle/>
          <a:p>
            <a:r>
              <a:rPr lang="pl-PL" sz="6600" b="1" dirty="0">
                <a:latin typeface="+mn-lt"/>
              </a:rPr>
              <a:t>Utrzymywać się (np. przy czymś)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cling on to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A4D2CD4-0964-73FC-EEB5-CF6021ED01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78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0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2" y="0"/>
            <a:ext cx="11778475" cy="203583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Pociągnąć za sobą (np. konsekwencje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entail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00C2DF4-8C8A-0CDE-8212-1E78C6F145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9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2" y="0"/>
            <a:ext cx="11778475" cy="12163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Rozpad małżeństwa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Marital breakdown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8258DE9-D5B4-38AA-340F-00ABB504FC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96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2" y="0"/>
            <a:ext cx="11778475" cy="12163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Alimenty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Alimony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D65314C-54E4-A20A-C9D6-A350C5B324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6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2" y="0"/>
            <a:ext cx="11778475" cy="12163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Przesłanka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Premise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499BC46-9BBD-8012-0B64-2ED03D5FE5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2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2" y="0"/>
            <a:ext cx="11778475" cy="12163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Przyjąć coś/Zaakceptować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Embrace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7DFEF7A-0B29-1B65-2B09-DFBEFF402C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2" y="0"/>
            <a:ext cx="11778475" cy="19581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Wrócić do formy/Odzyskać równowagę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bounce back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51AB3A5-2AA6-9788-44D1-75218C43F7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7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2" y="0"/>
            <a:ext cx="11778475" cy="12163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Wątły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Frail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9A77D7E-8B60-B8C2-91B9-7C0DE1C5A8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7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1134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Wzbudzić czyjeś zainteresowanie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spark one’s interests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E2C166E-38C5-4473-62B8-0B208308D0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6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Współpracować z kimś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collaborate with someone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B3269AD-F65F-4DF3-5504-D673997002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4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0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2368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w relacji pozwalającej na swobodną rozmowę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7574" y="5383494"/>
            <a:ext cx="12327147" cy="121632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on speaking terms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D1E97AE-558C-81E2-03E3-C7B9CB13BC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z kimś na „ty”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4873924"/>
            <a:ext cx="12192000" cy="1984075"/>
          </a:xfrm>
        </p:spPr>
        <p:txBody>
          <a:bodyPr>
            <a:normAutofit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on first-name terms</a:t>
            </a:r>
            <a:r>
              <a:rPr lang="pl-PL" sz="7200" b="1" dirty="0">
                <a:solidFill>
                  <a:srgbClr val="FF0000"/>
                </a:solidFill>
              </a:rPr>
              <a:t> with</a:t>
            </a:r>
            <a:r>
              <a:rPr lang="en-GB" sz="7200" b="1" dirty="0">
                <a:solidFill>
                  <a:srgbClr val="FF0000"/>
                </a:solidFill>
              </a:rPr>
              <a:t> someone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D7B78AF-CADD-E353-B175-B3D899960C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3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Niezręcznie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Awkward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F5CB8EB-594B-2856-ED4A-3891089529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19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Widzieć/zauważać to samo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To </a:t>
            </a:r>
            <a:r>
              <a:rPr lang="en-GB" sz="7200" b="1" dirty="0">
                <a:solidFill>
                  <a:srgbClr val="FF0000"/>
                </a:solidFill>
              </a:rPr>
              <a:t>see eye to eye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539D746-E941-86B7-5A5E-5B7F18FCB2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08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5280-4A36-7787-5108-315083C5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7D7D0F-225B-0CE7-4509-35E538FD5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Problem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116C57-AF3B-03DB-1DCF-5A5967FC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Issue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2E70E90-6563-EE94-A149-34A30CF7F5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1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Kwestia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Issue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92822C6-85D9-41D1-4C9B-5A5EAB99CC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7113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Skakać sobie do gardeł (być w zaciętej kłótni)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at each other’s throats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C879E9A-C50B-2737-E5A5-A192FFAABC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2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5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7113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Uspokoić kogoś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put someone at ease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5999C9E-AC76-F406-BEC5-541F0C987A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2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7113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Wyróżniać(pozytywnie i negatywnie)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single someone out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F1CFD27-6EC2-3CB7-5B6F-CF2F1152E1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38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5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7113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Wywiązywać się ze swoich obowiązków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pull one’s weight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E67A167-1505-A5E1-868C-50789EFB21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1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Wywołać napięcie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cause friction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933C0D7-E75E-3B36-D2B5-620A771FEA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9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Sprzeczne sygnały/informacje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Mixed messages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434F072-F317-FAFB-B0A5-D8CDC8363B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3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Wrócić na właściwe tory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 fontScale="77500" lnSpcReduction="2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get back on the straight and narrow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3E3FE64-A338-D3AF-B377-1001BD0E28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3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4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Absurdalna konfrontacja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Ridiculous confrontation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3179DC4-2F1B-A30B-4100-3AE3F8FB1C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3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 dać za wygraną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unwilling to back down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7A17B9E-6CBF-731B-A2A3-BAD3908E77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9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9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Okazać się zaskoczeniem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come as a shock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B791923-BD3F-19E5-3FF2-090BB29956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4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Zaskoczyć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come as a shock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B791923-BD3F-19E5-3FF2-090BB29956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52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21632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Zwierzyć się komuś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To </a:t>
            </a:r>
            <a:r>
              <a:rPr lang="en-GB" sz="7200" b="1" dirty="0">
                <a:solidFill>
                  <a:srgbClr val="FF0000"/>
                </a:solidFill>
              </a:rPr>
              <a:t>confide in someone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C5BC7D1-C4F8-B4DB-80B2-26C2077D0C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58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w wyjątkowo dobrym zdrowiu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 fontScale="925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in remarkable good health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2BA58D2-A6A2-3689-B470-EE369B0E2D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4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6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Przyjść komuś z pomocą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come to one’s aid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D10B5D9-4BC0-E14D-8677-2F300A4EF2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7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Sprowadzać się do czegoś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come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en-GB" sz="7200" b="1" dirty="0">
                <a:solidFill>
                  <a:srgbClr val="FF0000"/>
                </a:solidFill>
              </a:rPr>
              <a:t>down to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D1F42AF-A55B-BE85-E7C6-5DF959C78F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8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Prawie 1/5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Almost a fifth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00FC0DA-FE09-B571-DADA-70C281EB51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6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Czterokrotnie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Fourfold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907BA75-FB40-EC36-43BA-72B3891C49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0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Przepołowić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halve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0AC4C18-AE1A-29E6-0B78-B726B8940E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50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Znacząca mniejszość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significant minority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05B163A-55F1-553F-2E86-E9FA346C43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10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Trochę wyżej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Slightly higher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0A15EA5-79E1-9A02-ACB4-F81006A0F0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16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Malutki procent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tiny percentage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7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C3CFFAD-8270-1416-1AD4-516FA2E89B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0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9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Dwie trzecie (2/3)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Two thirds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9C06528-E821-2AB5-FF53-BF8F7492D1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6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>
                <a:latin typeface="+mn-lt"/>
              </a:rPr>
              <a:t>Zdecydowana większość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vast majority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C0F9FEF-DD76-21C0-DE25-4AA4F7DE08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2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Znajomy (z widzenia)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Acquaintance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DDFD992-B056-0FDB-7AAF-997E42CEF5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1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Uwielbienie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Adoration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4621DB1-B78B-7863-4FB7-4140E018E6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82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Zamiłowanie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Fondness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6C6A0DF-B40A-D1EE-4689-74A81FA52A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jak dwa łyse konie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as thick as thieves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F9CA33B-A580-A59B-1DD8-728787285B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1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6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Liczący się z innymi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Considerate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66FE8C6-762F-4A62-FDB3-BCCB461B43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80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Oszaleć z miłości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fall head over heels in love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62F9782-CD23-70E4-D8E4-774F5A5DEE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4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całkowicie oczarowany/Ślepo zakochanym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besotted with somebody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FA4BF38-7660-CC60-F50F-5EE0449D26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7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Interesować się tylko jedną osobą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 fontScale="925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only have eyes for somebody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EB0A6EB-BBB4-632D-8666-9B77FABCB8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1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4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94094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w kimś zauroczonym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 fontScale="925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infatuated with somebody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85860E5-BC8A-12E0-E828-0C2A9FAF313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57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2096218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Świetnie się dogadywać/Od razu się zaprzyjaźnić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get on like house on fire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3FFA635-C627-7D54-B9A5-9436FBA7C4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2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4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93231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Mieć te same zainteresowania</a:t>
            </a:r>
            <a:r>
              <a:rPr lang="en-GB" sz="7200" b="1" dirty="0">
                <a:latin typeface="+mn-lt"/>
              </a:rPr>
              <a:t>/</a:t>
            </a:r>
            <a:r>
              <a:rPr lang="en-GB" sz="7200" b="1" dirty="0" err="1">
                <a:latin typeface="+mn-lt"/>
              </a:rPr>
              <a:t>gusta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after one’s heart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CD9A4F4-2D4F-5EF3-3CEA-DAF7B04E99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7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5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93231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Znaleźć swoją bratnią duszę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find your kinder spirit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186C730-C01C-02AE-4282-AC9D837672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17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1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93231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Miłość od pierwszego wejrzenia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Love at firs</a:t>
            </a:r>
            <a:r>
              <a:rPr lang="pl-PL" sz="7200" b="1" dirty="0">
                <a:solidFill>
                  <a:srgbClr val="FF0000"/>
                </a:solidFill>
              </a:rPr>
              <a:t>t</a:t>
            </a:r>
            <a:r>
              <a:rPr lang="en-GB" sz="7200" b="1" dirty="0">
                <a:solidFill>
                  <a:srgbClr val="FF0000"/>
                </a:solidFill>
              </a:rPr>
              <a:t> sight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067125A-CEB1-103A-5C2C-386355D662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84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93231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Życzliwy/Uprzejmy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Amiable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0CDD7B5-1546-0497-8BDA-7CF1EA1DFD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7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93231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Uczucia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Affections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F47D9EE-53F3-E29A-F865-FDFC966ACF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93231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Bliscy przyjaciele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Bosom Buddies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AD76EA0-382C-90CF-5BE3-BA0D6B9357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0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93231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Wspólny przyjaciel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Mutual friend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2F843C4-F0D0-AD4C-319F-ABEB77708B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1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93231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Więzy krwi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Family ties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5F3CB69-5996-7BCD-0645-817CC5AD72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93231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Towarzyski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Outgoing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C3E9A8C-8335-A640-13A8-51787E5671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45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93231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Małomówny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Taciturn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2FA0803-D1E2-415C-FC30-2DCE08E7D2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0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93231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Porywczy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Impulsive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5D40287-72C2-45DD-2521-42C43E3DBA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7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209622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Żywiołowy (popełnia przez to błędy)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Impetuous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7BCA66A-0040-9D7D-D42F-A93D35BC91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2044461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Pogardliwie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Disdainfully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788E401-19AF-2084-6FE0-1657024658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5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2044461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Uparty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Obstinate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E56207D-7949-CF7E-0962-77B7E520FF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2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2044461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Paskudny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Curdle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CD2A24E-5F9A-C9A8-84B7-B58B719D24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1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B6B-7A69-B23D-9DC6-9040C867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27B070-B703-4C00-AD97-ED2131E2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2044461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Zadufany w sobie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6F47E4C-9819-CDD3-DA95-A3A7D9EA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5641674"/>
            <a:ext cx="12192000" cy="1216325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Self important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4354E5B-7FF0-88D7-0437-520B4BBB0E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4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8203</TotalTime>
  <Words>792</Words>
  <Application>Microsoft Office PowerPoint</Application>
  <PresentationFormat>Panoramiczny</PresentationFormat>
  <Paragraphs>222</Paragraphs>
  <Slides>112</Slides>
  <Notes>0</Notes>
  <HiddenSlides>0</HiddenSlides>
  <MMClips>110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112</vt:i4>
      </vt:variant>
    </vt:vector>
  </HeadingPairs>
  <TitlesOfParts>
    <vt:vector size="116" baseType="lpstr">
      <vt:lpstr>Arial</vt:lpstr>
      <vt:lpstr>Calibri</vt:lpstr>
      <vt:lpstr>Calibri Light</vt:lpstr>
      <vt:lpstr>Motyw pakietu Office</vt:lpstr>
      <vt:lpstr>Klasa 1L Relationships</vt:lpstr>
      <vt:lpstr>Co sądzisz o kimś</vt:lpstr>
      <vt:lpstr>Jakie wrażenie ktoś na tobie wywiera</vt:lpstr>
      <vt:lpstr>Wydaje się (np. uprzejmy)</vt:lpstr>
      <vt:lpstr>Ktoś wydaje się np. wyluzowany</vt:lpstr>
      <vt:lpstr>Ktoś sprawia wrażenie np. gentelmana</vt:lpstr>
      <vt:lpstr>Mam wrażenie, że ktoś jest np. oczytany</vt:lpstr>
      <vt:lpstr>Zwierzać się</vt:lpstr>
      <vt:lpstr>Skłonny do czegoś/podatny na coś</vt:lpstr>
      <vt:lpstr>Trzymać się na uboczu/Być zamkniętym w sobie</vt:lpstr>
      <vt:lpstr>Rozchmurzyć się</vt:lpstr>
      <vt:lpstr>Podjąć się czegoś z marszu</vt:lpstr>
      <vt:lpstr>Wychowanie pod kloszem</vt:lpstr>
      <vt:lpstr>Prezentacja programu PowerPoint</vt:lpstr>
      <vt:lpstr>Zostać pociągniętym w dół (życiowo)</vt:lpstr>
      <vt:lpstr>Udzielać się (np. entuzjazm)</vt:lpstr>
      <vt:lpstr>Skrupulatny/Sumienny</vt:lpstr>
      <vt:lpstr>Obstawać przy swoim</vt:lpstr>
      <vt:lpstr>Pełen życia</vt:lpstr>
      <vt:lpstr>Wesoły/Pozytywnie nastawiony</vt:lpstr>
      <vt:lpstr>Samotnik</vt:lpstr>
      <vt:lpstr>Przystępny (łatwy do zagadania)</vt:lpstr>
      <vt:lpstr>Drażliwy(o człowieku)/Kolczasty(o roślinie</vt:lpstr>
      <vt:lpstr>Uparty</vt:lpstr>
      <vt:lpstr>Arogancja</vt:lpstr>
      <vt:lpstr>Naiwny</vt:lpstr>
      <vt:lpstr>Elastyczność/Sprężystość/ Odporność(na warunki)</vt:lpstr>
      <vt:lpstr>Wyluzowany/na</vt:lpstr>
      <vt:lpstr>Cecha np. charakteru</vt:lpstr>
      <vt:lpstr>Dziwny/Dziwak</vt:lpstr>
      <vt:lpstr>Obibok/Próżniak</vt:lpstr>
      <vt:lpstr>Rozliczyć się z czegoś</vt:lpstr>
      <vt:lpstr>Zgodzić się na coś</vt:lpstr>
      <vt:lpstr>Popierać kogoś</vt:lpstr>
      <vt:lpstr>Odwołać</vt:lpstr>
      <vt:lpstr>Stanąć pomiędzy/zakłócić</vt:lpstr>
      <vt:lpstr>Korzystać z (np. czyjejś kreatywności)</vt:lpstr>
      <vt:lpstr>Radzić sobie sam</vt:lpstr>
      <vt:lpstr>Zainteresować się czymś/Wplątać się w kłopoty</vt:lpstr>
      <vt:lpstr>Zrealizować coś (mimo trudności)</vt:lpstr>
      <vt:lpstr>Powstrzymać się od czegoś/Uniemożliwić komuś coś</vt:lpstr>
      <vt:lpstr>Zostawić coś za sobą (życiowo)</vt:lpstr>
      <vt:lpstr>Przeczytać na jakiś temat/Zaczerpnąć informacji</vt:lpstr>
      <vt:lpstr>Przejrzeć na wylot (poznać prawdę)</vt:lpstr>
      <vt:lpstr>Rozejść się/Rozstać się</vt:lpstr>
      <vt:lpstr>Oddanie (się komuś)</vt:lpstr>
      <vt:lpstr>Wytrwałość</vt:lpstr>
      <vt:lpstr>Utrzymywać się (np. przy czymś)</vt:lpstr>
      <vt:lpstr>Pociągnąć za sobą (np. konsekwencje</vt:lpstr>
      <vt:lpstr>Rozpad małżeństwa</vt:lpstr>
      <vt:lpstr>Alimenty</vt:lpstr>
      <vt:lpstr>Przesłanka</vt:lpstr>
      <vt:lpstr>Przyjąć coś/Zaakceptować</vt:lpstr>
      <vt:lpstr>Wrócić do formy/Odzyskać równowagę</vt:lpstr>
      <vt:lpstr>Wątły</vt:lpstr>
      <vt:lpstr>Wzbudzić czyjeś zainteresowanie</vt:lpstr>
      <vt:lpstr>Współpracować z kimś</vt:lpstr>
      <vt:lpstr>Być w relacji pozwalającej na swobodną rozmowę</vt:lpstr>
      <vt:lpstr>Być z kimś na „ty”</vt:lpstr>
      <vt:lpstr>Niezręcznie</vt:lpstr>
      <vt:lpstr>Widzieć/zauważać to samo</vt:lpstr>
      <vt:lpstr>Problem</vt:lpstr>
      <vt:lpstr>Kwestia</vt:lpstr>
      <vt:lpstr>Skakać sobie do gardeł (być w zaciętej kłótni)</vt:lpstr>
      <vt:lpstr>Uspokoić kogoś</vt:lpstr>
      <vt:lpstr>Wyróżniać(pozytywnie i negatywnie)</vt:lpstr>
      <vt:lpstr>Wywiązywać się ze swoich obowiązków</vt:lpstr>
      <vt:lpstr>Wywołać napięcie</vt:lpstr>
      <vt:lpstr>Sprzeczne sygnały/informacje</vt:lpstr>
      <vt:lpstr>Wrócić na właściwe tory</vt:lpstr>
      <vt:lpstr>Absurdalna konfrontacja</vt:lpstr>
      <vt:lpstr>Nie dać za wygraną</vt:lpstr>
      <vt:lpstr>Okazać się zaskoczeniem</vt:lpstr>
      <vt:lpstr>Zaskoczyć</vt:lpstr>
      <vt:lpstr>Zwierzyć się komuś</vt:lpstr>
      <vt:lpstr>Być w wyjątkowo dobrym zdrowiu</vt:lpstr>
      <vt:lpstr>Przyjść komuś z pomocą</vt:lpstr>
      <vt:lpstr>Sprowadzać się do czegoś</vt:lpstr>
      <vt:lpstr>Prawie 1/5</vt:lpstr>
      <vt:lpstr>Czterokrotnie</vt:lpstr>
      <vt:lpstr>Przepołowić</vt:lpstr>
      <vt:lpstr>Znacząca mniejszość</vt:lpstr>
      <vt:lpstr>Trochę wyżej </vt:lpstr>
      <vt:lpstr>Malutki procent</vt:lpstr>
      <vt:lpstr>Dwie trzecie (2/3)</vt:lpstr>
      <vt:lpstr>Zdecydowana większość</vt:lpstr>
      <vt:lpstr>Znajomy (z widzenia)</vt:lpstr>
      <vt:lpstr>Uwielbienie</vt:lpstr>
      <vt:lpstr>Zamiłowanie</vt:lpstr>
      <vt:lpstr>Być jak dwa łyse konie</vt:lpstr>
      <vt:lpstr>Liczący się z innymi</vt:lpstr>
      <vt:lpstr>Oszaleć z miłości</vt:lpstr>
      <vt:lpstr>Być całkowicie oczarowany/Ślepo zakochanym</vt:lpstr>
      <vt:lpstr>Interesować się tylko jedną osobą</vt:lpstr>
      <vt:lpstr>Być w kimś zauroczonym</vt:lpstr>
      <vt:lpstr>Świetnie się dogadywać/Od razu się zaprzyjaźnić</vt:lpstr>
      <vt:lpstr>Mieć te same zainteresowania/gusta</vt:lpstr>
      <vt:lpstr>Znaleźć swoją bratnią duszę</vt:lpstr>
      <vt:lpstr>Miłość od pierwszego wejrzenia</vt:lpstr>
      <vt:lpstr>Życzliwy/Uprzejmy</vt:lpstr>
      <vt:lpstr>Uczucia</vt:lpstr>
      <vt:lpstr>Bliscy przyjaciele</vt:lpstr>
      <vt:lpstr>Wspólny przyjaciel</vt:lpstr>
      <vt:lpstr>Więzy krwi</vt:lpstr>
      <vt:lpstr>Towarzyski</vt:lpstr>
      <vt:lpstr>Małomówny</vt:lpstr>
      <vt:lpstr>Porywczy</vt:lpstr>
      <vt:lpstr>Żywiołowy (popełnia przez to błędy)</vt:lpstr>
      <vt:lpstr>Pogardliwie</vt:lpstr>
      <vt:lpstr>Uparty</vt:lpstr>
      <vt:lpstr>Paskudny</vt:lpstr>
      <vt:lpstr>Zadufany w sobie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1516</cp:revision>
  <dcterms:created xsi:type="dcterms:W3CDTF">2018-09-30T05:35:06Z</dcterms:created>
  <dcterms:modified xsi:type="dcterms:W3CDTF">2025-08-28T11:52:56Z</dcterms:modified>
</cp:coreProperties>
</file>