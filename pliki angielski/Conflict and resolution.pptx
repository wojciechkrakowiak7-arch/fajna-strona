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493" r:id="rId3"/>
    <p:sldId id="1494" r:id="rId4"/>
    <p:sldId id="1495" r:id="rId5"/>
    <p:sldId id="1496" r:id="rId6"/>
    <p:sldId id="1498" r:id="rId7"/>
    <p:sldId id="1499" r:id="rId8"/>
    <p:sldId id="1500" r:id="rId9"/>
    <p:sldId id="1501" r:id="rId10"/>
    <p:sldId id="1502" r:id="rId11"/>
    <p:sldId id="1503" r:id="rId12"/>
    <p:sldId id="1504" r:id="rId13"/>
    <p:sldId id="1515" r:id="rId14"/>
    <p:sldId id="1505" r:id="rId15"/>
    <p:sldId id="1506" r:id="rId16"/>
    <p:sldId id="1507" r:id="rId17"/>
    <p:sldId id="1508" r:id="rId18"/>
    <p:sldId id="1509" r:id="rId19"/>
    <p:sldId id="1510" r:id="rId20"/>
    <p:sldId id="1511" r:id="rId21"/>
    <p:sldId id="1512" r:id="rId22"/>
    <p:sldId id="1513" r:id="rId23"/>
    <p:sldId id="1514" r:id="rId24"/>
    <p:sldId id="1516" r:id="rId25"/>
    <p:sldId id="1517" r:id="rId26"/>
    <p:sldId id="1518" r:id="rId27"/>
    <p:sldId id="1519" r:id="rId28"/>
    <p:sldId id="1520" r:id="rId29"/>
    <p:sldId id="1521" r:id="rId30"/>
    <p:sldId id="1522" r:id="rId3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B95F07-8DAD-4BE5-9F4A-1129C4B7F348}" v="552" dt="2025-10-31T05:12:30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Krakowiak" userId="86718142a3635522" providerId="LiveId" clId="{26BA3A9B-B69E-46E9-B3AD-45EBD15A9BA9}"/>
    <pc:docChg chg="custSel addSld modSld">
      <pc:chgData name="Wojciech Krakowiak" userId="86718142a3635522" providerId="LiveId" clId="{26BA3A9B-B69E-46E9-B3AD-45EBD15A9BA9}" dt="2025-07-08T22:16:32.178" v="231"/>
      <pc:docMkLst>
        <pc:docMk/>
      </pc:docMkLst>
      <pc:sldChg chg="addSp modSp mod modAnim">
        <pc:chgData name="Wojciech Krakowiak" userId="86718142a3635522" providerId="LiveId" clId="{26BA3A9B-B69E-46E9-B3AD-45EBD15A9BA9}" dt="2025-07-08T21:23:55.376" v="15"/>
        <pc:sldMkLst>
          <pc:docMk/>
          <pc:sldMk cId="43237198" sldId="1497"/>
        </pc:sldMkLst>
      </pc:sldChg>
      <pc:sldChg chg="addSp delSp modSp add mod delAnim modAnim">
        <pc:chgData name="Wojciech Krakowiak" userId="86718142a3635522" providerId="LiveId" clId="{26BA3A9B-B69E-46E9-B3AD-45EBD15A9BA9}" dt="2025-07-08T21:25:50.749" v="41"/>
        <pc:sldMkLst>
          <pc:docMk/>
          <pc:sldMk cId="3006842627" sldId="1498"/>
        </pc:sldMkLst>
      </pc:sldChg>
      <pc:sldChg chg="addSp delSp modSp add mod delAnim modAnim">
        <pc:chgData name="Wojciech Krakowiak" userId="86718142a3635522" providerId="LiveId" clId="{26BA3A9B-B69E-46E9-B3AD-45EBD15A9BA9}" dt="2025-07-08T21:43:37.082" v="77"/>
        <pc:sldMkLst>
          <pc:docMk/>
          <pc:sldMk cId="2361599004" sldId="1499"/>
        </pc:sldMkLst>
      </pc:sldChg>
      <pc:sldChg chg="addSp delSp modSp add mod delAnim modAnim">
        <pc:chgData name="Wojciech Krakowiak" userId="86718142a3635522" providerId="LiveId" clId="{26BA3A9B-B69E-46E9-B3AD-45EBD15A9BA9}" dt="2025-07-08T21:52:59.176" v="109" actId="20577"/>
        <pc:sldMkLst>
          <pc:docMk/>
          <pc:sldMk cId="3297848511" sldId="1500"/>
        </pc:sldMkLst>
      </pc:sldChg>
      <pc:sldChg chg="addSp delSp modSp add mod delAnim modAnim">
        <pc:chgData name="Wojciech Krakowiak" userId="86718142a3635522" providerId="LiveId" clId="{26BA3A9B-B69E-46E9-B3AD-45EBD15A9BA9}" dt="2025-07-08T22:03:54.124" v="151" actId="20577"/>
        <pc:sldMkLst>
          <pc:docMk/>
          <pc:sldMk cId="4125144861" sldId="1501"/>
        </pc:sldMkLst>
      </pc:sldChg>
      <pc:sldChg chg="addSp delSp modSp add mod delAnim modAnim">
        <pc:chgData name="Wojciech Krakowiak" userId="86718142a3635522" providerId="LiveId" clId="{26BA3A9B-B69E-46E9-B3AD-45EBD15A9BA9}" dt="2025-07-08T22:05:34.241" v="187" actId="20577"/>
        <pc:sldMkLst>
          <pc:docMk/>
          <pc:sldMk cId="261605351" sldId="1502"/>
        </pc:sldMkLst>
      </pc:sldChg>
      <pc:sldChg chg="addSp delSp modSp add mod delAnim modAnim">
        <pc:chgData name="Wojciech Krakowiak" userId="86718142a3635522" providerId="LiveId" clId="{26BA3A9B-B69E-46E9-B3AD-45EBD15A9BA9}" dt="2025-07-08T22:16:32.178" v="231"/>
        <pc:sldMkLst>
          <pc:docMk/>
          <pc:sldMk cId="4252460294" sldId="1503"/>
        </pc:sldMkLst>
      </pc:sldChg>
    </pc:docChg>
  </pc:docChgLst>
  <pc:docChgLst>
    <pc:chgData name="Wojtek Krakowiak" userId="f72a0bb3b8a70e05" providerId="LiveId" clId="{F78FE461-272D-4191-B46C-9B9F54D26061}"/>
    <pc:docChg chg="custSel addSld modSld">
      <pc:chgData name="Wojtek Krakowiak" userId="f72a0bb3b8a70e05" providerId="LiveId" clId="{F78FE461-272D-4191-B46C-9B9F54D26061}" dt="2025-07-14T12:08:41.835" v="776"/>
      <pc:docMkLst>
        <pc:docMk/>
      </pc:docMkLst>
      <pc:sldChg chg="modSp mod">
        <pc:chgData name="Wojtek Krakowiak" userId="f72a0bb3b8a70e05" providerId="LiveId" clId="{F78FE461-272D-4191-B46C-9B9F54D26061}" dt="2025-07-14T09:47:48.080" v="288" actId="20577"/>
        <pc:sldMkLst>
          <pc:docMk/>
          <pc:sldMk cId="1582655019" sldId="1193"/>
        </pc:sldMkLst>
      </pc:sldChg>
      <pc:sldChg chg="addSp delSp modSp add mod delAnim modAnim">
        <pc:chgData name="Wojtek Krakowiak" userId="f72a0bb3b8a70e05" providerId="LiveId" clId="{F78FE461-272D-4191-B46C-9B9F54D26061}" dt="2025-07-13T21:39:09.559" v="25" actId="20577"/>
        <pc:sldMkLst>
          <pc:docMk/>
          <pc:sldMk cId="4171990198" sldId="1507"/>
        </pc:sldMkLst>
      </pc:sldChg>
      <pc:sldChg chg="addSp delSp modSp add mod delAnim modAnim">
        <pc:chgData name="Wojtek Krakowiak" userId="f72a0bb3b8a70e05" providerId="LiveId" clId="{F78FE461-272D-4191-B46C-9B9F54D26061}" dt="2025-07-13T21:49:00.653" v="70" actId="20577"/>
        <pc:sldMkLst>
          <pc:docMk/>
          <pc:sldMk cId="2227088355" sldId="1508"/>
        </pc:sldMkLst>
      </pc:sldChg>
      <pc:sldChg chg="addSp delSp modSp add mod delAnim modAnim">
        <pc:chgData name="Wojtek Krakowiak" userId="f72a0bb3b8a70e05" providerId="LiveId" clId="{F78FE461-272D-4191-B46C-9B9F54D26061}" dt="2025-07-13T21:51:23.571" v="99" actId="20577"/>
        <pc:sldMkLst>
          <pc:docMk/>
          <pc:sldMk cId="4209508218" sldId="1509"/>
        </pc:sldMkLst>
      </pc:sldChg>
      <pc:sldChg chg="addSp delSp modSp add mod delAnim modAnim">
        <pc:chgData name="Wojtek Krakowiak" userId="f72a0bb3b8a70e05" providerId="LiveId" clId="{F78FE461-272D-4191-B46C-9B9F54D26061}" dt="2025-07-13T22:01:33.007" v="169" actId="20577"/>
        <pc:sldMkLst>
          <pc:docMk/>
          <pc:sldMk cId="152206522" sldId="1510"/>
        </pc:sldMkLst>
      </pc:sldChg>
      <pc:sldChg chg="addSp delSp modSp add mod delAnim modAnim">
        <pc:chgData name="Wojtek Krakowiak" userId="f72a0bb3b8a70e05" providerId="LiveId" clId="{F78FE461-272D-4191-B46C-9B9F54D26061}" dt="2025-07-13T22:05:24.453" v="278"/>
        <pc:sldMkLst>
          <pc:docMk/>
          <pc:sldMk cId="2032420578" sldId="1511"/>
        </pc:sldMkLst>
      </pc:sldChg>
      <pc:sldChg chg="addSp modSp add mod modAnim">
        <pc:chgData name="Wojtek Krakowiak" userId="f72a0bb3b8a70e05" providerId="LiveId" clId="{F78FE461-272D-4191-B46C-9B9F54D26061}" dt="2025-07-13T22:05:49.007" v="281"/>
        <pc:sldMkLst>
          <pc:docMk/>
          <pc:sldMk cId="3353753454" sldId="1512"/>
        </pc:sldMkLst>
      </pc:sldChg>
      <pc:sldChg chg="addSp modSp add mod modAnim">
        <pc:chgData name="Wojtek Krakowiak" userId="f72a0bb3b8a70e05" providerId="LiveId" clId="{F78FE461-272D-4191-B46C-9B9F54D26061}" dt="2025-07-13T22:06:14.720" v="284"/>
        <pc:sldMkLst>
          <pc:docMk/>
          <pc:sldMk cId="2111534738" sldId="1513"/>
        </pc:sldMkLst>
      </pc:sldChg>
      <pc:sldChg chg="addSp delSp modSp add mod delAnim modAnim">
        <pc:chgData name="Wojtek Krakowiak" userId="f72a0bb3b8a70e05" providerId="LiveId" clId="{F78FE461-272D-4191-B46C-9B9F54D26061}" dt="2025-07-14T10:09:47.570" v="371" actId="20577"/>
        <pc:sldMkLst>
          <pc:docMk/>
          <pc:sldMk cId="2562348965" sldId="1514"/>
        </pc:sldMkLst>
      </pc:sldChg>
      <pc:sldChg chg="addSp delSp modSp add mod delAnim modAnim">
        <pc:chgData name="Wojtek Krakowiak" userId="f72a0bb3b8a70e05" providerId="LiveId" clId="{F78FE461-272D-4191-B46C-9B9F54D26061}" dt="2025-07-14T11:42:41.086" v="457"/>
        <pc:sldMkLst>
          <pc:docMk/>
          <pc:sldMk cId="216501489" sldId="1515"/>
        </pc:sldMkLst>
      </pc:sldChg>
      <pc:sldChg chg="addSp delSp modSp add mod delAnim modAnim">
        <pc:chgData name="Wojtek Krakowiak" userId="f72a0bb3b8a70e05" providerId="LiveId" clId="{F78FE461-272D-4191-B46C-9B9F54D26061}" dt="2025-07-14T11:44:20.512" v="486" actId="20577"/>
        <pc:sldMkLst>
          <pc:docMk/>
          <pc:sldMk cId="3463503377" sldId="1516"/>
        </pc:sldMkLst>
      </pc:sldChg>
      <pc:sldChg chg="addSp delSp modSp add mod delAnim modAnim">
        <pc:chgData name="Wojtek Krakowiak" userId="f72a0bb3b8a70e05" providerId="LiveId" clId="{F78FE461-272D-4191-B46C-9B9F54D26061}" dt="2025-07-14T11:45:36.528" v="520"/>
        <pc:sldMkLst>
          <pc:docMk/>
          <pc:sldMk cId="2786600915" sldId="1517"/>
        </pc:sldMkLst>
      </pc:sldChg>
      <pc:sldChg chg="add">
        <pc:chgData name="Wojtek Krakowiak" userId="f72a0bb3b8a70e05" providerId="LiveId" clId="{F78FE461-272D-4191-B46C-9B9F54D26061}" dt="2025-07-14T11:46:12.428" v="521"/>
        <pc:sldMkLst>
          <pc:docMk/>
          <pc:sldMk cId="855101804" sldId="1518"/>
        </pc:sldMkLst>
      </pc:sldChg>
      <pc:sldChg chg="addSp delSp modSp add mod delAnim modAnim">
        <pc:chgData name="Wojtek Krakowiak" userId="f72a0bb3b8a70e05" providerId="LiveId" clId="{F78FE461-272D-4191-B46C-9B9F54D26061}" dt="2025-07-14T11:47:53.086" v="547"/>
        <pc:sldMkLst>
          <pc:docMk/>
          <pc:sldMk cId="1542106733" sldId="1519"/>
        </pc:sldMkLst>
      </pc:sldChg>
      <pc:sldChg chg="addSp delSp modSp add mod delAnim modAnim">
        <pc:chgData name="Wojtek Krakowiak" userId="f72a0bb3b8a70e05" providerId="LiveId" clId="{F78FE461-272D-4191-B46C-9B9F54D26061}" dt="2025-07-14T11:51:39.368" v="594" actId="20577"/>
        <pc:sldMkLst>
          <pc:docMk/>
          <pc:sldMk cId="3861860652" sldId="1520"/>
        </pc:sldMkLst>
      </pc:sldChg>
      <pc:sldChg chg="addSp delSp modSp add mod delAnim modAnim">
        <pc:chgData name="Wojtek Krakowiak" userId="f72a0bb3b8a70e05" providerId="LiveId" clId="{F78FE461-272D-4191-B46C-9B9F54D26061}" dt="2025-07-14T11:58:09.312" v="643"/>
        <pc:sldMkLst>
          <pc:docMk/>
          <pc:sldMk cId="2484044630" sldId="1521"/>
        </pc:sldMkLst>
      </pc:sldChg>
      <pc:sldChg chg="addSp delSp modSp add mod delAnim modAnim">
        <pc:chgData name="Wojtek Krakowiak" userId="f72a0bb3b8a70e05" providerId="LiveId" clId="{F78FE461-272D-4191-B46C-9B9F54D26061}" dt="2025-07-14T12:01:02.969" v="720"/>
        <pc:sldMkLst>
          <pc:docMk/>
          <pc:sldMk cId="2710384634" sldId="1522"/>
        </pc:sldMkLst>
      </pc:sldChg>
      <pc:sldChg chg="addSp delSp modSp add mod delAnim modAnim">
        <pc:chgData name="Wojtek Krakowiak" userId="f72a0bb3b8a70e05" providerId="LiveId" clId="{F78FE461-272D-4191-B46C-9B9F54D26061}" dt="2025-07-14T12:05:58.397" v="750" actId="20577"/>
        <pc:sldMkLst>
          <pc:docMk/>
          <pc:sldMk cId="3526412603" sldId="1523"/>
        </pc:sldMkLst>
      </pc:sldChg>
      <pc:sldChg chg="addSp delSp modSp add mod delAnim modAnim">
        <pc:chgData name="Wojtek Krakowiak" userId="f72a0bb3b8a70e05" providerId="LiveId" clId="{F78FE461-272D-4191-B46C-9B9F54D26061}" dt="2025-07-14T12:08:41.835" v="776"/>
        <pc:sldMkLst>
          <pc:docMk/>
          <pc:sldMk cId="1361402875" sldId="1524"/>
        </pc:sldMkLst>
      </pc:sldChg>
    </pc:docChg>
  </pc:docChgLst>
  <pc:docChgLst>
    <pc:chgData name="Wojtek Krakowiak" userId="f72a0bb3b8a70e05" providerId="LiveId" clId="{DFBC7CC0-E8A1-44A4-95D9-5037504A04F8}"/>
    <pc:docChg chg="delSld">
      <pc:chgData name="Wojtek Krakowiak" userId="f72a0bb3b8a70e05" providerId="LiveId" clId="{DFBC7CC0-E8A1-44A4-95D9-5037504A04F8}" dt="2025-08-25T12:10:03.346" v="0" actId="47"/>
      <pc:docMkLst>
        <pc:docMk/>
      </pc:docMkLst>
      <pc:sldChg chg="del">
        <pc:chgData name="Wojtek Krakowiak" userId="f72a0bb3b8a70e05" providerId="LiveId" clId="{DFBC7CC0-E8A1-44A4-95D9-5037504A04F8}" dt="2025-08-25T12:10:03.346" v="0" actId="47"/>
        <pc:sldMkLst>
          <pc:docMk/>
          <pc:sldMk cId="855101804" sldId="1518"/>
        </pc:sldMkLst>
      </pc:sldChg>
    </pc:docChg>
  </pc:docChgLst>
  <pc:docChgLst>
    <pc:chgData name="Wojtek Krakowiak" userId="f72a0bb3b8a70e05" providerId="LiveId" clId="{EB2AAE5E-F441-4B21-A173-D9609660A338}"/>
    <pc:docChg chg="undo custSel addSld delSld modSld">
      <pc:chgData name="Wojtek Krakowiak" userId="f72a0bb3b8a70e05" providerId="LiveId" clId="{EB2AAE5E-F441-4B21-A173-D9609660A338}" dt="2025-10-31T05:12:30.070" v="1378"/>
      <pc:docMkLst>
        <pc:docMk/>
      </pc:docMkLst>
      <pc:sldChg chg="modSp mod">
        <pc:chgData name="Wojtek Krakowiak" userId="f72a0bb3b8a70e05" providerId="LiveId" clId="{EB2AAE5E-F441-4B21-A173-D9609660A338}" dt="2025-10-31T04:35:36.542" v="561" actId="20577"/>
        <pc:sldMkLst>
          <pc:docMk/>
          <pc:sldMk cId="1582655019" sldId="1193"/>
        </pc:sldMkLst>
        <pc:spChg chg="mod">
          <ac:chgData name="Wojtek Krakowiak" userId="f72a0bb3b8a70e05" providerId="LiveId" clId="{EB2AAE5E-F441-4B21-A173-D9609660A338}" dt="2025-10-31T04:35:36.542" v="561" actId="20577"/>
          <ac:spMkLst>
            <pc:docMk/>
            <pc:sldMk cId="1582655019" sldId="1193"/>
            <ac:spMk id="2" creationId="{D0CF59C9-6B33-4CB8-855B-43D2F5A16BB8}"/>
          </ac:spMkLst>
        </pc:spChg>
      </pc:sldChg>
      <pc:sldChg chg="addSp delSp modSp mod delAnim modAnim">
        <pc:chgData name="Wojtek Krakowiak" userId="f72a0bb3b8a70e05" providerId="LiveId" clId="{EB2AAE5E-F441-4B21-A173-D9609660A338}" dt="2025-10-31T04:38:16.002" v="612" actId="14100"/>
        <pc:sldMkLst>
          <pc:docMk/>
          <pc:sldMk cId="3351162817" sldId="1493"/>
        </pc:sldMkLst>
        <pc:spChg chg="mod">
          <ac:chgData name="Wojtek Krakowiak" userId="f72a0bb3b8a70e05" providerId="LiveId" clId="{EB2AAE5E-F441-4B21-A173-D9609660A338}" dt="2025-10-31T04:38:16.002" v="612" actId="14100"/>
          <ac:spMkLst>
            <pc:docMk/>
            <pc:sldMk cId="3351162817" sldId="1493"/>
            <ac:spMk id="2" creationId="{D0CF59C9-6B33-4CB8-855B-43D2F5A16BB8}"/>
          </ac:spMkLst>
        </pc:spChg>
        <pc:spChg chg="mod">
          <ac:chgData name="Wojtek Krakowiak" userId="f72a0bb3b8a70e05" providerId="LiveId" clId="{EB2AAE5E-F441-4B21-A173-D9609660A338}" dt="2025-10-31T03:17:16.904" v="18" actId="20577"/>
          <ac:spMkLst>
            <pc:docMk/>
            <pc:sldMk cId="3351162817" sldId="1493"/>
            <ac:spMk id="3" creationId="{39415443-7D6F-4D36-AAC8-D8D539C108C7}"/>
          </ac:spMkLst>
        </pc:spChg>
        <pc:picChg chg="add mod">
          <ac:chgData name="Wojtek Krakowiak" userId="f72a0bb3b8a70e05" providerId="LiveId" clId="{EB2AAE5E-F441-4B21-A173-D9609660A338}" dt="2025-10-31T04:18:59.359" v="440"/>
          <ac:picMkLst>
            <pc:docMk/>
            <pc:sldMk cId="3351162817" sldId="1493"/>
            <ac:picMk id="4" creationId="{9F2B60BE-716F-0E76-EF09-3DF5DB2F3F94}"/>
          </ac:picMkLst>
        </pc:picChg>
        <pc:picChg chg="del">
          <ac:chgData name="Wojtek Krakowiak" userId="f72a0bb3b8a70e05" providerId="LiveId" clId="{EB2AAE5E-F441-4B21-A173-D9609660A338}" dt="2025-10-31T03:17:01.492" v="2" actId="478"/>
          <ac:picMkLst>
            <pc:docMk/>
            <pc:sldMk cId="3351162817" sldId="1493"/>
            <ac:picMk id="5" creationId="{F7F9DA8B-EB29-0AC1-8004-24DBF309E57C}"/>
          </ac:picMkLst>
        </pc:picChg>
      </pc:sldChg>
      <pc:sldChg chg="addSp modSp add mod modAnim">
        <pc:chgData name="Wojtek Krakowiak" userId="f72a0bb3b8a70e05" providerId="LiveId" clId="{EB2AAE5E-F441-4B21-A173-D9609660A338}" dt="2025-10-31T04:39:06.911" v="639" actId="20577"/>
        <pc:sldMkLst>
          <pc:docMk/>
          <pc:sldMk cId="2398005917" sldId="1494"/>
        </pc:sldMkLst>
        <pc:spChg chg="mod">
          <ac:chgData name="Wojtek Krakowiak" userId="f72a0bb3b8a70e05" providerId="LiveId" clId="{EB2AAE5E-F441-4B21-A173-D9609660A338}" dt="2025-10-31T04:39:06.911" v="639" actId="20577"/>
          <ac:spMkLst>
            <pc:docMk/>
            <pc:sldMk cId="2398005917" sldId="1494"/>
            <ac:spMk id="2" creationId="{80F02725-E6B8-949D-7BEE-280AFD312275}"/>
          </ac:spMkLst>
        </pc:spChg>
        <pc:spChg chg="mod">
          <ac:chgData name="Wojtek Krakowiak" userId="f72a0bb3b8a70e05" providerId="LiveId" clId="{EB2AAE5E-F441-4B21-A173-D9609660A338}" dt="2025-10-31T03:17:34.109" v="26" actId="20577"/>
          <ac:spMkLst>
            <pc:docMk/>
            <pc:sldMk cId="2398005917" sldId="1494"/>
            <ac:spMk id="3" creationId="{F3C8119D-62DD-C8D9-8152-46ABA55811F7}"/>
          </ac:spMkLst>
        </pc:spChg>
        <pc:picChg chg="add mod">
          <ac:chgData name="Wojtek Krakowiak" userId="f72a0bb3b8a70e05" providerId="LiveId" clId="{EB2AAE5E-F441-4B21-A173-D9609660A338}" dt="2025-10-31T04:19:28.730" v="443"/>
          <ac:picMkLst>
            <pc:docMk/>
            <pc:sldMk cId="2398005917" sldId="1494"/>
            <ac:picMk id="4" creationId="{813B087D-7BBC-E7D9-1441-7BE8C95CD291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826707428" sldId="1494"/>
        </pc:sldMkLst>
      </pc:sldChg>
      <pc:sldChg chg="addSp modSp add mod modAnim">
        <pc:chgData name="Wojtek Krakowiak" userId="f72a0bb3b8a70e05" providerId="LiveId" clId="{EB2AAE5E-F441-4B21-A173-D9609660A338}" dt="2025-10-31T04:39:42.892" v="655" actId="20577"/>
        <pc:sldMkLst>
          <pc:docMk/>
          <pc:sldMk cId="42738075" sldId="1495"/>
        </pc:sldMkLst>
        <pc:spChg chg="mod">
          <ac:chgData name="Wojtek Krakowiak" userId="f72a0bb3b8a70e05" providerId="LiveId" clId="{EB2AAE5E-F441-4B21-A173-D9609660A338}" dt="2025-10-31T04:39:42.892" v="655" actId="20577"/>
          <ac:spMkLst>
            <pc:docMk/>
            <pc:sldMk cId="42738075" sldId="1495"/>
            <ac:spMk id="2" creationId="{CD1723C2-AD89-7152-C205-CE83CA0DFA68}"/>
          </ac:spMkLst>
        </pc:spChg>
        <pc:spChg chg="mod">
          <ac:chgData name="Wojtek Krakowiak" userId="f72a0bb3b8a70e05" providerId="LiveId" clId="{EB2AAE5E-F441-4B21-A173-D9609660A338}" dt="2025-10-31T03:17:55.752" v="43" actId="20577"/>
          <ac:spMkLst>
            <pc:docMk/>
            <pc:sldMk cId="42738075" sldId="1495"/>
            <ac:spMk id="3" creationId="{2691A5A6-E628-B4FD-7EC4-C83787FBF9AF}"/>
          </ac:spMkLst>
        </pc:spChg>
        <pc:picChg chg="add mod">
          <ac:chgData name="Wojtek Krakowiak" userId="f72a0bb3b8a70e05" providerId="LiveId" clId="{EB2AAE5E-F441-4B21-A173-D9609660A338}" dt="2025-10-31T04:20:02.084" v="446"/>
          <ac:picMkLst>
            <pc:docMk/>
            <pc:sldMk cId="42738075" sldId="1495"/>
            <ac:picMk id="4" creationId="{A9F1357E-EA3A-3E82-2F79-C534D6B4CFC7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994839688" sldId="1495"/>
        </pc:sldMkLst>
      </pc:sldChg>
      <pc:sldChg chg="addSp modSp add mod modAnim">
        <pc:chgData name="Wojtek Krakowiak" userId="f72a0bb3b8a70e05" providerId="LiveId" clId="{EB2AAE5E-F441-4B21-A173-D9609660A338}" dt="2025-10-31T04:40:07.564" v="674" actId="20577"/>
        <pc:sldMkLst>
          <pc:docMk/>
          <pc:sldMk cId="2051822155" sldId="1496"/>
        </pc:sldMkLst>
        <pc:spChg chg="mod">
          <ac:chgData name="Wojtek Krakowiak" userId="f72a0bb3b8a70e05" providerId="LiveId" clId="{EB2AAE5E-F441-4B21-A173-D9609660A338}" dt="2025-10-31T04:40:07.564" v="674" actId="20577"/>
          <ac:spMkLst>
            <pc:docMk/>
            <pc:sldMk cId="2051822155" sldId="1496"/>
            <ac:spMk id="2" creationId="{2EBD1C03-0CA0-037D-E977-8A23479F16C0}"/>
          </ac:spMkLst>
        </pc:spChg>
        <pc:spChg chg="mod">
          <ac:chgData name="Wojtek Krakowiak" userId="f72a0bb3b8a70e05" providerId="LiveId" clId="{EB2AAE5E-F441-4B21-A173-D9609660A338}" dt="2025-10-31T03:18:17.537" v="61" actId="20577"/>
          <ac:spMkLst>
            <pc:docMk/>
            <pc:sldMk cId="2051822155" sldId="1496"/>
            <ac:spMk id="3" creationId="{EEDB7429-1A4A-A5C0-C9DD-C67388898574}"/>
          </ac:spMkLst>
        </pc:spChg>
        <pc:picChg chg="add mod">
          <ac:chgData name="Wojtek Krakowiak" userId="f72a0bb3b8a70e05" providerId="LiveId" clId="{EB2AAE5E-F441-4B21-A173-D9609660A338}" dt="2025-10-31T04:20:27.948" v="449"/>
          <ac:picMkLst>
            <pc:docMk/>
            <pc:sldMk cId="2051822155" sldId="1496"/>
            <ac:picMk id="4" creationId="{FA49F81D-1EE8-2746-4881-B0E78E9A023A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768027299" sldId="1496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43237198" sldId="1497"/>
        </pc:sldMkLst>
      </pc:sldChg>
      <pc:sldChg chg="addSp modSp add del modAnim">
        <pc:chgData name="Wojtek Krakowiak" userId="f72a0bb3b8a70e05" providerId="LiveId" clId="{EB2AAE5E-F441-4B21-A173-D9609660A338}" dt="2025-10-31T04:56:06.994" v="1259" actId="47"/>
        <pc:sldMkLst>
          <pc:docMk/>
          <pc:sldMk cId="891888024" sldId="1497"/>
        </pc:sldMkLst>
        <pc:spChg chg="mod">
          <ac:chgData name="Wojtek Krakowiak" userId="f72a0bb3b8a70e05" providerId="LiveId" clId="{EB2AAE5E-F441-4B21-A173-D9609660A338}" dt="2025-10-31T03:18:28.494" v="67" actId="20577"/>
          <ac:spMkLst>
            <pc:docMk/>
            <pc:sldMk cId="891888024" sldId="1497"/>
            <ac:spMk id="3" creationId="{68D917E7-CCFF-07A6-92AB-D41EF697615F}"/>
          </ac:spMkLst>
        </pc:spChg>
        <pc:picChg chg="add mod">
          <ac:chgData name="Wojtek Krakowiak" userId="f72a0bb3b8a70e05" providerId="LiveId" clId="{EB2AAE5E-F441-4B21-A173-D9609660A338}" dt="2025-10-31T04:20:52.645" v="452"/>
          <ac:picMkLst>
            <pc:docMk/>
            <pc:sldMk cId="891888024" sldId="1497"/>
            <ac:picMk id="4" creationId="{711B328B-A6E1-76C0-9EE2-ADB0EAD3BD2B}"/>
          </ac:picMkLst>
        </pc:picChg>
      </pc:sldChg>
      <pc:sldChg chg="addSp modSp add mod modAnim">
        <pc:chgData name="Wojtek Krakowiak" userId="f72a0bb3b8a70e05" providerId="LiveId" clId="{EB2AAE5E-F441-4B21-A173-D9609660A338}" dt="2025-10-31T04:40:54.939" v="705" actId="14100"/>
        <pc:sldMkLst>
          <pc:docMk/>
          <pc:sldMk cId="1300604782" sldId="1498"/>
        </pc:sldMkLst>
        <pc:spChg chg="mod">
          <ac:chgData name="Wojtek Krakowiak" userId="f72a0bb3b8a70e05" providerId="LiveId" clId="{EB2AAE5E-F441-4B21-A173-D9609660A338}" dt="2025-10-31T04:40:54.939" v="705" actId="14100"/>
          <ac:spMkLst>
            <pc:docMk/>
            <pc:sldMk cId="1300604782" sldId="1498"/>
            <ac:spMk id="2" creationId="{C934780C-6C1F-E649-E596-308E6D31005C}"/>
          </ac:spMkLst>
        </pc:spChg>
        <pc:spChg chg="mod">
          <ac:chgData name="Wojtek Krakowiak" userId="f72a0bb3b8a70e05" providerId="LiveId" clId="{EB2AAE5E-F441-4B21-A173-D9609660A338}" dt="2025-10-31T03:19:15.883" v="80" actId="313"/>
          <ac:spMkLst>
            <pc:docMk/>
            <pc:sldMk cId="1300604782" sldId="1498"/>
            <ac:spMk id="3" creationId="{1A010D3C-D20D-4DA6-21C6-892D8BA1E2CA}"/>
          </ac:spMkLst>
        </pc:spChg>
        <pc:picChg chg="add mod">
          <ac:chgData name="Wojtek Krakowiak" userId="f72a0bb3b8a70e05" providerId="LiveId" clId="{EB2AAE5E-F441-4B21-A173-D9609660A338}" dt="2025-10-31T04:21:17.135" v="455"/>
          <ac:picMkLst>
            <pc:docMk/>
            <pc:sldMk cId="1300604782" sldId="1498"/>
            <ac:picMk id="4" creationId="{773C6702-2670-6639-1CDA-CB3B5AF906CF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006842627" sldId="1498"/>
        </pc:sldMkLst>
      </pc:sldChg>
      <pc:sldChg chg="addSp modSp add mod modAnim">
        <pc:chgData name="Wojtek Krakowiak" userId="f72a0bb3b8a70e05" providerId="LiveId" clId="{EB2AAE5E-F441-4B21-A173-D9609660A338}" dt="2025-10-31T04:41:29.377" v="725" actId="20577"/>
        <pc:sldMkLst>
          <pc:docMk/>
          <pc:sldMk cId="1551908544" sldId="1499"/>
        </pc:sldMkLst>
        <pc:spChg chg="mod">
          <ac:chgData name="Wojtek Krakowiak" userId="f72a0bb3b8a70e05" providerId="LiveId" clId="{EB2AAE5E-F441-4B21-A173-D9609660A338}" dt="2025-10-31T04:41:29.377" v="725" actId="20577"/>
          <ac:spMkLst>
            <pc:docMk/>
            <pc:sldMk cId="1551908544" sldId="1499"/>
            <ac:spMk id="2" creationId="{5DBEAA1C-99C3-E5DE-98C2-A2FDF18DEEE8}"/>
          </ac:spMkLst>
        </pc:spChg>
        <pc:spChg chg="mod">
          <ac:chgData name="Wojtek Krakowiak" userId="f72a0bb3b8a70e05" providerId="LiveId" clId="{EB2AAE5E-F441-4B21-A173-D9609660A338}" dt="2025-10-31T04:21:34.360" v="462" actId="20577"/>
          <ac:spMkLst>
            <pc:docMk/>
            <pc:sldMk cId="1551908544" sldId="1499"/>
            <ac:spMk id="3" creationId="{57B0B867-8A36-90E1-8281-984494B27B29}"/>
          </ac:spMkLst>
        </pc:spChg>
        <pc:picChg chg="add mod">
          <ac:chgData name="Wojtek Krakowiak" userId="f72a0bb3b8a70e05" providerId="LiveId" clId="{EB2AAE5E-F441-4B21-A173-D9609660A338}" dt="2025-10-31T04:21:57.566" v="463"/>
          <ac:picMkLst>
            <pc:docMk/>
            <pc:sldMk cId="1551908544" sldId="1499"/>
            <ac:picMk id="4" creationId="{5B5ADBF4-F1A1-06A6-31BD-9FA625C09542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361599004" sldId="1499"/>
        </pc:sldMkLst>
      </pc:sldChg>
      <pc:sldChg chg="addSp modSp add mod modAnim">
        <pc:chgData name="Wojtek Krakowiak" userId="f72a0bb3b8a70e05" providerId="LiveId" clId="{EB2AAE5E-F441-4B21-A173-D9609660A338}" dt="2025-10-31T04:41:52.936" v="743" actId="20577"/>
        <pc:sldMkLst>
          <pc:docMk/>
          <pc:sldMk cId="3091929110" sldId="1500"/>
        </pc:sldMkLst>
        <pc:spChg chg="mod">
          <ac:chgData name="Wojtek Krakowiak" userId="f72a0bb3b8a70e05" providerId="LiveId" clId="{EB2AAE5E-F441-4B21-A173-D9609660A338}" dt="2025-10-31T04:41:52.936" v="743" actId="20577"/>
          <ac:spMkLst>
            <pc:docMk/>
            <pc:sldMk cId="3091929110" sldId="1500"/>
            <ac:spMk id="2" creationId="{9E868495-6952-CC01-2F50-0FF77C3D29E4}"/>
          </ac:spMkLst>
        </pc:spChg>
        <pc:spChg chg="mod">
          <ac:chgData name="Wojtek Krakowiak" userId="f72a0bb3b8a70e05" providerId="LiveId" clId="{EB2AAE5E-F441-4B21-A173-D9609660A338}" dt="2025-10-31T03:19:45.071" v="130" actId="20577"/>
          <ac:spMkLst>
            <pc:docMk/>
            <pc:sldMk cId="3091929110" sldId="1500"/>
            <ac:spMk id="3" creationId="{2F060890-3B75-6B60-5D45-12C11A17181A}"/>
          </ac:spMkLst>
        </pc:spChg>
        <pc:picChg chg="add mod">
          <ac:chgData name="Wojtek Krakowiak" userId="f72a0bb3b8a70e05" providerId="LiveId" clId="{EB2AAE5E-F441-4B21-A173-D9609660A338}" dt="2025-10-31T04:22:23.663" v="466"/>
          <ac:picMkLst>
            <pc:docMk/>
            <pc:sldMk cId="3091929110" sldId="1500"/>
            <ac:picMk id="4" creationId="{44B0A577-339C-EE64-8D65-C4BA8F6C376B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297848511" sldId="1500"/>
        </pc:sldMkLst>
      </pc:sldChg>
      <pc:sldChg chg="addSp modSp add mod modAnim">
        <pc:chgData name="Wojtek Krakowiak" userId="f72a0bb3b8a70e05" providerId="LiveId" clId="{EB2AAE5E-F441-4B21-A173-D9609660A338}" dt="2025-10-31T04:42:20.360" v="755" actId="20577"/>
        <pc:sldMkLst>
          <pc:docMk/>
          <pc:sldMk cId="2074355673" sldId="1501"/>
        </pc:sldMkLst>
        <pc:spChg chg="mod">
          <ac:chgData name="Wojtek Krakowiak" userId="f72a0bb3b8a70e05" providerId="LiveId" clId="{EB2AAE5E-F441-4B21-A173-D9609660A338}" dt="2025-10-31T04:42:20.360" v="755" actId="20577"/>
          <ac:spMkLst>
            <pc:docMk/>
            <pc:sldMk cId="2074355673" sldId="1501"/>
            <ac:spMk id="2" creationId="{8D8EEEB5-6162-0066-427F-C8CD21FF429D}"/>
          </ac:spMkLst>
        </pc:spChg>
        <pc:spChg chg="mod">
          <ac:chgData name="Wojtek Krakowiak" userId="f72a0bb3b8a70e05" providerId="LiveId" clId="{EB2AAE5E-F441-4B21-A173-D9609660A338}" dt="2025-10-31T03:20:35.259" v="142" actId="20577"/>
          <ac:spMkLst>
            <pc:docMk/>
            <pc:sldMk cId="2074355673" sldId="1501"/>
            <ac:spMk id="3" creationId="{C25FD2F9-64DF-5C6F-F15D-44A71C495136}"/>
          </ac:spMkLst>
        </pc:spChg>
        <pc:picChg chg="add mod">
          <ac:chgData name="Wojtek Krakowiak" userId="f72a0bb3b8a70e05" providerId="LiveId" clId="{EB2AAE5E-F441-4B21-A173-D9609660A338}" dt="2025-10-31T04:22:48.311" v="469"/>
          <ac:picMkLst>
            <pc:docMk/>
            <pc:sldMk cId="2074355673" sldId="1501"/>
            <ac:picMk id="4" creationId="{7723B0FF-ACAE-6B73-7703-738170566AEF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4125144861" sldId="1501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61605351" sldId="1502"/>
        </pc:sldMkLst>
      </pc:sldChg>
      <pc:sldChg chg="addSp modSp add mod modAnim">
        <pc:chgData name="Wojtek Krakowiak" userId="f72a0bb3b8a70e05" providerId="LiveId" clId="{EB2AAE5E-F441-4B21-A173-D9609660A338}" dt="2025-10-31T04:43:17.605" v="791" actId="313"/>
        <pc:sldMkLst>
          <pc:docMk/>
          <pc:sldMk cId="1789543304" sldId="1502"/>
        </pc:sldMkLst>
        <pc:spChg chg="mod">
          <ac:chgData name="Wojtek Krakowiak" userId="f72a0bb3b8a70e05" providerId="LiveId" clId="{EB2AAE5E-F441-4B21-A173-D9609660A338}" dt="2025-10-31T04:43:17.605" v="791" actId="313"/>
          <ac:spMkLst>
            <pc:docMk/>
            <pc:sldMk cId="1789543304" sldId="1502"/>
            <ac:spMk id="2" creationId="{BB845E8C-651D-9622-6152-70A09F37FBCE}"/>
          </ac:spMkLst>
        </pc:spChg>
        <pc:spChg chg="mod">
          <ac:chgData name="Wojtek Krakowiak" userId="f72a0bb3b8a70e05" providerId="LiveId" clId="{EB2AAE5E-F441-4B21-A173-D9609660A338}" dt="2025-10-31T04:43:14.260" v="790" actId="20577"/>
          <ac:spMkLst>
            <pc:docMk/>
            <pc:sldMk cId="1789543304" sldId="1502"/>
            <ac:spMk id="3" creationId="{21A180B4-14C2-667C-1FC9-A0BB03460ABE}"/>
          </ac:spMkLst>
        </pc:spChg>
        <pc:picChg chg="add mod">
          <ac:chgData name="Wojtek Krakowiak" userId="f72a0bb3b8a70e05" providerId="LiveId" clId="{EB2AAE5E-F441-4B21-A173-D9609660A338}" dt="2025-10-31T04:27:35.364" v="472"/>
          <ac:picMkLst>
            <pc:docMk/>
            <pc:sldMk cId="1789543304" sldId="1502"/>
            <ac:picMk id="4" creationId="{449BFB55-36F7-548B-730C-D64155DCD7B6}"/>
          </ac:picMkLst>
        </pc:picChg>
      </pc:sldChg>
      <pc:sldChg chg="addSp modSp add del mod modAnim">
        <pc:chgData name="Wojtek Krakowiak" userId="f72a0bb3b8a70e05" providerId="LiveId" clId="{EB2AAE5E-F441-4B21-A173-D9609660A338}" dt="2025-10-31T04:43:47.550" v="813" actId="20577"/>
        <pc:sldMkLst>
          <pc:docMk/>
          <pc:sldMk cId="3812628540" sldId="1503"/>
        </pc:sldMkLst>
        <pc:spChg chg="mod">
          <ac:chgData name="Wojtek Krakowiak" userId="f72a0bb3b8a70e05" providerId="LiveId" clId="{EB2AAE5E-F441-4B21-A173-D9609660A338}" dt="2025-10-31T04:43:47.550" v="813" actId="20577"/>
          <ac:spMkLst>
            <pc:docMk/>
            <pc:sldMk cId="3812628540" sldId="1503"/>
            <ac:spMk id="2" creationId="{8339F5C3-8C6D-31FE-5A00-121FCD809AD1}"/>
          </ac:spMkLst>
        </pc:spChg>
        <pc:spChg chg="mod">
          <ac:chgData name="Wojtek Krakowiak" userId="f72a0bb3b8a70e05" providerId="LiveId" clId="{EB2AAE5E-F441-4B21-A173-D9609660A338}" dt="2025-10-31T03:40:01.277" v="183" actId="20577"/>
          <ac:spMkLst>
            <pc:docMk/>
            <pc:sldMk cId="3812628540" sldId="1503"/>
            <ac:spMk id="3" creationId="{F3606292-565B-840E-82FD-5E9BC7745771}"/>
          </ac:spMkLst>
        </pc:spChg>
        <pc:picChg chg="add mod">
          <ac:chgData name="Wojtek Krakowiak" userId="f72a0bb3b8a70e05" providerId="LiveId" clId="{EB2AAE5E-F441-4B21-A173-D9609660A338}" dt="2025-10-31T04:28:02.802" v="475"/>
          <ac:picMkLst>
            <pc:docMk/>
            <pc:sldMk cId="3812628540" sldId="1503"/>
            <ac:picMk id="4" creationId="{411BF33F-C83F-4CCA-6480-009D458DFF26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4252460294" sldId="1503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1881858433" sldId="1504"/>
        </pc:sldMkLst>
      </pc:sldChg>
      <pc:sldChg chg="addSp modSp add mod modAnim">
        <pc:chgData name="Wojtek Krakowiak" userId="f72a0bb3b8a70e05" providerId="LiveId" clId="{EB2AAE5E-F441-4B21-A173-D9609660A338}" dt="2025-10-31T04:44:02.228" v="822" actId="20577"/>
        <pc:sldMkLst>
          <pc:docMk/>
          <pc:sldMk cId="3942533708" sldId="1504"/>
        </pc:sldMkLst>
        <pc:spChg chg="mod">
          <ac:chgData name="Wojtek Krakowiak" userId="f72a0bb3b8a70e05" providerId="LiveId" clId="{EB2AAE5E-F441-4B21-A173-D9609660A338}" dt="2025-10-31T04:44:02.228" v="822" actId="20577"/>
          <ac:spMkLst>
            <pc:docMk/>
            <pc:sldMk cId="3942533708" sldId="1504"/>
            <ac:spMk id="2" creationId="{191F7B34-629C-544A-084E-DE0D80FDAAC7}"/>
          </ac:spMkLst>
        </pc:spChg>
        <pc:spChg chg="mod">
          <ac:chgData name="Wojtek Krakowiak" userId="f72a0bb3b8a70e05" providerId="LiveId" clId="{EB2AAE5E-F441-4B21-A173-D9609660A338}" dt="2025-10-31T03:41:16.483" v="200" actId="20577"/>
          <ac:spMkLst>
            <pc:docMk/>
            <pc:sldMk cId="3942533708" sldId="1504"/>
            <ac:spMk id="3" creationId="{984715E0-3617-10BB-25FC-5D4B9325436A}"/>
          </ac:spMkLst>
        </pc:spChg>
        <pc:picChg chg="add mod">
          <ac:chgData name="Wojtek Krakowiak" userId="f72a0bb3b8a70e05" providerId="LiveId" clId="{EB2AAE5E-F441-4B21-A173-D9609660A338}" dt="2025-10-31T04:28:27.634" v="478"/>
          <ac:picMkLst>
            <pc:docMk/>
            <pc:sldMk cId="3942533708" sldId="1504"/>
            <ac:picMk id="4" creationId="{F0F19EEF-2BFC-9377-8C90-EE2A51A25D7C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328320797" sldId="1505"/>
        </pc:sldMkLst>
      </pc:sldChg>
      <pc:sldChg chg="addSp modSp add mod modAnim">
        <pc:chgData name="Wojtek Krakowiak" userId="f72a0bb3b8a70e05" providerId="LiveId" clId="{EB2AAE5E-F441-4B21-A173-D9609660A338}" dt="2025-10-31T04:45:09.807" v="864" actId="20577"/>
        <pc:sldMkLst>
          <pc:docMk/>
          <pc:sldMk cId="4059031156" sldId="1505"/>
        </pc:sldMkLst>
        <pc:spChg chg="mod">
          <ac:chgData name="Wojtek Krakowiak" userId="f72a0bb3b8a70e05" providerId="LiveId" clId="{EB2AAE5E-F441-4B21-A173-D9609660A338}" dt="2025-10-31T04:45:09.807" v="864" actId="20577"/>
          <ac:spMkLst>
            <pc:docMk/>
            <pc:sldMk cId="4059031156" sldId="1505"/>
            <ac:spMk id="2" creationId="{B6819544-D323-3CF5-8DED-47B870849DF4}"/>
          </ac:spMkLst>
        </pc:spChg>
        <pc:spChg chg="mod">
          <ac:chgData name="Wojtek Krakowiak" userId="f72a0bb3b8a70e05" providerId="LiveId" clId="{EB2AAE5E-F441-4B21-A173-D9609660A338}" dt="2025-10-31T03:42:54.293" v="232" actId="20577"/>
          <ac:spMkLst>
            <pc:docMk/>
            <pc:sldMk cId="4059031156" sldId="1505"/>
            <ac:spMk id="3" creationId="{4F9716F1-3AB3-798F-C9A3-3D9CEE2E1628}"/>
          </ac:spMkLst>
        </pc:spChg>
        <pc:picChg chg="add mod">
          <ac:chgData name="Wojtek Krakowiak" userId="f72a0bb3b8a70e05" providerId="LiveId" clId="{EB2AAE5E-F441-4B21-A173-D9609660A338}" dt="2025-10-31T04:29:16.279" v="484"/>
          <ac:picMkLst>
            <pc:docMk/>
            <pc:sldMk cId="4059031156" sldId="1505"/>
            <ac:picMk id="4" creationId="{07BD786A-8361-164D-0416-DB72DAB26196}"/>
          </ac:picMkLst>
        </pc:picChg>
      </pc:sldChg>
      <pc:sldChg chg="addSp modSp add mod modAnim">
        <pc:chgData name="Wojtek Krakowiak" userId="f72a0bb3b8a70e05" providerId="LiveId" clId="{EB2AAE5E-F441-4B21-A173-D9609660A338}" dt="2025-10-31T04:45:40.533" v="892" actId="20577"/>
        <pc:sldMkLst>
          <pc:docMk/>
          <pc:sldMk cId="951056965" sldId="1506"/>
        </pc:sldMkLst>
        <pc:spChg chg="mod">
          <ac:chgData name="Wojtek Krakowiak" userId="f72a0bb3b8a70e05" providerId="LiveId" clId="{EB2AAE5E-F441-4B21-A173-D9609660A338}" dt="2025-10-31T04:45:40.533" v="892" actId="20577"/>
          <ac:spMkLst>
            <pc:docMk/>
            <pc:sldMk cId="951056965" sldId="1506"/>
            <ac:spMk id="2" creationId="{A1B7F49D-0531-FE1D-DAD3-81B7427C7014}"/>
          </ac:spMkLst>
        </pc:spChg>
        <pc:spChg chg="mod">
          <ac:chgData name="Wojtek Krakowiak" userId="f72a0bb3b8a70e05" providerId="LiveId" clId="{EB2AAE5E-F441-4B21-A173-D9609660A338}" dt="2025-10-31T03:43:17.221" v="244" actId="20577"/>
          <ac:spMkLst>
            <pc:docMk/>
            <pc:sldMk cId="951056965" sldId="1506"/>
            <ac:spMk id="3" creationId="{1A5AE020-EE9F-5326-519D-BB3EFC218A9E}"/>
          </ac:spMkLst>
        </pc:spChg>
        <pc:picChg chg="add mod">
          <ac:chgData name="Wojtek Krakowiak" userId="f72a0bb3b8a70e05" providerId="LiveId" clId="{EB2AAE5E-F441-4B21-A173-D9609660A338}" dt="2025-10-31T04:29:43.252" v="487"/>
          <ac:picMkLst>
            <pc:docMk/>
            <pc:sldMk cId="951056965" sldId="1506"/>
            <ac:picMk id="4" creationId="{2C2DA3F3-3DAE-0C10-710E-C193CF13B69D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1897061910" sldId="1506"/>
        </pc:sldMkLst>
      </pc:sldChg>
      <pc:sldChg chg="addSp modSp add mod modAnim">
        <pc:chgData name="Wojtek Krakowiak" userId="f72a0bb3b8a70e05" providerId="LiveId" clId="{EB2AAE5E-F441-4B21-A173-D9609660A338}" dt="2025-10-31T04:46:11.505" v="902" actId="20577"/>
        <pc:sldMkLst>
          <pc:docMk/>
          <pc:sldMk cId="137313962" sldId="1507"/>
        </pc:sldMkLst>
        <pc:spChg chg="mod">
          <ac:chgData name="Wojtek Krakowiak" userId="f72a0bb3b8a70e05" providerId="LiveId" clId="{EB2AAE5E-F441-4B21-A173-D9609660A338}" dt="2025-10-31T04:46:11.505" v="902" actId="20577"/>
          <ac:spMkLst>
            <pc:docMk/>
            <pc:sldMk cId="137313962" sldId="1507"/>
            <ac:spMk id="2" creationId="{B86AA026-CE0D-4A53-CA95-7BE12F498253}"/>
          </ac:spMkLst>
        </pc:spChg>
        <pc:spChg chg="mod">
          <ac:chgData name="Wojtek Krakowiak" userId="f72a0bb3b8a70e05" providerId="LiveId" clId="{EB2AAE5E-F441-4B21-A173-D9609660A338}" dt="2025-10-31T03:45:01.688" v="259" actId="313"/>
          <ac:spMkLst>
            <pc:docMk/>
            <pc:sldMk cId="137313962" sldId="1507"/>
            <ac:spMk id="3" creationId="{B7400CD5-6C92-C30C-C033-6DD62E5DEC53}"/>
          </ac:spMkLst>
        </pc:spChg>
        <pc:picChg chg="add mod">
          <ac:chgData name="Wojtek Krakowiak" userId="f72a0bb3b8a70e05" providerId="LiveId" clId="{EB2AAE5E-F441-4B21-A173-D9609660A338}" dt="2025-10-31T04:30:11.610" v="490"/>
          <ac:picMkLst>
            <pc:docMk/>
            <pc:sldMk cId="137313962" sldId="1507"/>
            <ac:picMk id="4" creationId="{E57466C6-6A8C-BA30-243F-CF833DA5A8AC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4171990198" sldId="1507"/>
        </pc:sldMkLst>
      </pc:sldChg>
      <pc:sldChg chg="addSp modSp add mod modAnim">
        <pc:chgData name="Wojtek Krakowiak" userId="f72a0bb3b8a70e05" providerId="LiveId" clId="{EB2AAE5E-F441-4B21-A173-D9609660A338}" dt="2025-10-31T04:47:15.992" v="955" actId="14100"/>
        <pc:sldMkLst>
          <pc:docMk/>
          <pc:sldMk cId="1044837110" sldId="1508"/>
        </pc:sldMkLst>
        <pc:spChg chg="mod">
          <ac:chgData name="Wojtek Krakowiak" userId="f72a0bb3b8a70e05" providerId="LiveId" clId="{EB2AAE5E-F441-4B21-A173-D9609660A338}" dt="2025-10-31T04:47:15.992" v="955" actId="14100"/>
          <ac:spMkLst>
            <pc:docMk/>
            <pc:sldMk cId="1044837110" sldId="1508"/>
            <ac:spMk id="2" creationId="{2C0C5BD7-C4DF-504E-EE64-807C0C29BB1D}"/>
          </ac:spMkLst>
        </pc:spChg>
        <pc:spChg chg="mod">
          <ac:chgData name="Wojtek Krakowiak" userId="f72a0bb3b8a70e05" providerId="LiveId" clId="{EB2AAE5E-F441-4B21-A173-D9609660A338}" dt="2025-10-31T03:47:30.836" v="275" actId="20577"/>
          <ac:spMkLst>
            <pc:docMk/>
            <pc:sldMk cId="1044837110" sldId="1508"/>
            <ac:spMk id="3" creationId="{D1959AA2-09A4-2233-C4BD-30E0FEB6DEFB}"/>
          </ac:spMkLst>
        </pc:spChg>
        <pc:picChg chg="add mod">
          <ac:chgData name="Wojtek Krakowiak" userId="f72a0bb3b8a70e05" providerId="LiveId" clId="{EB2AAE5E-F441-4B21-A173-D9609660A338}" dt="2025-10-31T04:30:34.332" v="493"/>
          <ac:picMkLst>
            <pc:docMk/>
            <pc:sldMk cId="1044837110" sldId="1508"/>
            <ac:picMk id="4" creationId="{2A8DF58B-768D-8714-1EB1-581A2E6BE58F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227088355" sldId="1508"/>
        </pc:sldMkLst>
      </pc:sldChg>
      <pc:sldChg chg="addSp modSp add mod modAnim">
        <pc:chgData name="Wojtek Krakowiak" userId="f72a0bb3b8a70e05" providerId="LiveId" clId="{EB2AAE5E-F441-4B21-A173-D9609660A338}" dt="2025-10-31T04:47:53.176" v="983" actId="20577"/>
        <pc:sldMkLst>
          <pc:docMk/>
          <pc:sldMk cId="863033349" sldId="1509"/>
        </pc:sldMkLst>
        <pc:spChg chg="mod">
          <ac:chgData name="Wojtek Krakowiak" userId="f72a0bb3b8a70e05" providerId="LiveId" clId="{EB2AAE5E-F441-4B21-A173-D9609660A338}" dt="2025-10-31T04:47:53.176" v="983" actId="20577"/>
          <ac:spMkLst>
            <pc:docMk/>
            <pc:sldMk cId="863033349" sldId="1509"/>
            <ac:spMk id="2" creationId="{60483919-328E-AE62-4414-02BD04E2F919}"/>
          </ac:spMkLst>
        </pc:spChg>
        <pc:spChg chg="mod">
          <ac:chgData name="Wojtek Krakowiak" userId="f72a0bb3b8a70e05" providerId="LiveId" clId="{EB2AAE5E-F441-4B21-A173-D9609660A338}" dt="2025-10-31T03:48:32.679" v="288" actId="20577"/>
          <ac:spMkLst>
            <pc:docMk/>
            <pc:sldMk cId="863033349" sldId="1509"/>
            <ac:spMk id="3" creationId="{BB4F071F-0955-8A4A-73F2-6F018947E899}"/>
          </ac:spMkLst>
        </pc:spChg>
        <pc:picChg chg="add mod">
          <ac:chgData name="Wojtek Krakowiak" userId="f72a0bb3b8a70e05" providerId="LiveId" clId="{EB2AAE5E-F441-4B21-A173-D9609660A338}" dt="2025-10-31T04:31:01.678" v="496"/>
          <ac:picMkLst>
            <pc:docMk/>
            <pc:sldMk cId="863033349" sldId="1509"/>
            <ac:picMk id="4" creationId="{C08EB75F-A1BA-C807-AFEF-FBB41F81DB5E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4209508218" sldId="1509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152206522" sldId="1510"/>
        </pc:sldMkLst>
      </pc:sldChg>
      <pc:sldChg chg="addSp modSp add mod modAnim">
        <pc:chgData name="Wojtek Krakowiak" userId="f72a0bb3b8a70e05" providerId="LiveId" clId="{EB2AAE5E-F441-4B21-A173-D9609660A338}" dt="2025-10-31T04:48:19.962" v="1001" actId="20577"/>
        <pc:sldMkLst>
          <pc:docMk/>
          <pc:sldMk cId="2413227907" sldId="1510"/>
        </pc:sldMkLst>
        <pc:spChg chg="mod">
          <ac:chgData name="Wojtek Krakowiak" userId="f72a0bb3b8a70e05" providerId="LiveId" clId="{EB2AAE5E-F441-4B21-A173-D9609660A338}" dt="2025-10-31T04:48:19.962" v="1001" actId="20577"/>
          <ac:spMkLst>
            <pc:docMk/>
            <pc:sldMk cId="2413227907" sldId="1510"/>
            <ac:spMk id="2" creationId="{54974B4D-76D4-0139-765A-8148FE564D1E}"/>
          </ac:spMkLst>
        </pc:spChg>
        <pc:spChg chg="mod">
          <ac:chgData name="Wojtek Krakowiak" userId="f72a0bb3b8a70e05" providerId="LiveId" clId="{EB2AAE5E-F441-4B21-A173-D9609660A338}" dt="2025-10-31T03:49:00.879" v="295" actId="20577"/>
          <ac:spMkLst>
            <pc:docMk/>
            <pc:sldMk cId="2413227907" sldId="1510"/>
            <ac:spMk id="3" creationId="{77711A45-5A10-4EF8-2A5E-98C6A317EDBA}"/>
          </ac:spMkLst>
        </pc:spChg>
        <pc:picChg chg="add mod">
          <ac:chgData name="Wojtek Krakowiak" userId="f72a0bb3b8a70e05" providerId="LiveId" clId="{EB2AAE5E-F441-4B21-A173-D9609660A338}" dt="2025-10-31T04:31:25.375" v="499"/>
          <ac:picMkLst>
            <pc:docMk/>
            <pc:sldMk cId="2413227907" sldId="1510"/>
            <ac:picMk id="4" creationId="{FB9BB48D-6AE1-C3FE-8D99-99CB029FAF33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032420578" sldId="1511"/>
        </pc:sldMkLst>
      </pc:sldChg>
      <pc:sldChg chg="addSp modSp add mod modAnim">
        <pc:chgData name="Wojtek Krakowiak" userId="f72a0bb3b8a70e05" providerId="LiveId" clId="{EB2AAE5E-F441-4B21-A173-D9609660A338}" dt="2025-10-31T04:49:06.925" v="1030" actId="14100"/>
        <pc:sldMkLst>
          <pc:docMk/>
          <pc:sldMk cId="2301608515" sldId="1511"/>
        </pc:sldMkLst>
        <pc:spChg chg="mod">
          <ac:chgData name="Wojtek Krakowiak" userId="f72a0bb3b8a70e05" providerId="LiveId" clId="{EB2AAE5E-F441-4B21-A173-D9609660A338}" dt="2025-10-31T04:49:06.925" v="1030" actId="14100"/>
          <ac:spMkLst>
            <pc:docMk/>
            <pc:sldMk cId="2301608515" sldId="1511"/>
            <ac:spMk id="2" creationId="{084BBEDB-A176-0B7E-7717-80E51798AEEE}"/>
          </ac:spMkLst>
        </pc:spChg>
        <pc:spChg chg="mod">
          <ac:chgData name="Wojtek Krakowiak" userId="f72a0bb3b8a70e05" providerId="LiveId" clId="{EB2AAE5E-F441-4B21-A173-D9609660A338}" dt="2025-10-31T03:51:18.147" v="310" actId="20577"/>
          <ac:spMkLst>
            <pc:docMk/>
            <pc:sldMk cId="2301608515" sldId="1511"/>
            <ac:spMk id="3" creationId="{E96B6599-67A4-C4C1-B408-2EDA1C26C0B5}"/>
          </ac:spMkLst>
        </pc:spChg>
        <pc:picChg chg="add mod">
          <ac:chgData name="Wojtek Krakowiak" userId="f72a0bb3b8a70e05" providerId="LiveId" clId="{EB2AAE5E-F441-4B21-A173-D9609660A338}" dt="2025-10-31T04:31:48.532" v="502"/>
          <ac:picMkLst>
            <pc:docMk/>
            <pc:sldMk cId="2301608515" sldId="1511"/>
            <ac:picMk id="4" creationId="{199BA67C-B2AD-AC18-C2CA-C89A4EF31AD9}"/>
          </ac:picMkLst>
        </pc:picChg>
      </pc:sldChg>
      <pc:sldChg chg="addSp modSp add mod modAnim">
        <pc:chgData name="Wojtek Krakowiak" userId="f72a0bb3b8a70e05" providerId="LiveId" clId="{EB2AAE5E-F441-4B21-A173-D9609660A338}" dt="2025-10-31T04:49:51.739" v="1061" actId="20577"/>
        <pc:sldMkLst>
          <pc:docMk/>
          <pc:sldMk cId="1721441878" sldId="1512"/>
        </pc:sldMkLst>
        <pc:spChg chg="mod">
          <ac:chgData name="Wojtek Krakowiak" userId="f72a0bb3b8a70e05" providerId="LiveId" clId="{EB2AAE5E-F441-4B21-A173-D9609660A338}" dt="2025-10-31T04:49:51.739" v="1061" actId="20577"/>
          <ac:spMkLst>
            <pc:docMk/>
            <pc:sldMk cId="1721441878" sldId="1512"/>
            <ac:spMk id="2" creationId="{87C3B990-7EEE-F236-E5C3-00929B20127E}"/>
          </ac:spMkLst>
        </pc:spChg>
        <pc:spChg chg="mod">
          <ac:chgData name="Wojtek Krakowiak" userId="f72a0bb3b8a70e05" providerId="LiveId" clId="{EB2AAE5E-F441-4B21-A173-D9609660A338}" dt="2025-10-31T03:54:19.149" v="321" actId="20577"/>
          <ac:spMkLst>
            <pc:docMk/>
            <pc:sldMk cId="1721441878" sldId="1512"/>
            <ac:spMk id="3" creationId="{FC450F7F-C0C1-4C42-43AF-288AB721CE1D}"/>
          </ac:spMkLst>
        </pc:spChg>
        <pc:picChg chg="add mod">
          <ac:chgData name="Wojtek Krakowiak" userId="f72a0bb3b8a70e05" providerId="LiveId" clId="{EB2AAE5E-F441-4B21-A173-D9609660A338}" dt="2025-10-31T04:32:14.326" v="506"/>
          <ac:picMkLst>
            <pc:docMk/>
            <pc:sldMk cId="1721441878" sldId="1512"/>
            <ac:picMk id="4" creationId="{D12744FA-02C7-233B-3A28-7A8B114DAE03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353753454" sldId="1512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111534738" sldId="1513"/>
        </pc:sldMkLst>
      </pc:sldChg>
      <pc:sldChg chg="addSp modSp add mod modAnim">
        <pc:chgData name="Wojtek Krakowiak" userId="f72a0bb3b8a70e05" providerId="LiveId" clId="{EB2AAE5E-F441-4B21-A173-D9609660A338}" dt="2025-10-31T04:50:32.384" v="1092" actId="14100"/>
        <pc:sldMkLst>
          <pc:docMk/>
          <pc:sldMk cId="3247371806" sldId="1513"/>
        </pc:sldMkLst>
        <pc:spChg chg="mod">
          <ac:chgData name="Wojtek Krakowiak" userId="f72a0bb3b8a70e05" providerId="LiveId" clId="{EB2AAE5E-F441-4B21-A173-D9609660A338}" dt="2025-10-31T04:50:32.384" v="1092" actId="14100"/>
          <ac:spMkLst>
            <pc:docMk/>
            <pc:sldMk cId="3247371806" sldId="1513"/>
            <ac:spMk id="2" creationId="{C4AFC4E7-DD5D-BD4A-3343-3F012B32B12A}"/>
          </ac:spMkLst>
        </pc:spChg>
        <pc:spChg chg="mod">
          <ac:chgData name="Wojtek Krakowiak" userId="f72a0bb3b8a70e05" providerId="LiveId" clId="{EB2AAE5E-F441-4B21-A173-D9609660A338}" dt="2025-10-31T03:55:29.114" v="336" actId="20577"/>
          <ac:spMkLst>
            <pc:docMk/>
            <pc:sldMk cId="3247371806" sldId="1513"/>
            <ac:spMk id="3" creationId="{241EEA65-4D09-FC64-0D87-5BE84760AEC9}"/>
          </ac:spMkLst>
        </pc:spChg>
        <pc:picChg chg="add mod">
          <ac:chgData name="Wojtek Krakowiak" userId="f72a0bb3b8a70e05" providerId="LiveId" clId="{EB2AAE5E-F441-4B21-A173-D9609660A338}" dt="2025-10-31T04:32:40.719" v="509"/>
          <ac:picMkLst>
            <pc:docMk/>
            <pc:sldMk cId="3247371806" sldId="1513"/>
            <ac:picMk id="4" creationId="{1E8FE502-64AB-1AEF-1FBB-9ADD61ECEAB7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562348965" sldId="1514"/>
        </pc:sldMkLst>
      </pc:sldChg>
      <pc:sldChg chg="addSp modSp add mod modAnim">
        <pc:chgData name="Wojtek Krakowiak" userId="f72a0bb3b8a70e05" providerId="LiveId" clId="{EB2AAE5E-F441-4B21-A173-D9609660A338}" dt="2025-10-31T04:50:59.919" v="1106" actId="20577"/>
        <pc:sldMkLst>
          <pc:docMk/>
          <pc:sldMk cId="3059084130" sldId="1514"/>
        </pc:sldMkLst>
        <pc:spChg chg="mod">
          <ac:chgData name="Wojtek Krakowiak" userId="f72a0bb3b8a70e05" providerId="LiveId" clId="{EB2AAE5E-F441-4B21-A173-D9609660A338}" dt="2025-10-31T04:50:59.919" v="1106" actId="20577"/>
          <ac:spMkLst>
            <pc:docMk/>
            <pc:sldMk cId="3059084130" sldId="1514"/>
            <ac:spMk id="2" creationId="{05BE804B-D904-8E0A-281F-E71F5779B028}"/>
          </ac:spMkLst>
        </pc:spChg>
        <pc:spChg chg="mod">
          <ac:chgData name="Wojtek Krakowiak" userId="f72a0bb3b8a70e05" providerId="LiveId" clId="{EB2AAE5E-F441-4B21-A173-D9609660A338}" dt="2025-10-31T03:56:52.883" v="350" actId="20577"/>
          <ac:spMkLst>
            <pc:docMk/>
            <pc:sldMk cId="3059084130" sldId="1514"/>
            <ac:spMk id="3" creationId="{1EAAD716-EB15-480D-8274-3D21BACE6697}"/>
          </ac:spMkLst>
        </pc:spChg>
        <pc:picChg chg="add mod">
          <ac:chgData name="Wojtek Krakowiak" userId="f72a0bb3b8a70e05" providerId="LiveId" clId="{EB2AAE5E-F441-4B21-A173-D9609660A338}" dt="2025-10-31T04:33:05.381" v="512"/>
          <ac:picMkLst>
            <pc:docMk/>
            <pc:sldMk cId="3059084130" sldId="1514"/>
            <ac:picMk id="4" creationId="{39418C72-3958-7670-4C80-D0B85FE10FB5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16501489" sldId="1515"/>
        </pc:sldMkLst>
      </pc:sldChg>
      <pc:sldChg chg="addSp modSp add mod modAnim">
        <pc:chgData name="Wojtek Krakowiak" userId="f72a0bb3b8a70e05" providerId="LiveId" clId="{EB2AAE5E-F441-4B21-A173-D9609660A338}" dt="2025-10-31T04:44:38.683" v="843" actId="20577"/>
        <pc:sldMkLst>
          <pc:docMk/>
          <pc:sldMk cId="701304081" sldId="1515"/>
        </pc:sldMkLst>
        <pc:spChg chg="mod">
          <ac:chgData name="Wojtek Krakowiak" userId="f72a0bb3b8a70e05" providerId="LiveId" clId="{EB2AAE5E-F441-4B21-A173-D9609660A338}" dt="2025-10-31T04:44:38.683" v="843" actId="20577"/>
          <ac:spMkLst>
            <pc:docMk/>
            <pc:sldMk cId="701304081" sldId="1515"/>
            <ac:spMk id="2" creationId="{7EA6C765-C282-2315-3B4B-01BA39ED580C}"/>
          </ac:spMkLst>
        </pc:spChg>
        <pc:spChg chg="mod">
          <ac:chgData name="Wojtek Krakowiak" userId="f72a0bb3b8a70e05" providerId="LiveId" clId="{EB2AAE5E-F441-4B21-A173-D9609660A338}" dt="2025-10-31T03:58:02.486" v="360" actId="20577"/>
          <ac:spMkLst>
            <pc:docMk/>
            <pc:sldMk cId="701304081" sldId="1515"/>
            <ac:spMk id="3" creationId="{1DF852B5-BFCB-0940-4246-B995EA21A5FB}"/>
          </ac:spMkLst>
        </pc:spChg>
        <pc:picChg chg="add mod">
          <ac:chgData name="Wojtek Krakowiak" userId="f72a0bb3b8a70e05" providerId="LiveId" clId="{EB2AAE5E-F441-4B21-A173-D9609660A338}" dt="2025-10-31T04:28:50.264" v="481"/>
          <ac:picMkLst>
            <pc:docMk/>
            <pc:sldMk cId="701304081" sldId="1515"/>
            <ac:picMk id="4" creationId="{5675BD3F-7BDD-D149-3FD4-1FA5F62AC10A}"/>
          </ac:picMkLst>
        </pc:picChg>
      </pc:sldChg>
      <pc:sldChg chg="addSp modSp add mod modAnim">
        <pc:chgData name="Wojtek Krakowiak" userId="f72a0bb3b8a70e05" providerId="LiveId" clId="{EB2AAE5E-F441-4B21-A173-D9609660A338}" dt="2025-10-31T04:51:41.361" v="1141" actId="14100"/>
        <pc:sldMkLst>
          <pc:docMk/>
          <pc:sldMk cId="2627189905" sldId="1516"/>
        </pc:sldMkLst>
        <pc:spChg chg="mod">
          <ac:chgData name="Wojtek Krakowiak" userId="f72a0bb3b8a70e05" providerId="LiveId" clId="{EB2AAE5E-F441-4B21-A173-D9609660A338}" dt="2025-10-31T04:51:41.361" v="1141" actId="14100"/>
          <ac:spMkLst>
            <pc:docMk/>
            <pc:sldMk cId="2627189905" sldId="1516"/>
            <ac:spMk id="2" creationId="{FB0D1099-03F1-5793-432D-0CDF743C59CA}"/>
          </ac:spMkLst>
        </pc:spChg>
        <pc:spChg chg="mod">
          <ac:chgData name="Wojtek Krakowiak" userId="f72a0bb3b8a70e05" providerId="LiveId" clId="{EB2AAE5E-F441-4B21-A173-D9609660A338}" dt="2025-10-31T03:59:03.433" v="371" actId="20577"/>
          <ac:spMkLst>
            <pc:docMk/>
            <pc:sldMk cId="2627189905" sldId="1516"/>
            <ac:spMk id="3" creationId="{C843FFA5-CE72-CD28-B726-F21E6A37C2E6}"/>
          </ac:spMkLst>
        </pc:spChg>
        <pc:picChg chg="add mod">
          <ac:chgData name="Wojtek Krakowiak" userId="f72a0bb3b8a70e05" providerId="LiveId" clId="{EB2AAE5E-F441-4B21-A173-D9609660A338}" dt="2025-10-31T04:33:29.296" v="515"/>
          <ac:picMkLst>
            <pc:docMk/>
            <pc:sldMk cId="2627189905" sldId="1516"/>
            <ac:picMk id="4" creationId="{D05276A0-54FA-8AB9-8F3B-7BFD19CC0401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463503377" sldId="1516"/>
        </pc:sldMkLst>
      </pc:sldChg>
      <pc:sldChg chg="addSp modSp add mod modAnim">
        <pc:chgData name="Wojtek Krakowiak" userId="f72a0bb3b8a70e05" providerId="LiveId" clId="{EB2AAE5E-F441-4B21-A173-D9609660A338}" dt="2025-10-31T04:52:50.987" v="1185" actId="14100"/>
        <pc:sldMkLst>
          <pc:docMk/>
          <pc:sldMk cId="1551589690" sldId="1517"/>
        </pc:sldMkLst>
        <pc:spChg chg="mod">
          <ac:chgData name="Wojtek Krakowiak" userId="f72a0bb3b8a70e05" providerId="LiveId" clId="{EB2AAE5E-F441-4B21-A173-D9609660A338}" dt="2025-10-31T04:52:50.987" v="1185" actId="14100"/>
          <ac:spMkLst>
            <pc:docMk/>
            <pc:sldMk cId="1551589690" sldId="1517"/>
            <ac:spMk id="2" creationId="{9A60C16E-5405-2349-6FE9-2375BAA7FF8F}"/>
          </ac:spMkLst>
        </pc:spChg>
        <pc:spChg chg="mod">
          <ac:chgData name="Wojtek Krakowiak" userId="f72a0bb3b8a70e05" providerId="LiveId" clId="{EB2AAE5E-F441-4B21-A173-D9609660A338}" dt="2025-10-31T04:00:56.393" v="393" actId="20577"/>
          <ac:spMkLst>
            <pc:docMk/>
            <pc:sldMk cId="1551589690" sldId="1517"/>
            <ac:spMk id="3" creationId="{DFD96620-1040-D715-3FDC-D6E0D8E8B9B2}"/>
          </ac:spMkLst>
        </pc:spChg>
        <pc:picChg chg="add mod">
          <ac:chgData name="Wojtek Krakowiak" userId="f72a0bb3b8a70e05" providerId="LiveId" clId="{EB2AAE5E-F441-4B21-A173-D9609660A338}" dt="2025-10-31T04:33:51.265" v="518"/>
          <ac:picMkLst>
            <pc:docMk/>
            <pc:sldMk cId="1551589690" sldId="1517"/>
            <ac:picMk id="4" creationId="{783A602D-6FF5-43A6-74F5-698D28575C55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786600915" sldId="1517"/>
        </pc:sldMkLst>
      </pc:sldChg>
      <pc:sldChg chg="addSp modSp add mod modAnim">
        <pc:chgData name="Wojtek Krakowiak" userId="f72a0bb3b8a70e05" providerId="LiveId" clId="{EB2AAE5E-F441-4B21-A173-D9609660A338}" dt="2025-10-31T04:53:40.913" v="1217" actId="14100"/>
        <pc:sldMkLst>
          <pc:docMk/>
          <pc:sldMk cId="4024259668" sldId="1518"/>
        </pc:sldMkLst>
        <pc:spChg chg="mod">
          <ac:chgData name="Wojtek Krakowiak" userId="f72a0bb3b8a70e05" providerId="LiveId" clId="{EB2AAE5E-F441-4B21-A173-D9609660A338}" dt="2025-10-31T04:53:40.913" v="1217" actId="14100"/>
          <ac:spMkLst>
            <pc:docMk/>
            <pc:sldMk cId="4024259668" sldId="1518"/>
            <ac:spMk id="2" creationId="{9FBC9F99-8ADD-53BA-C845-0658330C1CE6}"/>
          </ac:spMkLst>
        </pc:spChg>
        <pc:spChg chg="mod">
          <ac:chgData name="Wojtek Krakowiak" userId="f72a0bb3b8a70e05" providerId="LiveId" clId="{EB2AAE5E-F441-4B21-A173-D9609660A338}" dt="2025-10-31T04:08:46.332" v="410" actId="20577"/>
          <ac:spMkLst>
            <pc:docMk/>
            <pc:sldMk cId="4024259668" sldId="1518"/>
            <ac:spMk id="3" creationId="{FA27C71B-C7D4-FFC0-A080-D89961351011}"/>
          </ac:spMkLst>
        </pc:spChg>
        <pc:picChg chg="add mod">
          <ac:chgData name="Wojtek Krakowiak" userId="f72a0bb3b8a70e05" providerId="LiveId" clId="{EB2AAE5E-F441-4B21-A173-D9609660A338}" dt="2025-10-31T04:34:19.087" v="521"/>
          <ac:picMkLst>
            <pc:docMk/>
            <pc:sldMk cId="4024259668" sldId="1518"/>
            <ac:picMk id="4" creationId="{01630222-CF80-188C-3B97-A8309BA0515D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1542106733" sldId="1519"/>
        </pc:sldMkLst>
      </pc:sldChg>
      <pc:sldChg chg="addSp modSp add mod modAnim">
        <pc:chgData name="Wojtek Krakowiak" userId="f72a0bb3b8a70e05" providerId="LiveId" clId="{EB2AAE5E-F441-4B21-A173-D9609660A338}" dt="2025-10-31T04:54:32.828" v="1241" actId="108"/>
        <pc:sldMkLst>
          <pc:docMk/>
          <pc:sldMk cId="3237345654" sldId="1519"/>
        </pc:sldMkLst>
        <pc:spChg chg="mod">
          <ac:chgData name="Wojtek Krakowiak" userId="f72a0bb3b8a70e05" providerId="LiveId" clId="{EB2AAE5E-F441-4B21-A173-D9609660A338}" dt="2025-10-31T04:54:32.828" v="1241" actId="108"/>
          <ac:spMkLst>
            <pc:docMk/>
            <pc:sldMk cId="3237345654" sldId="1519"/>
            <ac:spMk id="2" creationId="{5F101BE6-A6D5-2712-D19A-F072E1462CE1}"/>
          </ac:spMkLst>
        </pc:spChg>
        <pc:spChg chg="mod">
          <ac:chgData name="Wojtek Krakowiak" userId="f72a0bb3b8a70e05" providerId="LiveId" clId="{EB2AAE5E-F441-4B21-A173-D9609660A338}" dt="2025-10-31T04:17:12.509" v="420" actId="20577"/>
          <ac:spMkLst>
            <pc:docMk/>
            <pc:sldMk cId="3237345654" sldId="1519"/>
            <ac:spMk id="3" creationId="{B6325AE4-D9E6-860A-7730-BBBE13B8AF2C}"/>
          </ac:spMkLst>
        </pc:spChg>
        <pc:picChg chg="add mod">
          <ac:chgData name="Wojtek Krakowiak" userId="f72a0bb3b8a70e05" providerId="LiveId" clId="{EB2AAE5E-F441-4B21-A173-D9609660A338}" dt="2025-10-31T04:34:41.206" v="524"/>
          <ac:picMkLst>
            <pc:docMk/>
            <pc:sldMk cId="3237345654" sldId="1519"/>
            <ac:picMk id="4" creationId="{1FD0A25C-FEA0-497A-D6BC-497C6D6915B5}"/>
          </ac:picMkLst>
        </pc:picChg>
      </pc:sldChg>
      <pc:sldChg chg="addSp modSp add mod modAnim">
        <pc:chgData name="Wojtek Krakowiak" userId="f72a0bb3b8a70e05" providerId="LiveId" clId="{EB2AAE5E-F441-4B21-A173-D9609660A338}" dt="2025-10-31T05:12:30.070" v="1378"/>
        <pc:sldMkLst>
          <pc:docMk/>
          <pc:sldMk cId="2028895556" sldId="1520"/>
        </pc:sldMkLst>
        <pc:spChg chg="mod">
          <ac:chgData name="Wojtek Krakowiak" userId="f72a0bb3b8a70e05" providerId="LiveId" clId="{EB2AAE5E-F441-4B21-A173-D9609660A338}" dt="2025-10-31T04:56:01.538" v="1258" actId="20577"/>
          <ac:spMkLst>
            <pc:docMk/>
            <pc:sldMk cId="2028895556" sldId="1520"/>
            <ac:spMk id="2" creationId="{A40A8FA9-9ED0-6947-B107-0A2760C06C6A}"/>
          </ac:spMkLst>
        </pc:spChg>
        <pc:spChg chg="mod">
          <ac:chgData name="Wojtek Krakowiak" userId="f72a0bb3b8a70e05" providerId="LiveId" clId="{EB2AAE5E-F441-4B21-A173-D9609660A338}" dt="2025-10-31T04:17:36.265" v="439" actId="20577"/>
          <ac:spMkLst>
            <pc:docMk/>
            <pc:sldMk cId="2028895556" sldId="1520"/>
            <ac:spMk id="3" creationId="{2055D3F7-B2B4-EECD-01E2-20E318008DBF}"/>
          </ac:spMkLst>
        </pc:spChg>
        <pc:picChg chg="add mod">
          <ac:chgData name="Wojtek Krakowiak" userId="f72a0bb3b8a70e05" providerId="LiveId" clId="{EB2AAE5E-F441-4B21-A173-D9609660A338}" dt="2025-10-31T05:12:28.611" v="1376"/>
          <ac:picMkLst>
            <pc:docMk/>
            <pc:sldMk cId="2028895556" sldId="1520"/>
            <ac:picMk id="4" creationId="{4858FF66-C223-21C0-6A49-CCCD0291C7F4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861860652" sldId="1520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484044630" sldId="1521"/>
        </pc:sldMkLst>
      </pc:sldChg>
      <pc:sldChg chg="addSp modSp add mod modAnim">
        <pc:chgData name="Wojtek Krakowiak" userId="f72a0bb3b8a70e05" providerId="LiveId" clId="{EB2AAE5E-F441-4B21-A173-D9609660A338}" dt="2025-10-31T05:05:03.596" v="1307"/>
        <pc:sldMkLst>
          <pc:docMk/>
          <pc:sldMk cId="2875282366" sldId="1521"/>
        </pc:sldMkLst>
        <pc:spChg chg="mod">
          <ac:chgData name="Wojtek Krakowiak" userId="f72a0bb3b8a70e05" providerId="LiveId" clId="{EB2AAE5E-F441-4B21-A173-D9609660A338}" dt="2025-10-31T05:04:23.477" v="1285" actId="20577"/>
          <ac:spMkLst>
            <pc:docMk/>
            <pc:sldMk cId="2875282366" sldId="1521"/>
            <ac:spMk id="2" creationId="{0FFE9552-3582-04D6-EFEF-3422EE6C526A}"/>
          </ac:spMkLst>
        </pc:spChg>
        <pc:spChg chg="mod">
          <ac:chgData name="Wojtek Krakowiak" userId="f72a0bb3b8a70e05" providerId="LiveId" clId="{EB2AAE5E-F441-4B21-A173-D9609660A338}" dt="2025-10-31T05:04:34.764" v="1304" actId="20577"/>
          <ac:spMkLst>
            <pc:docMk/>
            <pc:sldMk cId="2875282366" sldId="1521"/>
            <ac:spMk id="3" creationId="{0FF5F947-AA6E-C0B3-5B71-D8B2D6605AD1}"/>
          </ac:spMkLst>
        </pc:spChg>
        <pc:picChg chg="add mod">
          <ac:chgData name="Wojtek Krakowiak" userId="f72a0bb3b8a70e05" providerId="LiveId" clId="{EB2AAE5E-F441-4B21-A173-D9609660A338}" dt="2025-10-31T05:05:02.268" v="1305"/>
          <ac:picMkLst>
            <pc:docMk/>
            <pc:sldMk cId="2875282366" sldId="1521"/>
            <ac:picMk id="4" creationId="{424DB9F6-EC35-6D52-ACB6-BA7775D3DEED}"/>
          </ac:picMkLst>
        </pc:picChg>
      </pc:sldChg>
      <pc:sldChg chg="addSp delSp modSp add mod delAnim modAnim">
        <pc:chgData name="Wojtek Krakowiak" userId="f72a0bb3b8a70e05" providerId="LiveId" clId="{EB2AAE5E-F441-4B21-A173-D9609660A338}" dt="2025-10-31T05:08:28.804" v="1375" actId="14100"/>
        <pc:sldMkLst>
          <pc:docMk/>
          <pc:sldMk cId="1542831108" sldId="1522"/>
        </pc:sldMkLst>
        <pc:spChg chg="mod">
          <ac:chgData name="Wojtek Krakowiak" userId="f72a0bb3b8a70e05" providerId="LiveId" clId="{EB2AAE5E-F441-4B21-A173-D9609660A338}" dt="2025-10-31T05:08:28.804" v="1375" actId="14100"/>
          <ac:spMkLst>
            <pc:docMk/>
            <pc:sldMk cId="1542831108" sldId="1522"/>
            <ac:spMk id="2" creationId="{0FFE9552-3582-04D6-EFEF-3422EE6C526A}"/>
          </ac:spMkLst>
        </pc:spChg>
        <pc:spChg chg="mod">
          <ac:chgData name="Wojtek Krakowiak" userId="f72a0bb3b8a70e05" providerId="LiveId" clId="{EB2AAE5E-F441-4B21-A173-D9609660A338}" dt="2025-10-31T05:07:17.150" v="1331" actId="20577"/>
          <ac:spMkLst>
            <pc:docMk/>
            <pc:sldMk cId="1542831108" sldId="1522"/>
            <ac:spMk id="3" creationId="{0FF5F947-AA6E-C0B3-5B71-D8B2D6605AD1}"/>
          </ac:spMkLst>
        </pc:spChg>
        <pc:picChg chg="del">
          <ac:chgData name="Wojtek Krakowiak" userId="f72a0bb3b8a70e05" providerId="LiveId" clId="{EB2AAE5E-F441-4B21-A173-D9609660A338}" dt="2025-10-31T05:07:02.260" v="1311" actId="478"/>
          <ac:picMkLst>
            <pc:docMk/>
            <pc:sldMk cId="1542831108" sldId="1522"/>
            <ac:picMk id="4" creationId="{424DB9F6-EC35-6D52-ACB6-BA7775D3DEED}"/>
          </ac:picMkLst>
        </pc:picChg>
        <pc:picChg chg="add mod">
          <ac:chgData name="Wojtek Krakowiak" userId="f72a0bb3b8a70e05" providerId="LiveId" clId="{EB2AAE5E-F441-4B21-A173-D9609660A338}" dt="2025-10-31T05:07:38.602" v="1332"/>
          <ac:picMkLst>
            <pc:docMk/>
            <pc:sldMk cId="1542831108" sldId="1522"/>
            <ac:picMk id="5" creationId="{4ACF8A71-E0D7-5E57-B4EC-2D085C426050}"/>
          </ac:picMkLst>
        </pc:picChg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2710384634" sldId="1522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3526412603" sldId="1523"/>
        </pc:sldMkLst>
      </pc:sldChg>
      <pc:sldChg chg="del">
        <pc:chgData name="Wojtek Krakowiak" userId="f72a0bb3b8a70e05" providerId="LiveId" clId="{EB2AAE5E-F441-4B21-A173-D9609660A338}" dt="2025-10-31T03:16:57.681" v="0" actId="47"/>
        <pc:sldMkLst>
          <pc:docMk/>
          <pc:sldMk cId="1361402875" sldId="152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31.10.2025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1885241"/>
            <a:ext cx="11131290" cy="4151575"/>
          </a:xfrm>
        </p:spPr>
        <p:txBody>
          <a:bodyPr>
            <a:normAutofit fontScale="90000"/>
          </a:bodyPr>
          <a:lstStyle/>
          <a:p>
            <a:r>
              <a:rPr lang="pl-PL" sz="9600" b="1" dirty="0">
                <a:latin typeface="+mn-lt"/>
              </a:rPr>
              <a:t>Klasa 2</a:t>
            </a:r>
            <a:r>
              <a:rPr lang="en-US" sz="9600" b="1" dirty="0">
                <a:latin typeface="+mn-lt"/>
              </a:rPr>
              <a:t> LO</a:t>
            </a:r>
            <a:br>
              <a:rPr lang="pl-PL" sz="9600" b="1" dirty="0">
                <a:latin typeface="+mn-lt"/>
              </a:rPr>
            </a:br>
            <a:r>
              <a:rPr lang="en-US" sz="7300" b="1" dirty="0">
                <a:latin typeface="+mn-lt"/>
              </a:rPr>
              <a:t>Conflict and resolution</a:t>
            </a:r>
            <a:br>
              <a:rPr lang="pl-PL" sz="7300" b="1" dirty="0">
                <a:latin typeface="+mn-lt"/>
              </a:rPr>
            </a:br>
            <a:br>
              <a:rPr lang="pl-PL" sz="7300" b="1" dirty="0">
                <a:latin typeface="+mn-lt"/>
              </a:rPr>
            </a:b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Wyluzować się/rozładować emocje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let of steam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F2B60BE-716F-0E76-EF09-3DF5DB2F3F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1D53-DFBF-2CA3-B0F0-F72D4E73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F02725-E6B8-949D-7BEE-280AFD312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Charakter/Przysposobienie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3C8119D-62DD-C8D9-8152-46ABA55811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Temper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13B087D-7BBC-E7D9-1441-7BE8C95CD29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005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28B00-2516-4326-CC24-29CAF724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1723C2-AD89-7152-C205-CE83CA0DF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Porządna </a:t>
            </a:r>
            <a:r>
              <a:rPr lang="pl-PL" sz="7200" b="1" dirty="0" err="1">
                <a:latin typeface="+mn-lt"/>
              </a:rPr>
              <a:t>kłutnia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691A5A6-E628-B4FD-7EC4-C83787FBF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good row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9F1357E-EA3A-3E82-2F79-C534D6B4CF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253EC-44B7-8A71-4548-045DD1F1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BD1C03-0CA0-037D-E977-8A23479F16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Rozładować napięcie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EDB7429-1A4A-A5C0-C9DD-C67388898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clear the air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A49F81D-1EE8-2746-4881-B0E78E9A023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2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7886-AAE8-10A6-859B-7F24744C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934780C-6C1F-E649-E596-308E6D310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Uciążliwości/Powody frustracji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A010D3C-D20D-4DA6-21C6-892D8BA1E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Annoyances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73C6702-2670-6639-1CDA-CB3B5AF906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60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BD9A1-6ACF-CFEA-9151-C75953ECD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BEAA1C-99C3-E5DE-98C2-A2FDF18DE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Mieć nieporozumienie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7B0B867-8A36-90E1-8281-984494B27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get our wires crossed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B5ADBF4-F1A1-06A6-31BD-9FA625C095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0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08DE-7BFC-52FD-FF9C-08083F7E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868495-6952-CC01-2F50-0FF77C3D2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Zgodzić się z kimś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F060890-3B75-6B60-5D45-12C11A171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take one’s point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4B0A577-339C-EE64-8D65-C4BA8F6C376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92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9050-93CF-2973-B2EF-73085160D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8EEEB5-6162-0066-427F-C8CD21FF4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Zasadniczy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25FD2F9-64DF-5C6F-F15D-44A71C495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Underlying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723B0FF-ACAE-6B73-7703-738170566AE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35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7EC9C-BE47-84C9-686A-FBE75F32E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B845E8C-651D-9622-6152-70A09F37F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Powrócić (np. o problemie)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A180B4-14C2-667C-1FC9-A0BB03460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pl-PL" sz="7200" b="1" dirty="0">
                <a:solidFill>
                  <a:srgbClr val="FF0000"/>
                </a:solidFill>
              </a:rPr>
              <a:t>To r</a:t>
            </a:r>
            <a:r>
              <a:rPr lang="en-GB" sz="7200" b="1" dirty="0">
                <a:solidFill>
                  <a:srgbClr val="FF0000"/>
                </a:solidFill>
              </a:rPr>
              <a:t>esurface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49BFB55-36F7-548B-730C-D64155DCD7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4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723D8-14F6-A5BD-BC7A-C78C9CCB5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39F5C3-8C6D-31FE-5A00-121FCD809A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Działacz/Aktywista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3606292-565B-840E-82FD-5E9BC7745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Campaigner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11BF33F-C83F-4CCA-6480-009D458DFF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62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21A6-0E34-06F7-F41E-61B2C2B86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1F7B34-629C-544A-084E-DE0D80FDA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Oblężenie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4715E0-3617-10BB-25FC-5D4B932543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Siege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0F19EEF-2BFC-9377-8C90-EE2A51A25D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53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DEB1A-E32B-F23B-E775-E4168B74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EA6C765-C282-2315-3B4B-01BA39ED5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Prowadzić oblężenie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DF852B5-BFCB-0940-4246-B995EA21A5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lay siege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675BD3F-7BDD-D149-3FD4-1FA5F62AC1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0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7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3BB0-343B-AD55-70D5-B38CAAA9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819544-D323-3CF5-8DED-47B870849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(proces) pogodzenia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F9716F1-3AB3-798F-C9A3-3D9CEE2E16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Reconciliation process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7BD786A-8361-164D-0416-DB72DAB261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031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03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AB67-E9DC-A97C-44B8-96D39AAB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B7F49D-0531-FE1D-DAD3-81B7427C7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Rozwiązać (np. organizację)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A5AE020-EE9F-5326-519D-BB3EFC218A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disband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C2DA3F3-3DAE-0C10-710E-C193CF13B6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05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8A0A4-18C3-3C13-DEA5-34CA8C874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6AA026-CE0D-4A53-CA95-7BE12F498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Rozgłaszać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7400CD5-6C92-C30C-C033-6DD62E5DE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emblazon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57466C6-6A8C-BA30-243F-CF833DA5A8A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3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CCFD-975D-4AC2-80D8-225599A8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C0C5BD7-C4DF-504E-EE64-807C0C29B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955" y="0"/>
            <a:ext cx="11032478" cy="2955339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Zamachy wojskowe (Przejęcie władzy przez wojsko)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1959AA2-09A4-2233-C4BD-30E0FEB6D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Military coups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A8DF58B-768D-8714-1EB1-581A2E6BE58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83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61BBA-BBE8-5805-E0D2-07BC61F41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0483919-328E-AE62-4414-02BD04E2F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Twierdzenie/Oświadczenie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B4F071F-0955-8A4A-73F2-6F018947E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Assertion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08EB75F-A1BA-C807-AFEF-FBB41F81DB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03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7EC5-059F-0198-1182-C5BD23D8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974B4D-76D4-0139-765A-8148FE564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Aczkolwiek/Chociaż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7711A45-5A10-4EF8-2A5E-98C6A317ED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Albeit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B9BB48D-6AE1-C3FE-8D99-99CB029FAF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2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D91D1-9246-8DC4-8D8C-741785745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4BBEDB-A176-0B7E-7717-80E51798A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Obszar poboczny (nie główny)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96B6599-67A4-C4C1-B408-2EDA1C26C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 fringe area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99BA67C-B2AD-AC18-C2CA-C89A4EF31A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0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56A8F-7EDF-DDA7-765F-F23191385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C3B990-7EEE-F236-E5C3-00929B2012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943455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Wspierać/Rozwijać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C450F7F-C0C1-4C42-43AF-288AB721C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foster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12744FA-02C7-233B-3A28-7A8B114DAE0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41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CCCBC-CD0C-EBBA-A344-1029778CC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AFC4E7-DD5D-BD4A-3343-3F012B32B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Gwałtowny wzrost liczby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41EEA65-4D09-FC64-0D87-5BE84760A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Proliferation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E8FE502-64AB-1AEF-1FBB-9ADD61ECEA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371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01355-7341-26D4-849F-8390AB607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5BE804B-D904-8E0A-281F-E71F5779B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Usprawiedliwić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EAAD716-EB15-480D-8274-3D21BACE6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vindicate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9418C72-3958-7670-4C80-D0B85FE10F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84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DB98F-C839-CA7B-0D4C-26E08395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0D1099-03F1-5793-432D-0CDF743C5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Prowadzić wojnę/Zacięcie walczyć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843FFA5-CE72-CD28-B726-F21E6A37C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wage war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05276A0-54FA-8AB9-8F3B-7BFD19CC04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89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3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C3071-E4B9-255E-0090-4FE228938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60C16E-5405-2349-6FE9-2375BAA7FF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Zacisnąć zęby/Stawić czemuś czoła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FD96620-1040-D715-3FDC-D6E0D8E8B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bite the bullet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783A602D-6FF5-43A6-74F5-698D28575C5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89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AEF72-7FAF-769D-8F03-FC90D2D8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BC9F99-8ADD-53BA-C845-0658330C1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Oklaskiwać/Ogłaszać zwycięstwo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A27C71B-C7D4-FFC0-A080-D89961351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hail victory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01630222-CF80-188C-3B97-A8309BA051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59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8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3584-8BC3-5C38-2DBF-84A67631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101BE6-A6D5-2712-D19A-F072E1462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Słabszy/Niedoceniany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6325AE4-D9E6-860A-7730-BBBE13B8AF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Underdog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FD0A25C-FEA0-497A-D6BC-497C6D6915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4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3C54E-3B9F-4FD5-0C0C-A6411320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0A8FA9-9ED0-6947-B107-0A2760C06C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Bardzo się śmiać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055D3F7-B2B4-EECD-01E2-20E318008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in stitches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858FF66-C223-21C0-6A49-CCCD0291C7F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9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A8E9-6A82-14D1-59AE-7F667B02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FE9552-3582-04D6-EFEF-3422EE6C5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917576"/>
            <a:ext cx="11032478" cy="119237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Przekręcać czyjeś słowa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FF5F947-AA6E-C0B3-5B71-D8B2D6605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</a:t>
            </a:r>
            <a:r>
              <a:rPr lang="pl-PL" sz="7200" b="1" dirty="0">
                <a:solidFill>
                  <a:srgbClr val="FF0000"/>
                </a:solidFill>
              </a:rPr>
              <a:t> </a:t>
            </a:r>
            <a:r>
              <a:rPr lang="en-GB" sz="7200" b="1" dirty="0">
                <a:solidFill>
                  <a:srgbClr val="FF0000"/>
                </a:solidFill>
              </a:rPr>
              <a:t>twist one’s words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24DB9F6-EC35-6D52-ACB6-BA7775D3DE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8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8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4A8E9-6A82-14D1-59AE-7F667B02C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FE9552-3582-04D6-EFEF-3422EE6C5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498" y="0"/>
            <a:ext cx="11032478" cy="2109950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Zaakceptować odmienną opinię bez sporu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FF5F947-AA6E-C0B3-5B71-D8B2D6605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113176"/>
            <a:ext cx="11429999" cy="1192374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agree to disagree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ACF8A71-E0D7-5E57-B4EC-2D085C4260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3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7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6235</TotalTime>
  <Words>186</Words>
  <Application>Microsoft Office PowerPoint</Application>
  <PresentationFormat>Panoramiczny</PresentationFormat>
  <Paragraphs>59</Paragraphs>
  <Slides>30</Slides>
  <Notes>0</Notes>
  <HiddenSlides>0</HiddenSlides>
  <MMClips>29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Motyw pakietu Office</vt:lpstr>
      <vt:lpstr>Klasa 2 LO Conflict and resolution  </vt:lpstr>
      <vt:lpstr>Wyluzować się/rozładować emocje</vt:lpstr>
      <vt:lpstr>Charakter/Przysposobienie</vt:lpstr>
      <vt:lpstr>Porządna kłutnia</vt:lpstr>
      <vt:lpstr>Rozładować napięcie</vt:lpstr>
      <vt:lpstr>Uciążliwości/Powody frustracji</vt:lpstr>
      <vt:lpstr>Mieć nieporozumienie</vt:lpstr>
      <vt:lpstr>Zgodzić się z kimś</vt:lpstr>
      <vt:lpstr>Zasadniczy</vt:lpstr>
      <vt:lpstr>Powrócić (np. o problemie)</vt:lpstr>
      <vt:lpstr>Działacz/Aktywista</vt:lpstr>
      <vt:lpstr>Oblężenie</vt:lpstr>
      <vt:lpstr>Prowadzić oblężenie</vt:lpstr>
      <vt:lpstr>(proces) pogodzenia</vt:lpstr>
      <vt:lpstr>Rozwiązać (np. organizację)</vt:lpstr>
      <vt:lpstr>Rozgłaszać</vt:lpstr>
      <vt:lpstr>Zamachy wojskowe (Przejęcie władzy przez wojsko)</vt:lpstr>
      <vt:lpstr>Twierdzenie/Oświadczenie</vt:lpstr>
      <vt:lpstr>Aczkolwiek/Chociaż</vt:lpstr>
      <vt:lpstr>Obszar poboczny (nie główny)</vt:lpstr>
      <vt:lpstr>Wspierać/Rozwijać coś</vt:lpstr>
      <vt:lpstr>Gwałtowny wzrost liczby czegoś</vt:lpstr>
      <vt:lpstr>Usprawiedliwić</vt:lpstr>
      <vt:lpstr>Prowadzić wojnę/Zacięcie walczyć</vt:lpstr>
      <vt:lpstr>Zacisnąć zęby/Stawić czemuś czoła</vt:lpstr>
      <vt:lpstr>Oklaskiwać/Ogłaszać zwycięstwo</vt:lpstr>
      <vt:lpstr>Słabszy/Niedoceniany</vt:lpstr>
      <vt:lpstr>Bardzo się śmiać</vt:lpstr>
      <vt:lpstr>Przekręcać czyjeś słowa</vt:lpstr>
      <vt:lpstr>Zaakceptować odmienną opinię bez sporu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1191</cp:revision>
  <dcterms:created xsi:type="dcterms:W3CDTF">2018-09-30T05:35:06Z</dcterms:created>
  <dcterms:modified xsi:type="dcterms:W3CDTF">2025-10-31T05:12:38Z</dcterms:modified>
</cp:coreProperties>
</file>