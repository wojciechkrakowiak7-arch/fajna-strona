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93" r:id="rId2"/>
    <p:sldId id="1536" r:id="rId3"/>
    <p:sldId id="1537" r:id="rId4"/>
    <p:sldId id="1538" r:id="rId5"/>
    <p:sldId id="1539" r:id="rId6"/>
    <p:sldId id="1540" r:id="rId7"/>
    <p:sldId id="1541" r:id="rId8"/>
    <p:sldId id="1542" r:id="rId9"/>
    <p:sldId id="1544" r:id="rId10"/>
    <p:sldId id="1546" r:id="rId11"/>
    <p:sldId id="1547" r:id="rId12"/>
    <p:sldId id="1550" r:id="rId13"/>
    <p:sldId id="1551" r:id="rId14"/>
    <p:sldId id="1553" r:id="rId15"/>
    <p:sldId id="1554" r:id="rId16"/>
    <p:sldId id="1555" r:id="rId17"/>
    <p:sldId id="1556" r:id="rId18"/>
    <p:sldId id="1557" r:id="rId19"/>
    <p:sldId id="1558" r:id="rId20"/>
    <p:sldId id="1559" r:id="rId21"/>
    <p:sldId id="1560" r:id="rId22"/>
    <p:sldId id="1562" r:id="rId23"/>
    <p:sldId id="1563" r:id="rId24"/>
    <p:sldId id="1564" r:id="rId25"/>
    <p:sldId id="1565" r:id="rId26"/>
    <p:sldId id="1566" r:id="rId27"/>
    <p:sldId id="1567" r:id="rId28"/>
    <p:sldId id="1568" r:id="rId29"/>
    <p:sldId id="1569" r:id="rId30"/>
    <p:sldId id="1570" r:id="rId31"/>
    <p:sldId id="1571" r:id="rId32"/>
    <p:sldId id="1572" r:id="rId33"/>
    <p:sldId id="1573" r:id="rId34"/>
    <p:sldId id="1574" r:id="rId35"/>
    <p:sldId id="1575" r:id="rId36"/>
    <p:sldId id="1576" r:id="rId37"/>
    <p:sldId id="1578" r:id="rId38"/>
    <p:sldId id="1577" r:id="rId39"/>
    <p:sldId id="1579" r:id="rId40"/>
    <p:sldId id="1581" r:id="rId41"/>
    <p:sldId id="1582" r:id="rId42"/>
    <p:sldId id="1583" r:id="rId43"/>
    <p:sldId id="1585" r:id="rId44"/>
    <p:sldId id="1586" r:id="rId45"/>
    <p:sldId id="1587" r:id="rId46"/>
    <p:sldId id="1588" r:id="rId47"/>
    <p:sldId id="1589" r:id="rId48"/>
    <p:sldId id="1590" r:id="rId49"/>
    <p:sldId id="1591" r:id="rId50"/>
    <p:sldId id="1592" r:id="rId51"/>
    <p:sldId id="1593" r:id="rId52"/>
    <p:sldId id="1594" r:id="rId53"/>
    <p:sldId id="1595" r:id="rId54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ek" initials="TKR" lastIdx="2" clrIdx="0">
    <p:extLst>
      <p:ext uri="{19B8F6BF-5375-455C-9EA6-DF929625EA0E}">
        <p15:presenceInfo xmlns:p15="http://schemas.microsoft.com/office/powerpoint/2012/main" userId="Tome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20" y="1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ojtek Krakowiak" userId="f72a0bb3b8a70e05" providerId="LiveId" clId="{100F4BBB-FB06-487E-AD12-BBD6EC70402F}"/>
    <pc:docChg chg="delSld modSld">
      <pc:chgData name="Wojtek Krakowiak" userId="f72a0bb3b8a70e05" providerId="LiveId" clId="{100F4BBB-FB06-487E-AD12-BBD6EC70402F}" dt="2025-08-26T14:57:46.662" v="2" actId="47"/>
      <pc:docMkLst>
        <pc:docMk/>
      </pc:docMkLst>
      <pc:sldChg chg="modSp mod">
        <pc:chgData name="Wojtek Krakowiak" userId="f72a0bb3b8a70e05" providerId="LiveId" clId="{100F4BBB-FB06-487E-AD12-BBD6EC70402F}" dt="2025-08-25T09:37:37.224" v="1" actId="20577"/>
        <pc:sldMkLst>
          <pc:docMk/>
          <pc:sldMk cId="2031455902" sldId="1559"/>
        </pc:sldMkLst>
        <pc:spChg chg="mod">
          <ac:chgData name="Wojtek Krakowiak" userId="f72a0bb3b8a70e05" providerId="LiveId" clId="{100F4BBB-FB06-487E-AD12-BBD6EC70402F}" dt="2025-08-25T09:37:37.224" v="1" actId="20577"/>
          <ac:spMkLst>
            <pc:docMk/>
            <pc:sldMk cId="2031455902" sldId="1559"/>
            <ac:spMk id="2" creationId="{97E0213B-0AF7-E7E5-23EE-A2E55E63D58D}"/>
          </ac:spMkLst>
        </pc:spChg>
      </pc:sldChg>
      <pc:sldChg chg="del">
        <pc:chgData name="Wojtek Krakowiak" userId="f72a0bb3b8a70e05" providerId="LiveId" clId="{100F4BBB-FB06-487E-AD12-BBD6EC70402F}" dt="2025-08-26T14:57:46.662" v="2" actId="47"/>
        <pc:sldMkLst>
          <pc:docMk/>
          <pc:sldMk cId="604289613" sldId="1580"/>
        </pc:sldMkLst>
      </pc:sldChg>
    </pc:docChg>
  </pc:docChgLst>
  <pc:docChgLst>
    <pc:chgData name="Wojtek Krakowiak" userId="f72a0bb3b8a70e05" providerId="LiveId" clId="{2B3F89FC-1B5F-4E48-92A1-38B62DA546F5}"/>
    <pc:docChg chg="undo custSel addSld delSld modSld sldOrd">
      <pc:chgData name="Wojtek Krakowiak" userId="f72a0bb3b8a70e05" providerId="LiveId" clId="{2B3F89FC-1B5F-4E48-92A1-38B62DA546F5}" dt="2025-02-23T09:37:40.398" v="3234"/>
      <pc:docMkLst>
        <pc:docMk/>
      </pc:docMkLst>
      <pc:sldChg chg="modSp mod">
        <pc:chgData name="Wojtek Krakowiak" userId="f72a0bb3b8a70e05" providerId="LiveId" clId="{2B3F89FC-1B5F-4E48-92A1-38B62DA546F5}" dt="2025-02-18T18:04:08.085" v="2785" actId="20577"/>
        <pc:sldMkLst>
          <pc:docMk/>
          <pc:sldMk cId="1582655019" sldId="1193"/>
        </pc:sldMkLst>
      </pc:sldChg>
      <pc:sldChg chg="addSp delSp modSp mod delAnim modAnim">
        <pc:chgData name="Wojtek Krakowiak" userId="f72a0bb3b8a70e05" providerId="LiveId" clId="{2B3F89FC-1B5F-4E48-92A1-38B62DA546F5}" dt="2025-02-06T20:32:53.393" v="184" actId="20577"/>
        <pc:sldMkLst>
          <pc:docMk/>
          <pc:sldMk cId="1436841305" sldId="1536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2706261154" sldId="1537"/>
        </pc:sldMkLst>
      </pc:sldChg>
      <pc:sldChg chg="addSp modSp add mod modAnim">
        <pc:chgData name="Wojtek Krakowiak" userId="f72a0bb3b8a70e05" providerId="LiveId" clId="{2B3F89FC-1B5F-4E48-92A1-38B62DA546F5}" dt="2025-02-06T20:34:02.833" v="204"/>
        <pc:sldMkLst>
          <pc:docMk/>
          <pc:sldMk cId="4262693738" sldId="1537"/>
        </pc:sldMkLst>
      </pc:sldChg>
      <pc:sldChg chg="addSp delSp modSp add mod delAnim modAnim">
        <pc:chgData name="Wojtek Krakowiak" userId="f72a0bb3b8a70e05" providerId="LiveId" clId="{2B3F89FC-1B5F-4E48-92A1-38B62DA546F5}" dt="2025-02-06T20:51:05.289" v="309"/>
        <pc:sldMkLst>
          <pc:docMk/>
          <pc:sldMk cId="1726919322" sldId="1538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2769130409" sldId="1538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533584481" sldId="1539"/>
        </pc:sldMkLst>
      </pc:sldChg>
      <pc:sldChg chg="addSp delSp modSp add mod delAnim modAnim">
        <pc:chgData name="Wojtek Krakowiak" userId="f72a0bb3b8a70e05" providerId="LiveId" clId="{2B3F89FC-1B5F-4E48-92A1-38B62DA546F5}" dt="2025-02-06T21:09:27.872" v="369"/>
        <pc:sldMkLst>
          <pc:docMk/>
          <pc:sldMk cId="2504829728" sldId="1539"/>
        </pc:sldMkLst>
      </pc:sldChg>
      <pc:sldChg chg="new del">
        <pc:chgData name="Wojtek Krakowiak" userId="f72a0bb3b8a70e05" providerId="LiveId" clId="{2B3F89FC-1B5F-4E48-92A1-38B62DA546F5}" dt="2025-02-06T21:09:32.573" v="370" actId="47"/>
        <pc:sldMkLst>
          <pc:docMk/>
          <pc:sldMk cId="1704025002" sldId="1540"/>
        </pc:sldMkLst>
      </pc:sldChg>
      <pc:sldChg chg="addSp delSp modSp add mod delAnim modAnim">
        <pc:chgData name="Wojtek Krakowiak" userId="f72a0bb3b8a70e05" providerId="LiveId" clId="{2B3F89FC-1B5F-4E48-92A1-38B62DA546F5}" dt="2025-02-06T21:11:09.821" v="427"/>
        <pc:sldMkLst>
          <pc:docMk/>
          <pc:sldMk cId="1870399914" sldId="1540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2315575793" sldId="1540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434753146" sldId="1541"/>
        </pc:sldMkLst>
      </pc:sldChg>
      <pc:sldChg chg="addSp delSp modSp add mod delAnim modAnim">
        <pc:chgData name="Wojtek Krakowiak" userId="f72a0bb3b8a70e05" providerId="LiveId" clId="{2B3F89FC-1B5F-4E48-92A1-38B62DA546F5}" dt="2025-02-06T21:13:12.498" v="444"/>
        <pc:sldMkLst>
          <pc:docMk/>
          <pc:sldMk cId="3146162839" sldId="1541"/>
        </pc:sldMkLst>
      </pc:sldChg>
      <pc:sldChg chg="addSp delSp modSp add mod delAnim modAnim">
        <pc:chgData name="Wojtek Krakowiak" userId="f72a0bb3b8a70e05" providerId="LiveId" clId="{2B3F89FC-1B5F-4E48-92A1-38B62DA546F5}" dt="2025-02-06T21:20:32.609" v="518"/>
        <pc:sldMkLst>
          <pc:docMk/>
          <pc:sldMk cId="2647585901" sldId="1542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4198823191" sldId="1542"/>
        </pc:sldMkLst>
      </pc:sldChg>
      <pc:sldChg chg="addSp delSp modSp add mod delAnim modAnim">
        <pc:chgData name="Wojtek Krakowiak" userId="f72a0bb3b8a70e05" providerId="LiveId" clId="{2B3F89FC-1B5F-4E48-92A1-38B62DA546F5}" dt="2025-02-06T21:21:54.544" v="557"/>
        <pc:sldMkLst>
          <pc:docMk/>
          <pc:sldMk cId="207210176" sldId="1543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702514050" sldId="1543"/>
        </pc:sldMkLst>
      </pc:sldChg>
      <pc:sldChg chg="addSp delSp modSp add mod delAnim modAnim">
        <pc:chgData name="Wojtek Krakowiak" userId="f72a0bb3b8a70e05" providerId="LiveId" clId="{2B3F89FC-1B5F-4E48-92A1-38B62DA546F5}" dt="2025-02-06T21:25:58.565" v="675"/>
        <pc:sldMkLst>
          <pc:docMk/>
          <pc:sldMk cId="3454042329" sldId="1544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3872784629" sldId="1544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2143792043" sldId="1545"/>
        </pc:sldMkLst>
      </pc:sldChg>
      <pc:sldChg chg="addSp delSp modSp add mod delAnim modAnim">
        <pc:chgData name="Wojtek Krakowiak" userId="f72a0bb3b8a70e05" providerId="LiveId" clId="{2B3F89FC-1B5F-4E48-92A1-38B62DA546F5}" dt="2025-02-06T21:27:20.609" v="753"/>
        <pc:sldMkLst>
          <pc:docMk/>
          <pc:sldMk cId="3204416304" sldId="1545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913595377" sldId="1546"/>
        </pc:sldMkLst>
      </pc:sldChg>
      <pc:sldChg chg="addSp delSp modSp add mod delAnim modAnim">
        <pc:chgData name="Wojtek Krakowiak" userId="f72a0bb3b8a70e05" providerId="LiveId" clId="{2B3F89FC-1B5F-4E48-92A1-38B62DA546F5}" dt="2025-02-06T21:33:48.230" v="847"/>
        <pc:sldMkLst>
          <pc:docMk/>
          <pc:sldMk cId="2953300497" sldId="1546"/>
        </pc:sldMkLst>
      </pc:sldChg>
      <pc:sldChg chg="addSp delSp modSp add mod delAnim modAnim">
        <pc:chgData name="Wojtek Krakowiak" userId="f72a0bb3b8a70e05" providerId="LiveId" clId="{2B3F89FC-1B5F-4E48-92A1-38B62DA546F5}" dt="2025-02-06T21:42:22.130" v="900"/>
        <pc:sldMkLst>
          <pc:docMk/>
          <pc:sldMk cId="1170040068" sldId="1547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422236840" sldId="1548"/>
        </pc:sldMkLst>
      </pc:sldChg>
      <pc:sldChg chg="addSp delSp modSp add mod delAnim modAnim">
        <pc:chgData name="Wojtek Krakowiak" userId="f72a0bb3b8a70e05" providerId="LiveId" clId="{2B3F89FC-1B5F-4E48-92A1-38B62DA546F5}" dt="2025-02-06T21:47:07.133" v="991"/>
        <pc:sldMkLst>
          <pc:docMk/>
          <pc:sldMk cId="1473164197" sldId="1548"/>
        </pc:sldMkLst>
      </pc:sldChg>
      <pc:sldChg chg="addSp delSp modSp add mod delAnim modAnim">
        <pc:chgData name="Wojtek Krakowiak" userId="f72a0bb3b8a70e05" providerId="LiveId" clId="{2B3F89FC-1B5F-4E48-92A1-38B62DA546F5}" dt="2025-02-06T21:53:57.728" v="1055"/>
        <pc:sldMkLst>
          <pc:docMk/>
          <pc:sldMk cId="4306282" sldId="1549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733078469" sldId="1549"/>
        </pc:sldMkLst>
      </pc:sldChg>
      <pc:sldChg chg="addSp delSp modSp add mod delAnim modAnim">
        <pc:chgData name="Wojtek Krakowiak" userId="f72a0bb3b8a70e05" providerId="LiveId" clId="{2B3F89FC-1B5F-4E48-92A1-38B62DA546F5}" dt="2025-02-06T21:55:47.685" v="1092"/>
        <pc:sldMkLst>
          <pc:docMk/>
          <pc:sldMk cId="1638793721" sldId="1550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2126100864" sldId="1550"/>
        </pc:sldMkLst>
      </pc:sldChg>
      <pc:sldChg chg="addSp delSp modSp add mod delAnim modAnim">
        <pc:chgData name="Wojtek Krakowiak" userId="f72a0bb3b8a70e05" providerId="LiveId" clId="{2B3F89FC-1B5F-4E48-92A1-38B62DA546F5}" dt="2025-02-06T22:01:16.410" v="1121"/>
        <pc:sldMkLst>
          <pc:docMk/>
          <pc:sldMk cId="341839525" sldId="1551"/>
        </pc:sldMkLst>
      </pc:sldChg>
      <pc:sldChg chg="del">
        <pc:chgData name="Wojtek Krakowiak" userId="f72a0bb3b8a70e05" providerId="LiveId" clId="{2B3F89FC-1B5F-4E48-92A1-38B62DA546F5}" dt="2025-02-02T16:49:20.794" v="0" actId="47"/>
        <pc:sldMkLst>
          <pc:docMk/>
          <pc:sldMk cId="1432772689" sldId="1551"/>
        </pc:sldMkLst>
      </pc:sldChg>
      <pc:sldChg chg="addSp delSp modSp add mod delAnim modAnim">
        <pc:chgData name="Wojtek Krakowiak" userId="f72a0bb3b8a70e05" providerId="LiveId" clId="{2B3F89FC-1B5F-4E48-92A1-38B62DA546F5}" dt="2025-02-06T22:02:51.279" v="1157" actId="313"/>
        <pc:sldMkLst>
          <pc:docMk/>
          <pc:sldMk cId="3845782394" sldId="1552"/>
        </pc:sldMkLst>
      </pc:sldChg>
      <pc:sldChg chg="addSp delSp modSp add mod addAnim delAnim modAnim">
        <pc:chgData name="Wojtek Krakowiak" userId="f72a0bb3b8a70e05" providerId="LiveId" clId="{2B3F89FC-1B5F-4E48-92A1-38B62DA546F5}" dt="2025-02-06T22:06:43.456" v="1219"/>
        <pc:sldMkLst>
          <pc:docMk/>
          <pc:sldMk cId="1292615638" sldId="1553"/>
        </pc:sldMkLst>
      </pc:sldChg>
      <pc:sldChg chg="addSp delSp modSp add del mod addAnim delAnim modAnim">
        <pc:chgData name="Wojtek Krakowiak" userId="f72a0bb3b8a70e05" providerId="LiveId" clId="{2B3F89FC-1B5F-4E48-92A1-38B62DA546F5}" dt="2025-02-06T22:04:42.741" v="1171" actId="47"/>
        <pc:sldMkLst>
          <pc:docMk/>
          <pc:sldMk cId="3922103717" sldId="1553"/>
        </pc:sldMkLst>
      </pc:sldChg>
      <pc:sldChg chg="addSp delSp modSp add mod delAnim modAnim">
        <pc:chgData name="Wojtek Krakowiak" userId="f72a0bb3b8a70e05" providerId="LiveId" clId="{2B3F89FC-1B5F-4E48-92A1-38B62DA546F5}" dt="2025-02-06T22:53:51.345" v="1282"/>
        <pc:sldMkLst>
          <pc:docMk/>
          <pc:sldMk cId="3779967573" sldId="1554"/>
        </pc:sldMkLst>
      </pc:sldChg>
      <pc:sldChg chg="addSp delSp modSp add mod ord delAnim modAnim">
        <pc:chgData name="Wojtek Krakowiak" userId="f72a0bb3b8a70e05" providerId="LiveId" clId="{2B3F89FC-1B5F-4E48-92A1-38B62DA546F5}" dt="2025-02-06T22:55:53.526" v="1321"/>
        <pc:sldMkLst>
          <pc:docMk/>
          <pc:sldMk cId="1501863080" sldId="1555"/>
        </pc:sldMkLst>
      </pc:sldChg>
      <pc:sldChg chg="addSp delSp modSp add mod delAnim modAnim">
        <pc:chgData name="Wojtek Krakowiak" userId="f72a0bb3b8a70e05" providerId="LiveId" clId="{2B3F89FC-1B5F-4E48-92A1-38B62DA546F5}" dt="2025-02-06T22:58:11.021" v="1348"/>
        <pc:sldMkLst>
          <pc:docMk/>
          <pc:sldMk cId="12504290" sldId="1556"/>
        </pc:sldMkLst>
      </pc:sldChg>
      <pc:sldChg chg="addSp delSp modSp add mod delAnim modAnim">
        <pc:chgData name="Wojtek Krakowiak" userId="f72a0bb3b8a70e05" providerId="LiveId" clId="{2B3F89FC-1B5F-4E48-92A1-38B62DA546F5}" dt="2025-02-18T11:59:08.702" v="1538" actId="20577"/>
        <pc:sldMkLst>
          <pc:docMk/>
          <pc:sldMk cId="2311367034" sldId="1557"/>
        </pc:sldMkLst>
      </pc:sldChg>
      <pc:sldChg chg="addSp delSp modSp add mod delAnim modAnim">
        <pc:chgData name="Wojtek Krakowiak" userId="f72a0bb3b8a70e05" providerId="LiveId" clId="{2B3F89FC-1B5F-4E48-92A1-38B62DA546F5}" dt="2025-02-18T18:01:41.585" v="2778" actId="20577"/>
        <pc:sldMkLst>
          <pc:docMk/>
          <pc:sldMk cId="3414406660" sldId="1558"/>
        </pc:sldMkLst>
      </pc:sldChg>
      <pc:sldChg chg="addSp delSp modSp add mod delAnim modAnim">
        <pc:chgData name="Wojtek Krakowiak" userId="f72a0bb3b8a70e05" providerId="LiveId" clId="{2B3F89FC-1B5F-4E48-92A1-38B62DA546F5}" dt="2025-02-18T11:56:58.515" v="1484"/>
        <pc:sldMkLst>
          <pc:docMk/>
          <pc:sldMk cId="3555794372" sldId="1559"/>
        </pc:sldMkLst>
      </pc:sldChg>
      <pc:sldChg chg="addSp delSp modSp add mod delAnim modAnim">
        <pc:chgData name="Wojtek Krakowiak" userId="f72a0bb3b8a70e05" providerId="LiveId" clId="{2B3F89FC-1B5F-4E48-92A1-38B62DA546F5}" dt="2025-02-18T11:58:46.910" v="1526"/>
        <pc:sldMkLst>
          <pc:docMk/>
          <pc:sldMk cId="424784778" sldId="1560"/>
        </pc:sldMkLst>
      </pc:sldChg>
      <pc:sldChg chg="addSp delSp modSp add mod delAnim modAnim">
        <pc:chgData name="Wojtek Krakowiak" userId="f72a0bb3b8a70e05" providerId="LiveId" clId="{2B3F89FC-1B5F-4E48-92A1-38B62DA546F5}" dt="2025-02-18T17:12:28.933" v="2750"/>
        <pc:sldMkLst>
          <pc:docMk/>
          <pc:sldMk cId="3765158168" sldId="1561"/>
        </pc:sldMkLst>
      </pc:sldChg>
      <pc:sldChg chg="addSp modSp add mod modAnim">
        <pc:chgData name="Wojtek Krakowiak" userId="f72a0bb3b8a70e05" providerId="LiveId" clId="{2B3F89FC-1B5F-4E48-92A1-38B62DA546F5}" dt="2025-02-18T12:25:45.953" v="1597" actId="14100"/>
        <pc:sldMkLst>
          <pc:docMk/>
          <pc:sldMk cId="800344405" sldId="1562"/>
        </pc:sldMkLst>
      </pc:sldChg>
      <pc:sldChg chg="addSp delSp modSp add mod delAnim modAnim">
        <pc:chgData name="Wojtek Krakowiak" userId="f72a0bb3b8a70e05" providerId="LiveId" clId="{2B3F89FC-1B5F-4E48-92A1-38B62DA546F5}" dt="2025-02-18T12:28:33.245" v="1650"/>
        <pc:sldMkLst>
          <pc:docMk/>
          <pc:sldMk cId="2041792437" sldId="1563"/>
        </pc:sldMkLst>
      </pc:sldChg>
      <pc:sldChg chg="addSp delSp modSp add mod delAnim modAnim">
        <pc:chgData name="Wojtek Krakowiak" userId="f72a0bb3b8a70e05" providerId="LiveId" clId="{2B3F89FC-1B5F-4E48-92A1-38B62DA546F5}" dt="2025-02-18T12:38:57.162" v="1730"/>
        <pc:sldMkLst>
          <pc:docMk/>
          <pc:sldMk cId="1739061898" sldId="1564"/>
        </pc:sldMkLst>
      </pc:sldChg>
      <pc:sldChg chg="addSp delSp modSp add mod delAnim modAnim">
        <pc:chgData name="Wojtek Krakowiak" userId="f72a0bb3b8a70e05" providerId="LiveId" clId="{2B3F89FC-1B5F-4E48-92A1-38B62DA546F5}" dt="2025-02-18T12:41:15.334" v="1798"/>
        <pc:sldMkLst>
          <pc:docMk/>
          <pc:sldMk cId="516708209" sldId="1565"/>
        </pc:sldMkLst>
      </pc:sldChg>
      <pc:sldChg chg="addSp delSp modSp add mod delAnim modAnim">
        <pc:chgData name="Wojtek Krakowiak" userId="f72a0bb3b8a70e05" providerId="LiveId" clId="{2B3F89FC-1B5F-4E48-92A1-38B62DA546F5}" dt="2025-02-18T12:52:07.760" v="1881" actId="1076"/>
        <pc:sldMkLst>
          <pc:docMk/>
          <pc:sldMk cId="530830810" sldId="1566"/>
        </pc:sldMkLst>
      </pc:sldChg>
      <pc:sldChg chg="addSp delSp modSp add mod delAnim modAnim">
        <pc:chgData name="Wojtek Krakowiak" userId="f72a0bb3b8a70e05" providerId="LiveId" clId="{2B3F89FC-1B5F-4E48-92A1-38B62DA546F5}" dt="2025-02-18T13:12:11.450" v="1969"/>
        <pc:sldMkLst>
          <pc:docMk/>
          <pc:sldMk cId="2479056774" sldId="1567"/>
        </pc:sldMkLst>
      </pc:sldChg>
      <pc:sldChg chg="addSp delSp modSp add mod delAnim modAnim">
        <pc:chgData name="Wojtek Krakowiak" userId="f72a0bb3b8a70e05" providerId="LiveId" clId="{2B3F89FC-1B5F-4E48-92A1-38B62DA546F5}" dt="2025-02-18T13:17:10.412" v="2043" actId="20577"/>
        <pc:sldMkLst>
          <pc:docMk/>
          <pc:sldMk cId="3732867320" sldId="1568"/>
        </pc:sldMkLst>
      </pc:sldChg>
      <pc:sldChg chg="addSp delSp modSp add mod delAnim modAnim">
        <pc:chgData name="Wojtek Krakowiak" userId="f72a0bb3b8a70e05" providerId="LiveId" clId="{2B3F89FC-1B5F-4E48-92A1-38B62DA546F5}" dt="2025-02-18T13:20:51.466" v="2098" actId="20577"/>
        <pc:sldMkLst>
          <pc:docMk/>
          <pc:sldMk cId="632964383" sldId="1569"/>
        </pc:sldMkLst>
      </pc:sldChg>
      <pc:sldChg chg="addSp delSp modSp add mod delAnim modAnim">
        <pc:chgData name="Wojtek Krakowiak" userId="f72a0bb3b8a70e05" providerId="LiveId" clId="{2B3F89FC-1B5F-4E48-92A1-38B62DA546F5}" dt="2025-02-18T13:24:48.305" v="2174" actId="20577"/>
        <pc:sldMkLst>
          <pc:docMk/>
          <pc:sldMk cId="2587791275" sldId="1570"/>
        </pc:sldMkLst>
      </pc:sldChg>
      <pc:sldChg chg="addSp delSp modSp add mod delAnim modAnim">
        <pc:chgData name="Wojtek Krakowiak" userId="f72a0bb3b8a70e05" providerId="LiveId" clId="{2B3F89FC-1B5F-4E48-92A1-38B62DA546F5}" dt="2025-02-18T13:40:52.594" v="2230" actId="20577"/>
        <pc:sldMkLst>
          <pc:docMk/>
          <pc:sldMk cId="3285547036" sldId="1571"/>
        </pc:sldMkLst>
      </pc:sldChg>
      <pc:sldChg chg="addSp delSp modSp add del mod delAnim modAnim">
        <pc:chgData name="Wojtek Krakowiak" userId="f72a0bb3b8a70e05" providerId="LiveId" clId="{2B3F89FC-1B5F-4E48-92A1-38B62DA546F5}" dt="2025-02-18T17:26:33.110" v="2775" actId="47"/>
        <pc:sldMkLst>
          <pc:docMk/>
          <pc:sldMk cId="1691727971" sldId="1572"/>
        </pc:sldMkLst>
      </pc:sldChg>
      <pc:sldChg chg="addSp delSp modSp add mod delAnim modAnim">
        <pc:chgData name="Wojtek Krakowiak" userId="f72a0bb3b8a70e05" providerId="LiveId" clId="{2B3F89FC-1B5F-4E48-92A1-38B62DA546F5}" dt="2025-02-18T13:56:45.861" v="2313"/>
        <pc:sldMkLst>
          <pc:docMk/>
          <pc:sldMk cId="478791410" sldId="1573"/>
        </pc:sldMkLst>
      </pc:sldChg>
      <pc:sldChg chg="addSp delSp modSp add mod ord delAnim modAnim">
        <pc:chgData name="Wojtek Krakowiak" userId="f72a0bb3b8a70e05" providerId="LiveId" clId="{2B3F89FC-1B5F-4E48-92A1-38B62DA546F5}" dt="2025-02-18T18:22:14.343" v="2860"/>
        <pc:sldMkLst>
          <pc:docMk/>
          <pc:sldMk cId="2095261619" sldId="1574"/>
        </pc:sldMkLst>
      </pc:sldChg>
      <pc:sldChg chg="addSp modSp add mod modAnim">
        <pc:chgData name="Wojtek Krakowiak" userId="f72a0bb3b8a70e05" providerId="LiveId" clId="{2B3F89FC-1B5F-4E48-92A1-38B62DA546F5}" dt="2025-02-18T15:45:05.207" v="2638"/>
        <pc:sldMkLst>
          <pc:docMk/>
          <pc:sldMk cId="2492969806" sldId="1575"/>
        </pc:sldMkLst>
      </pc:sldChg>
      <pc:sldChg chg="addSp modSp add mod modAnim">
        <pc:chgData name="Wojtek Krakowiak" userId="f72a0bb3b8a70e05" providerId="LiveId" clId="{2B3F89FC-1B5F-4E48-92A1-38B62DA546F5}" dt="2025-02-18T15:45:38.191" v="2641"/>
        <pc:sldMkLst>
          <pc:docMk/>
          <pc:sldMk cId="4028098646" sldId="1576"/>
        </pc:sldMkLst>
      </pc:sldChg>
      <pc:sldChg chg="addSp modSp add mod modAnim">
        <pc:chgData name="Wojtek Krakowiak" userId="f72a0bb3b8a70e05" providerId="LiveId" clId="{2B3F89FC-1B5F-4E48-92A1-38B62DA546F5}" dt="2025-02-18T15:46:08.337" v="2644"/>
        <pc:sldMkLst>
          <pc:docMk/>
          <pc:sldMk cId="1315173997" sldId="1577"/>
        </pc:sldMkLst>
      </pc:sldChg>
      <pc:sldChg chg="addSp modSp add mod modAnim">
        <pc:chgData name="Wojtek Krakowiak" userId="f72a0bb3b8a70e05" providerId="LiveId" clId="{2B3F89FC-1B5F-4E48-92A1-38B62DA546F5}" dt="2025-02-18T15:46:41.165" v="2647"/>
        <pc:sldMkLst>
          <pc:docMk/>
          <pc:sldMk cId="4126715504" sldId="1578"/>
        </pc:sldMkLst>
      </pc:sldChg>
      <pc:sldChg chg="addSp modSp add mod modAnim">
        <pc:chgData name="Wojtek Krakowiak" userId="f72a0bb3b8a70e05" providerId="LiveId" clId="{2B3F89FC-1B5F-4E48-92A1-38B62DA546F5}" dt="2025-02-18T15:47:16.294" v="2650"/>
        <pc:sldMkLst>
          <pc:docMk/>
          <pc:sldMk cId="3748469286" sldId="1579"/>
        </pc:sldMkLst>
      </pc:sldChg>
      <pc:sldChg chg="addSp modSp add mod modAnim">
        <pc:chgData name="Wojtek Krakowiak" userId="f72a0bb3b8a70e05" providerId="LiveId" clId="{2B3F89FC-1B5F-4E48-92A1-38B62DA546F5}" dt="2025-02-18T15:48:16.727" v="2656"/>
        <pc:sldMkLst>
          <pc:docMk/>
          <pc:sldMk cId="1689172269" sldId="1580"/>
        </pc:sldMkLst>
      </pc:sldChg>
      <pc:sldChg chg="addSp modSp add mod modAnim">
        <pc:chgData name="Wojtek Krakowiak" userId="f72a0bb3b8a70e05" providerId="LiveId" clId="{2B3F89FC-1B5F-4E48-92A1-38B62DA546F5}" dt="2025-02-18T15:48:52.649" v="2661" actId="20577"/>
        <pc:sldMkLst>
          <pc:docMk/>
          <pc:sldMk cId="838098554" sldId="1581"/>
        </pc:sldMkLst>
      </pc:sldChg>
      <pc:sldChg chg="addSp modSp add mod modAnim">
        <pc:chgData name="Wojtek Krakowiak" userId="f72a0bb3b8a70e05" providerId="LiveId" clId="{2B3F89FC-1B5F-4E48-92A1-38B62DA546F5}" dt="2025-02-18T15:49:23.490" v="2664"/>
        <pc:sldMkLst>
          <pc:docMk/>
          <pc:sldMk cId="1913175927" sldId="1582"/>
        </pc:sldMkLst>
      </pc:sldChg>
      <pc:sldChg chg="addSp modSp add mod modAnim">
        <pc:chgData name="Wojtek Krakowiak" userId="f72a0bb3b8a70e05" providerId="LiveId" clId="{2B3F89FC-1B5F-4E48-92A1-38B62DA546F5}" dt="2025-02-18T15:47:45.786" v="2653"/>
        <pc:sldMkLst>
          <pc:docMk/>
          <pc:sldMk cId="2144114491" sldId="1583"/>
        </pc:sldMkLst>
      </pc:sldChg>
      <pc:sldChg chg="addSp delSp modSp add mod ord delAnim modAnim">
        <pc:chgData name="Wojtek Krakowiak" userId="f72a0bb3b8a70e05" providerId="LiveId" clId="{2B3F89FC-1B5F-4E48-92A1-38B62DA546F5}" dt="2025-02-18T18:22:11.254" v="2858"/>
        <pc:sldMkLst>
          <pc:docMk/>
          <pc:sldMk cId="820319726" sldId="1584"/>
        </pc:sldMkLst>
      </pc:sldChg>
      <pc:sldChg chg="addSp delSp modSp add mod delAnim modAnim">
        <pc:chgData name="Wojtek Krakowiak" userId="f72a0bb3b8a70e05" providerId="LiveId" clId="{2B3F89FC-1B5F-4E48-92A1-38B62DA546F5}" dt="2025-02-18T17:13:45.148" v="2774"/>
        <pc:sldMkLst>
          <pc:docMk/>
          <pc:sldMk cId="342534139" sldId="1585"/>
        </pc:sldMkLst>
      </pc:sldChg>
      <pc:sldChg chg="addSp delSp modSp add mod delAnim modAnim">
        <pc:chgData name="Wojtek Krakowiak" userId="f72a0bb3b8a70e05" providerId="LiveId" clId="{2B3F89FC-1B5F-4E48-92A1-38B62DA546F5}" dt="2025-02-18T18:21:39.038" v="2856" actId="20577"/>
        <pc:sldMkLst>
          <pc:docMk/>
          <pc:sldMk cId="1438042858" sldId="1586"/>
        </pc:sldMkLst>
      </pc:sldChg>
      <pc:sldChg chg="addSp delSp modSp add mod delAnim modAnim">
        <pc:chgData name="Wojtek Krakowiak" userId="f72a0bb3b8a70e05" providerId="LiveId" clId="{2B3F89FC-1B5F-4E48-92A1-38B62DA546F5}" dt="2025-02-22T22:10:26.678" v="2908"/>
        <pc:sldMkLst>
          <pc:docMk/>
          <pc:sldMk cId="1628176765" sldId="1587"/>
        </pc:sldMkLst>
      </pc:sldChg>
      <pc:sldChg chg="addSp delSp modSp add mod delAnim modAnim">
        <pc:chgData name="Wojtek Krakowiak" userId="f72a0bb3b8a70e05" providerId="LiveId" clId="{2B3F89FC-1B5F-4E48-92A1-38B62DA546F5}" dt="2025-02-22T22:13:52.717" v="2950"/>
        <pc:sldMkLst>
          <pc:docMk/>
          <pc:sldMk cId="4068965496" sldId="1588"/>
        </pc:sldMkLst>
      </pc:sldChg>
      <pc:sldChg chg="addSp delSp modSp add mod delAnim modAnim">
        <pc:chgData name="Wojtek Krakowiak" userId="f72a0bb3b8a70e05" providerId="LiveId" clId="{2B3F89FC-1B5F-4E48-92A1-38B62DA546F5}" dt="2025-02-22T22:16:04.904" v="2974"/>
        <pc:sldMkLst>
          <pc:docMk/>
          <pc:sldMk cId="2520453097" sldId="1589"/>
        </pc:sldMkLst>
      </pc:sldChg>
      <pc:sldChg chg="addSp delSp modSp add mod delAnim modAnim">
        <pc:chgData name="Wojtek Krakowiak" userId="f72a0bb3b8a70e05" providerId="LiveId" clId="{2B3F89FC-1B5F-4E48-92A1-38B62DA546F5}" dt="2025-02-22T22:19:38.357" v="3012"/>
        <pc:sldMkLst>
          <pc:docMk/>
          <pc:sldMk cId="1945882774" sldId="1590"/>
        </pc:sldMkLst>
      </pc:sldChg>
      <pc:sldChg chg="addSp delSp modSp add mod delAnim modAnim">
        <pc:chgData name="Wojtek Krakowiak" userId="f72a0bb3b8a70e05" providerId="LiveId" clId="{2B3F89FC-1B5F-4E48-92A1-38B62DA546F5}" dt="2025-02-22T22:22:53.497" v="3051"/>
        <pc:sldMkLst>
          <pc:docMk/>
          <pc:sldMk cId="2412664230" sldId="1591"/>
        </pc:sldMkLst>
      </pc:sldChg>
      <pc:sldChg chg="addSp delSp modSp add mod delAnim modAnim">
        <pc:chgData name="Wojtek Krakowiak" userId="f72a0bb3b8a70e05" providerId="LiveId" clId="{2B3F89FC-1B5F-4E48-92A1-38B62DA546F5}" dt="2025-02-22T22:25:42.711" v="3120"/>
        <pc:sldMkLst>
          <pc:docMk/>
          <pc:sldMk cId="567929554" sldId="1592"/>
        </pc:sldMkLst>
      </pc:sldChg>
      <pc:sldChg chg="addSp delSp modSp add mod delAnim modAnim">
        <pc:chgData name="Wojtek Krakowiak" userId="f72a0bb3b8a70e05" providerId="LiveId" clId="{2B3F89FC-1B5F-4E48-92A1-38B62DA546F5}" dt="2025-02-22T22:28:04.400" v="3175"/>
        <pc:sldMkLst>
          <pc:docMk/>
          <pc:sldMk cId="778484339" sldId="1593"/>
        </pc:sldMkLst>
      </pc:sldChg>
      <pc:sldChg chg="addSp delSp modSp add mod delAnim modAnim">
        <pc:chgData name="Wojtek Krakowiak" userId="f72a0bb3b8a70e05" providerId="LiveId" clId="{2B3F89FC-1B5F-4E48-92A1-38B62DA546F5}" dt="2025-02-23T09:37:40.398" v="3234"/>
        <pc:sldMkLst>
          <pc:docMk/>
          <pc:sldMk cId="1455244613" sldId="1594"/>
        </pc:sldMkLst>
      </pc:sldChg>
    </pc:docChg>
  </pc:docChgLst>
  <pc:docChgLst>
    <pc:chgData name="Wojtek Krakowiak" userId="f72a0bb3b8a70e05" providerId="LiveId" clId="{66731674-A3E8-49D9-BEC8-151784716F8A}"/>
    <pc:docChg chg="custSel addSld delSld modSld sldOrd">
      <pc:chgData name="Wojtek Krakowiak" userId="f72a0bb3b8a70e05" providerId="LiveId" clId="{66731674-A3E8-49D9-BEC8-151784716F8A}" dt="2025-06-01T17:51:36.023" v="2178" actId="20577"/>
      <pc:docMkLst>
        <pc:docMk/>
      </pc:docMkLst>
      <pc:sldChg chg="modSp mod">
        <pc:chgData name="Wojtek Krakowiak" userId="f72a0bb3b8a70e05" providerId="LiveId" clId="{66731674-A3E8-49D9-BEC8-151784716F8A}" dt="2025-05-31T19:27:39.714" v="2043" actId="20577"/>
        <pc:sldMkLst>
          <pc:docMk/>
          <pc:sldMk cId="1582655019" sldId="1193"/>
        </pc:sldMkLst>
      </pc:sldChg>
      <pc:sldChg chg="addSp delSp modSp mod delAnim modAnim">
        <pc:chgData name="Wojtek Krakowiak" userId="f72a0bb3b8a70e05" providerId="LiveId" clId="{66731674-A3E8-49D9-BEC8-151784716F8A}" dt="2025-05-31T18:42:54.414" v="1210" actId="20577"/>
        <pc:sldMkLst>
          <pc:docMk/>
          <pc:sldMk cId="1436841305" sldId="1536"/>
        </pc:sldMkLst>
      </pc:sldChg>
      <pc:sldChg chg="addSp modSp add mod modAnim">
        <pc:chgData name="Wojtek Krakowiak" userId="f72a0bb3b8a70e05" providerId="LiveId" clId="{66731674-A3E8-49D9-BEC8-151784716F8A}" dt="2025-05-31T18:43:36.650" v="1260" actId="14100"/>
        <pc:sldMkLst>
          <pc:docMk/>
          <pc:sldMk cId="1348865510" sldId="1537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4262693738" sldId="1537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1726919322" sldId="1538"/>
        </pc:sldMkLst>
      </pc:sldChg>
      <pc:sldChg chg="addSp modSp add mod modAnim">
        <pc:chgData name="Wojtek Krakowiak" userId="f72a0bb3b8a70e05" providerId="LiveId" clId="{66731674-A3E8-49D9-BEC8-151784716F8A}" dt="2025-05-31T18:44:13.482" v="1295" actId="14100"/>
        <pc:sldMkLst>
          <pc:docMk/>
          <pc:sldMk cId="2527070820" sldId="1538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2504829728" sldId="1539"/>
        </pc:sldMkLst>
      </pc:sldChg>
      <pc:sldChg chg="addSp modSp add mod modAnim">
        <pc:chgData name="Wojtek Krakowiak" userId="f72a0bb3b8a70e05" providerId="LiveId" clId="{66731674-A3E8-49D9-BEC8-151784716F8A}" dt="2025-05-31T18:44:43.032" v="1308" actId="20577"/>
        <pc:sldMkLst>
          <pc:docMk/>
          <pc:sldMk cId="2656447446" sldId="1539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1870399914" sldId="1540"/>
        </pc:sldMkLst>
      </pc:sldChg>
      <pc:sldChg chg="addSp modSp add mod modAnim">
        <pc:chgData name="Wojtek Krakowiak" userId="f72a0bb3b8a70e05" providerId="LiveId" clId="{66731674-A3E8-49D9-BEC8-151784716F8A}" dt="2025-05-31T18:45:14.234" v="1319" actId="20577"/>
        <pc:sldMkLst>
          <pc:docMk/>
          <pc:sldMk cId="2474465204" sldId="1540"/>
        </pc:sldMkLst>
      </pc:sldChg>
      <pc:sldChg chg="addSp modSp add mod modAnim">
        <pc:chgData name="Wojtek Krakowiak" userId="f72a0bb3b8a70e05" providerId="LiveId" clId="{66731674-A3E8-49D9-BEC8-151784716F8A}" dt="2025-05-31T18:45:21.399" v="1327" actId="20577"/>
        <pc:sldMkLst>
          <pc:docMk/>
          <pc:sldMk cId="2672675683" sldId="1541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3146162839" sldId="1541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2647585901" sldId="1542"/>
        </pc:sldMkLst>
      </pc:sldChg>
      <pc:sldChg chg="addSp modSp add mod modAnim">
        <pc:chgData name="Wojtek Krakowiak" userId="f72a0bb3b8a70e05" providerId="LiveId" clId="{66731674-A3E8-49D9-BEC8-151784716F8A}" dt="2025-05-31T18:45:29.056" v="1337" actId="20577"/>
        <pc:sldMkLst>
          <pc:docMk/>
          <pc:sldMk cId="3771053794" sldId="1542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207210176" sldId="1543"/>
        </pc:sldMkLst>
      </pc:sldChg>
      <pc:sldChg chg="add del">
        <pc:chgData name="Wojtek Krakowiak" userId="f72a0bb3b8a70e05" providerId="LiveId" clId="{66731674-A3E8-49D9-BEC8-151784716F8A}" dt="2025-05-31T17:22:25.503" v="1029" actId="47"/>
        <pc:sldMkLst>
          <pc:docMk/>
          <pc:sldMk cId="1429577014" sldId="1543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3454042329" sldId="1544"/>
        </pc:sldMkLst>
      </pc:sldChg>
      <pc:sldChg chg="addSp modSp add mod modAnim">
        <pc:chgData name="Wojtek Krakowiak" userId="f72a0bb3b8a70e05" providerId="LiveId" clId="{66731674-A3E8-49D9-BEC8-151784716F8A}" dt="2025-05-31T18:57:05.442" v="1352" actId="20577"/>
        <pc:sldMkLst>
          <pc:docMk/>
          <pc:sldMk cId="4111279271" sldId="1544"/>
        </pc:sldMkLst>
      </pc:sldChg>
      <pc:sldChg chg="add del">
        <pc:chgData name="Wojtek Krakowiak" userId="f72a0bb3b8a70e05" providerId="LiveId" clId="{66731674-A3E8-49D9-BEC8-151784716F8A}" dt="2025-05-31T17:23:01.183" v="1033" actId="47"/>
        <pc:sldMkLst>
          <pc:docMk/>
          <pc:sldMk cId="796280233" sldId="1545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3204416304" sldId="1545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2953300497" sldId="1546"/>
        </pc:sldMkLst>
      </pc:sldChg>
      <pc:sldChg chg="addSp modSp add mod modAnim">
        <pc:chgData name="Wojtek Krakowiak" userId="f72a0bb3b8a70e05" providerId="LiveId" clId="{66731674-A3E8-49D9-BEC8-151784716F8A}" dt="2025-05-31T18:57:26.985" v="1363" actId="20577"/>
        <pc:sldMkLst>
          <pc:docMk/>
          <pc:sldMk cId="3058916219" sldId="1546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1170040068" sldId="1547"/>
        </pc:sldMkLst>
      </pc:sldChg>
      <pc:sldChg chg="addSp modSp add mod modAnim">
        <pc:chgData name="Wojtek Krakowiak" userId="f72a0bb3b8a70e05" providerId="LiveId" clId="{66731674-A3E8-49D9-BEC8-151784716F8A}" dt="2025-05-31T18:57:48.790" v="1373" actId="20577"/>
        <pc:sldMkLst>
          <pc:docMk/>
          <pc:sldMk cId="4269165578" sldId="1547"/>
        </pc:sldMkLst>
      </pc:sldChg>
      <pc:sldChg chg="add del">
        <pc:chgData name="Wojtek Krakowiak" userId="f72a0bb3b8a70e05" providerId="LiveId" clId="{66731674-A3E8-49D9-BEC8-151784716F8A}" dt="2025-05-31T17:24:06.677" v="1040" actId="47"/>
        <pc:sldMkLst>
          <pc:docMk/>
          <pc:sldMk cId="157187173" sldId="1548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1473164197" sldId="1548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4306282" sldId="1549"/>
        </pc:sldMkLst>
      </pc:sldChg>
      <pc:sldChg chg="modSp add del modAnim">
        <pc:chgData name="Wojtek Krakowiak" userId="f72a0bb3b8a70e05" providerId="LiveId" clId="{66731674-A3E8-49D9-BEC8-151784716F8A}" dt="2025-05-31T17:24:08.230" v="1041" actId="47"/>
        <pc:sldMkLst>
          <pc:docMk/>
          <pc:sldMk cId="3338664685" sldId="1549"/>
        </pc:sldMkLst>
      </pc:sldChg>
      <pc:sldChg chg="addSp modSp add mod modAnim">
        <pc:chgData name="Wojtek Krakowiak" userId="f72a0bb3b8a70e05" providerId="LiveId" clId="{66731674-A3E8-49D9-BEC8-151784716F8A}" dt="2025-05-31T18:58:11.517" v="1394" actId="20577"/>
        <pc:sldMkLst>
          <pc:docMk/>
          <pc:sldMk cId="99491280" sldId="1550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1638793721" sldId="1550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341839525" sldId="1551"/>
        </pc:sldMkLst>
      </pc:sldChg>
      <pc:sldChg chg="addSp modSp add mod modAnim">
        <pc:chgData name="Wojtek Krakowiak" userId="f72a0bb3b8a70e05" providerId="LiveId" clId="{66731674-A3E8-49D9-BEC8-151784716F8A}" dt="2025-05-31T18:59:36.105" v="1407" actId="20577"/>
        <pc:sldMkLst>
          <pc:docMk/>
          <pc:sldMk cId="807265413" sldId="1551"/>
        </pc:sldMkLst>
      </pc:sldChg>
      <pc:sldChg chg="modSp add del mod modAnim">
        <pc:chgData name="Wojtek Krakowiak" userId="f72a0bb3b8a70e05" providerId="LiveId" clId="{66731674-A3E8-49D9-BEC8-151784716F8A}" dt="2025-05-31T17:25:17.636" v="1048" actId="47"/>
        <pc:sldMkLst>
          <pc:docMk/>
          <pc:sldMk cId="3564618697" sldId="1552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3845782394" sldId="1552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1292615638" sldId="1553"/>
        </pc:sldMkLst>
      </pc:sldChg>
      <pc:sldChg chg="addSp modSp add mod modAnim">
        <pc:chgData name="Wojtek Krakowiak" userId="f72a0bb3b8a70e05" providerId="LiveId" clId="{66731674-A3E8-49D9-BEC8-151784716F8A}" dt="2025-05-31T18:59:48.742" v="1424" actId="20577"/>
        <pc:sldMkLst>
          <pc:docMk/>
          <pc:sldMk cId="2075432284" sldId="1553"/>
        </pc:sldMkLst>
      </pc:sldChg>
      <pc:sldChg chg="addSp modSp add mod modAnim">
        <pc:chgData name="Wojtek Krakowiak" userId="f72a0bb3b8a70e05" providerId="LiveId" clId="{66731674-A3E8-49D9-BEC8-151784716F8A}" dt="2025-05-31T18:59:55.659" v="1436" actId="20577"/>
        <pc:sldMkLst>
          <pc:docMk/>
          <pc:sldMk cId="192365291" sldId="1554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3779967573" sldId="1554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1501863080" sldId="1555"/>
        </pc:sldMkLst>
      </pc:sldChg>
      <pc:sldChg chg="addSp modSp add mod modAnim">
        <pc:chgData name="Wojtek Krakowiak" userId="f72a0bb3b8a70e05" providerId="LiveId" clId="{66731674-A3E8-49D9-BEC8-151784716F8A}" dt="2025-05-31T19:02:03.077" v="1454" actId="20577"/>
        <pc:sldMkLst>
          <pc:docMk/>
          <pc:sldMk cId="3232278377" sldId="1555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12504290" sldId="1556"/>
        </pc:sldMkLst>
      </pc:sldChg>
      <pc:sldChg chg="addSp modSp add mod modAnim">
        <pc:chgData name="Wojtek Krakowiak" userId="f72a0bb3b8a70e05" providerId="LiveId" clId="{66731674-A3E8-49D9-BEC8-151784716F8A}" dt="2025-05-31T19:02:25.410" v="1479" actId="20577"/>
        <pc:sldMkLst>
          <pc:docMk/>
          <pc:sldMk cId="1376453906" sldId="1556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2311367034" sldId="1557"/>
        </pc:sldMkLst>
      </pc:sldChg>
      <pc:sldChg chg="addSp modSp add mod modAnim">
        <pc:chgData name="Wojtek Krakowiak" userId="f72a0bb3b8a70e05" providerId="LiveId" clId="{66731674-A3E8-49D9-BEC8-151784716F8A}" dt="2025-05-31T19:02:54.789" v="1491" actId="20577"/>
        <pc:sldMkLst>
          <pc:docMk/>
          <pc:sldMk cId="3055362449" sldId="1557"/>
        </pc:sldMkLst>
      </pc:sldChg>
      <pc:sldChg chg="addSp modSp add mod modAnim">
        <pc:chgData name="Wojtek Krakowiak" userId="f72a0bb3b8a70e05" providerId="LiveId" clId="{66731674-A3E8-49D9-BEC8-151784716F8A}" dt="2025-05-31T19:03:15.315" v="1505" actId="20577"/>
        <pc:sldMkLst>
          <pc:docMk/>
          <pc:sldMk cId="1852134260" sldId="1558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3414406660" sldId="1558"/>
        </pc:sldMkLst>
      </pc:sldChg>
      <pc:sldChg chg="addSp modSp add mod modAnim">
        <pc:chgData name="Wojtek Krakowiak" userId="f72a0bb3b8a70e05" providerId="LiveId" clId="{66731674-A3E8-49D9-BEC8-151784716F8A}" dt="2025-05-31T19:03:34.507" v="1513" actId="20577"/>
        <pc:sldMkLst>
          <pc:docMk/>
          <pc:sldMk cId="2031455902" sldId="1559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3555794372" sldId="1559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424784778" sldId="1560"/>
        </pc:sldMkLst>
      </pc:sldChg>
      <pc:sldChg chg="addSp modSp add mod modAnim">
        <pc:chgData name="Wojtek Krakowiak" userId="f72a0bb3b8a70e05" providerId="LiveId" clId="{66731674-A3E8-49D9-BEC8-151784716F8A}" dt="2025-05-31T19:03:54.370" v="1530" actId="20577"/>
        <pc:sldMkLst>
          <pc:docMk/>
          <pc:sldMk cId="2577767817" sldId="1560"/>
        </pc:sldMkLst>
      </pc:sldChg>
      <pc:sldChg chg="modSp add del modAnim">
        <pc:chgData name="Wojtek Krakowiak" userId="f72a0bb3b8a70e05" providerId="LiveId" clId="{66731674-A3E8-49D9-BEC8-151784716F8A}" dt="2025-05-31T17:29:47.161" v="1073" actId="47"/>
        <pc:sldMkLst>
          <pc:docMk/>
          <pc:sldMk cId="2961957735" sldId="1561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3765158168" sldId="1561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800344405" sldId="1562"/>
        </pc:sldMkLst>
      </pc:sldChg>
      <pc:sldChg chg="addSp modSp add mod modAnim">
        <pc:chgData name="Wojtek Krakowiak" userId="f72a0bb3b8a70e05" providerId="LiveId" clId="{66731674-A3E8-49D9-BEC8-151784716F8A}" dt="2025-05-31T19:04:12.311" v="1548" actId="20577"/>
        <pc:sldMkLst>
          <pc:docMk/>
          <pc:sldMk cId="3060939725" sldId="1562"/>
        </pc:sldMkLst>
      </pc:sldChg>
      <pc:sldChg chg="addSp modSp add mod modAnim">
        <pc:chgData name="Wojtek Krakowiak" userId="f72a0bb3b8a70e05" providerId="LiveId" clId="{66731674-A3E8-49D9-BEC8-151784716F8A}" dt="2025-05-31T19:04:27.697" v="1558" actId="20577"/>
        <pc:sldMkLst>
          <pc:docMk/>
          <pc:sldMk cId="1058658880" sldId="1563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2041792437" sldId="1563"/>
        </pc:sldMkLst>
      </pc:sldChg>
      <pc:sldChg chg="addSp modSp add mod modAnim">
        <pc:chgData name="Wojtek Krakowiak" userId="f72a0bb3b8a70e05" providerId="LiveId" clId="{66731674-A3E8-49D9-BEC8-151784716F8A}" dt="2025-06-01T17:51:36.023" v="2178" actId="20577"/>
        <pc:sldMkLst>
          <pc:docMk/>
          <pc:sldMk cId="1283099416" sldId="1564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1739061898" sldId="1564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516708209" sldId="1565"/>
        </pc:sldMkLst>
      </pc:sldChg>
      <pc:sldChg chg="addSp modSp add mod modAnim">
        <pc:chgData name="Wojtek Krakowiak" userId="f72a0bb3b8a70e05" providerId="LiveId" clId="{66731674-A3E8-49D9-BEC8-151784716F8A}" dt="2025-05-31T19:07:27.203" v="1614" actId="14100"/>
        <pc:sldMkLst>
          <pc:docMk/>
          <pc:sldMk cId="1382706047" sldId="1565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530830810" sldId="1566"/>
        </pc:sldMkLst>
      </pc:sldChg>
      <pc:sldChg chg="addSp modSp add mod modAnim">
        <pc:chgData name="Wojtek Krakowiak" userId="f72a0bb3b8a70e05" providerId="LiveId" clId="{66731674-A3E8-49D9-BEC8-151784716F8A}" dt="2025-05-31T19:07:47.927" v="1625" actId="20577"/>
        <pc:sldMkLst>
          <pc:docMk/>
          <pc:sldMk cId="2968487111" sldId="1566"/>
        </pc:sldMkLst>
      </pc:sldChg>
      <pc:sldChg chg="addSp delSp modSp add mod delAnim modAnim">
        <pc:chgData name="Wojtek Krakowiak" userId="f72a0bb3b8a70e05" providerId="LiveId" clId="{66731674-A3E8-49D9-BEC8-151784716F8A}" dt="2025-06-01T17:35:22.595" v="2049"/>
        <pc:sldMkLst>
          <pc:docMk/>
          <pc:sldMk cId="199109077" sldId="1567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2479056774" sldId="1567"/>
        </pc:sldMkLst>
      </pc:sldChg>
      <pc:sldChg chg="addSp modSp add mod modAnim">
        <pc:chgData name="Wojtek Krakowiak" userId="f72a0bb3b8a70e05" providerId="LiveId" clId="{66731674-A3E8-49D9-BEC8-151784716F8A}" dt="2025-05-31T19:08:23.222" v="1652" actId="20577"/>
        <pc:sldMkLst>
          <pc:docMk/>
          <pc:sldMk cId="437292800" sldId="1568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3732867320" sldId="1568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632964383" sldId="1569"/>
        </pc:sldMkLst>
      </pc:sldChg>
      <pc:sldChg chg="addSp modSp add mod modAnim">
        <pc:chgData name="Wojtek Krakowiak" userId="f72a0bb3b8a70e05" providerId="LiveId" clId="{66731674-A3E8-49D9-BEC8-151784716F8A}" dt="2025-05-31T19:08:43.650" v="1663" actId="20577"/>
        <pc:sldMkLst>
          <pc:docMk/>
          <pc:sldMk cId="3184869323" sldId="1569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2587791275" sldId="1570"/>
        </pc:sldMkLst>
      </pc:sldChg>
      <pc:sldChg chg="addSp modSp add mod modAnim">
        <pc:chgData name="Wojtek Krakowiak" userId="f72a0bb3b8a70e05" providerId="LiveId" clId="{66731674-A3E8-49D9-BEC8-151784716F8A}" dt="2025-05-31T19:09:20.867" v="1688" actId="20577"/>
        <pc:sldMkLst>
          <pc:docMk/>
          <pc:sldMk cId="3342229432" sldId="1570"/>
        </pc:sldMkLst>
      </pc:sldChg>
      <pc:sldChg chg="addSp modSp add mod modAnim">
        <pc:chgData name="Wojtek Krakowiak" userId="f72a0bb3b8a70e05" providerId="LiveId" clId="{66731674-A3E8-49D9-BEC8-151784716F8A}" dt="2025-05-31T19:09:54.208" v="1697" actId="20577"/>
        <pc:sldMkLst>
          <pc:docMk/>
          <pc:sldMk cId="1721856410" sldId="1571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3285547036" sldId="1571"/>
        </pc:sldMkLst>
      </pc:sldChg>
      <pc:sldChg chg="addSp modSp add mod modAnim">
        <pc:chgData name="Wojtek Krakowiak" userId="f72a0bb3b8a70e05" providerId="LiveId" clId="{66731674-A3E8-49D9-BEC8-151784716F8A}" dt="2025-05-31T19:10:04.147" v="1714" actId="20577"/>
        <pc:sldMkLst>
          <pc:docMk/>
          <pc:sldMk cId="133808509" sldId="1572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478791410" sldId="1573"/>
        </pc:sldMkLst>
      </pc:sldChg>
      <pc:sldChg chg="addSp modSp add mod modAnim">
        <pc:chgData name="Wojtek Krakowiak" userId="f72a0bb3b8a70e05" providerId="LiveId" clId="{66731674-A3E8-49D9-BEC8-151784716F8A}" dt="2025-05-31T19:14:59.906" v="1741" actId="20577"/>
        <pc:sldMkLst>
          <pc:docMk/>
          <pc:sldMk cId="1353954216" sldId="1573"/>
        </pc:sldMkLst>
      </pc:sldChg>
      <pc:sldChg chg="addSp modSp add mod modAnim">
        <pc:chgData name="Wojtek Krakowiak" userId="f72a0bb3b8a70e05" providerId="LiveId" clId="{66731674-A3E8-49D9-BEC8-151784716F8A}" dt="2025-05-31T19:15:39.487" v="1759" actId="20577"/>
        <pc:sldMkLst>
          <pc:docMk/>
          <pc:sldMk cId="1059453271" sldId="1574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2095261619" sldId="1574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2492969806" sldId="1575"/>
        </pc:sldMkLst>
      </pc:sldChg>
      <pc:sldChg chg="addSp modSp add mod modAnim">
        <pc:chgData name="Wojtek Krakowiak" userId="f72a0bb3b8a70e05" providerId="LiveId" clId="{66731674-A3E8-49D9-BEC8-151784716F8A}" dt="2025-05-31T19:16:01.075" v="1770" actId="20577"/>
        <pc:sldMkLst>
          <pc:docMk/>
          <pc:sldMk cId="3695838262" sldId="1575"/>
        </pc:sldMkLst>
      </pc:sldChg>
      <pc:sldChg chg="addSp modSp add mod modAnim">
        <pc:chgData name="Wojtek Krakowiak" userId="f72a0bb3b8a70e05" providerId="LiveId" clId="{66731674-A3E8-49D9-BEC8-151784716F8A}" dt="2025-05-31T19:16:24.608" v="1781" actId="20577"/>
        <pc:sldMkLst>
          <pc:docMk/>
          <pc:sldMk cId="359992711" sldId="1576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4028098646" sldId="1576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1315173997" sldId="1577"/>
        </pc:sldMkLst>
      </pc:sldChg>
      <pc:sldChg chg="addSp modSp add mod modAnim">
        <pc:chgData name="Wojtek Krakowiak" userId="f72a0bb3b8a70e05" providerId="LiveId" clId="{66731674-A3E8-49D9-BEC8-151784716F8A}" dt="2025-05-31T19:18:23.080" v="1797" actId="20577"/>
        <pc:sldMkLst>
          <pc:docMk/>
          <pc:sldMk cId="2303519190" sldId="1577"/>
        </pc:sldMkLst>
      </pc:sldChg>
      <pc:sldChg chg="addSp modSp add mod ord modAnim">
        <pc:chgData name="Wojtek Krakowiak" userId="f72a0bb3b8a70e05" providerId="LiveId" clId="{66731674-A3E8-49D9-BEC8-151784716F8A}" dt="2025-05-31T19:17:41.765" v="1787" actId="20577"/>
        <pc:sldMkLst>
          <pc:docMk/>
          <pc:sldMk cId="1645031497" sldId="1578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4126715504" sldId="1578"/>
        </pc:sldMkLst>
      </pc:sldChg>
      <pc:sldChg chg="addSp modSp add mod modAnim">
        <pc:chgData name="Wojtek Krakowiak" userId="f72a0bb3b8a70e05" providerId="LiveId" clId="{66731674-A3E8-49D9-BEC8-151784716F8A}" dt="2025-05-31T19:19:11.252" v="1821" actId="20577"/>
        <pc:sldMkLst>
          <pc:docMk/>
          <pc:sldMk cId="2162852329" sldId="1579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3748469286" sldId="1579"/>
        </pc:sldMkLst>
      </pc:sldChg>
      <pc:sldChg chg="addSp modSp add mod modAnim">
        <pc:chgData name="Wojtek Krakowiak" userId="f72a0bb3b8a70e05" providerId="LiveId" clId="{66731674-A3E8-49D9-BEC8-151784716F8A}" dt="2025-06-01T17:43:37.089" v="2099" actId="20577"/>
        <pc:sldMkLst>
          <pc:docMk/>
          <pc:sldMk cId="604289613" sldId="1580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1689172269" sldId="1580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838098554" sldId="1581"/>
        </pc:sldMkLst>
      </pc:sldChg>
      <pc:sldChg chg="addSp modSp add mod modAnim">
        <pc:chgData name="Wojtek Krakowiak" userId="f72a0bb3b8a70e05" providerId="LiveId" clId="{66731674-A3E8-49D9-BEC8-151784716F8A}" dt="2025-05-31T19:19:56.711" v="1842" actId="20577"/>
        <pc:sldMkLst>
          <pc:docMk/>
          <pc:sldMk cId="3775807195" sldId="1581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1913175927" sldId="1582"/>
        </pc:sldMkLst>
      </pc:sldChg>
      <pc:sldChg chg="addSp modSp add mod modAnim">
        <pc:chgData name="Wojtek Krakowiak" userId="f72a0bb3b8a70e05" providerId="LiveId" clId="{66731674-A3E8-49D9-BEC8-151784716F8A}" dt="2025-05-31T19:20:21.071" v="1856" actId="20577"/>
        <pc:sldMkLst>
          <pc:docMk/>
          <pc:sldMk cId="3141864485" sldId="1582"/>
        </pc:sldMkLst>
      </pc:sldChg>
      <pc:sldChg chg="addSp modSp add mod modAnim">
        <pc:chgData name="Wojtek Krakowiak" userId="f72a0bb3b8a70e05" providerId="LiveId" clId="{66731674-A3E8-49D9-BEC8-151784716F8A}" dt="2025-05-31T19:21:06.959" v="1874" actId="20577"/>
        <pc:sldMkLst>
          <pc:docMk/>
          <pc:sldMk cId="479623510" sldId="1583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2144114491" sldId="1583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820319726" sldId="1584"/>
        </pc:sldMkLst>
      </pc:sldChg>
      <pc:sldChg chg="addSp modSp add del modAnim">
        <pc:chgData name="Wojtek Krakowiak" userId="f72a0bb3b8a70e05" providerId="LiveId" clId="{66731674-A3E8-49D9-BEC8-151784716F8A}" dt="2025-05-31T19:21:25.870" v="1875" actId="47"/>
        <pc:sldMkLst>
          <pc:docMk/>
          <pc:sldMk cId="2884656843" sldId="1584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342534139" sldId="1585"/>
        </pc:sldMkLst>
      </pc:sldChg>
      <pc:sldChg chg="addSp modSp add mod modAnim">
        <pc:chgData name="Wojtek Krakowiak" userId="f72a0bb3b8a70e05" providerId="LiveId" clId="{66731674-A3E8-49D9-BEC8-151784716F8A}" dt="2025-05-31T19:21:42.192" v="1889" actId="20577"/>
        <pc:sldMkLst>
          <pc:docMk/>
          <pc:sldMk cId="1709496377" sldId="1585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1438042858" sldId="1586"/>
        </pc:sldMkLst>
      </pc:sldChg>
      <pc:sldChg chg="addSp modSp add mod modAnim">
        <pc:chgData name="Wojtek Krakowiak" userId="f72a0bb3b8a70e05" providerId="LiveId" clId="{66731674-A3E8-49D9-BEC8-151784716F8A}" dt="2025-05-31T19:22:05.122" v="1909" actId="20577"/>
        <pc:sldMkLst>
          <pc:docMk/>
          <pc:sldMk cId="1471691015" sldId="1586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1628176765" sldId="1587"/>
        </pc:sldMkLst>
      </pc:sldChg>
      <pc:sldChg chg="addSp modSp add mod modAnim">
        <pc:chgData name="Wojtek Krakowiak" userId="f72a0bb3b8a70e05" providerId="LiveId" clId="{66731674-A3E8-49D9-BEC8-151784716F8A}" dt="2025-05-31T19:22:26.995" v="1918" actId="20577"/>
        <pc:sldMkLst>
          <pc:docMk/>
          <pc:sldMk cId="2627733758" sldId="1587"/>
        </pc:sldMkLst>
      </pc:sldChg>
      <pc:sldChg chg="addSp modSp add mod modAnim">
        <pc:chgData name="Wojtek Krakowiak" userId="f72a0bb3b8a70e05" providerId="LiveId" clId="{66731674-A3E8-49D9-BEC8-151784716F8A}" dt="2025-05-31T19:22:52.675" v="1936" actId="20577"/>
        <pc:sldMkLst>
          <pc:docMk/>
          <pc:sldMk cId="616285393" sldId="1588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4068965496" sldId="1588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2520453097" sldId="1589"/>
        </pc:sldMkLst>
      </pc:sldChg>
      <pc:sldChg chg="addSp modSp add mod modAnim">
        <pc:chgData name="Wojtek Krakowiak" userId="f72a0bb3b8a70e05" providerId="LiveId" clId="{66731674-A3E8-49D9-BEC8-151784716F8A}" dt="2025-05-31T19:23:11.121" v="1952" actId="20577"/>
        <pc:sldMkLst>
          <pc:docMk/>
          <pc:sldMk cId="2583742242" sldId="1589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1945882774" sldId="1590"/>
        </pc:sldMkLst>
      </pc:sldChg>
      <pc:sldChg chg="addSp modSp add mod modAnim">
        <pc:chgData name="Wojtek Krakowiak" userId="f72a0bb3b8a70e05" providerId="LiveId" clId="{66731674-A3E8-49D9-BEC8-151784716F8A}" dt="2025-05-31T19:23:18.625" v="1958" actId="20577"/>
        <pc:sldMkLst>
          <pc:docMk/>
          <pc:sldMk cId="4183004125" sldId="1590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2412664230" sldId="1591"/>
        </pc:sldMkLst>
      </pc:sldChg>
      <pc:sldChg chg="addSp modSp add mod modAnim">
        <pc:chgData name="Wojtek Krakowiak" userId="f72a0bb3b8a70e05" providerId="LiveId" clId="{66731674-A3E8-49D9-BEC8-151784716F8A}" dt="2025-06-01T17:48:47.012" v="2163" actId="20577"/>
        <pc:sldMkLst>
          <pc:docMk/>
          <pc:sldMk cId="3908973568" sldId="1591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567929554" sldId="1592"/>
        </pc:sldMkLst>
      </pc:sldChg>
      <pc:sldChg chg="addSp modSp add mod modAnim">
        <pc:chgData name="Wojtek Krakowiak" userId="f72a0bb3b8a70e05" providerId="LiveId" clId="{66731674-A3E8-49D9-BEC8-151784716F8A}" dt="2025-05-31T19:24:04.867" v="2001" actId="20577"/>
        <pc:sldMkLst>
          <pc:docMk/>
          <pc:sldMk cId="2791679664" sldId="1592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778484339" sldId="1593"/>
        </pc:sldMkLst>
      </pc:sldChg>
      <pc:sldChg chg="addSp modSp add mod modAnim">
        <pc:chgData name="Wojtek Krakowiak" userId="f72a0bb3b8a70e05" providerId="LiveId" clId="{66731674-A3E8-49D9-BEC8-151784716F8A}" dt="2025-05-31T19:24:23.419" v="2007" actId="20577"/>
        <pc:sldMkLst>
          <pc:docMk/>
          <pc:sldMk cId="2774732884" sldId="1593"/>
        </pc:sldMkLst>
      </pc:sldChg>
      <pc:sldChg chg="addSp modSp add mod modAnim">
        <pc:chgData name="Wojtek Krakowiak" userId="f72a0bb3b8a70e05" providerId="LiveId" clId="{66731674-A3E8-49D9-BEC8-151784716F8A}" dt="2025-06-01T17:46:41.961" v="2135" actId="20577"/>
        <pc:sldMkLst>
          <pc:docMk/>
          <pc:sldMk cId="574349373" sldId="1594"/>
        </pc:sldMkLst>
      </pc:sldChg>
      <pc:sldChg chg="del">
        <pc:chgData name="Wojtek Krakowiak" userId="f72a0bb3b8a70e05" providerId="LiveId" clId="{66731674-A3E8-49D9-BEC8-151784716F8A}" dt="2025-05-31T10:46:42.100" v="0" actId="47"/>
        <pc:sldMkLst>
          <pc:docMk/>
          <pc:sldMk cId="1455244613" sldId="1594"/>
        </pc:sldMkLst>
      </pc:sldChg>
      <pc:sldChg chg="addSp modSp add mod modAnim">
        <pc:chgData name="Wojtek Krakowiak" userId="f72a0bb3b8a70e05" providerId="LiveId" clId="{66731674-A3E8-49D9-BEC8-151784716F8A}" dt="2025-05-31T19:27:31.738" v="2034" actId="14100"/>
        <pc:sldMkLst>
          <pc:docMk/>
          <pc:sldMk cId="4124503405" sldId="1595"/>
        </pc:sldMkLst>
      </pc:sldChg>
    </pc:docChg>
  </pc:docChgLst>
  <pc:docChgLst>
    <pc:chgData name="Wojtek Krakowiak" userId="f72a0bb3b8a70e05" providerId="LiveId" clId="{F8C154A1-4D83-4DD9-8C23-EB76ADF00261}"/>
    <pc:docChg chg="undo custSel addSld delSld modSld">
      <pc:chgData name="Wojtek Krakowiak" userId="f72a0bb3b8a70e05" providerId="LiveId" clId="{F8C154A1-4D83-4DD9-8C23-EB76ADF00261}" dt="2024-12-23T14:05:13.947" v="522"/>
      <pc:docMkLst>
        <pc:docMk/>
      </pc:docMkLst>
      <pc:sldChg chg="modSp mod">
        <pc:chgData name="Wojtek Krakowiak" userId="f72a0bb3b8a70e05" providerId="LiveId" clId="{F8C154A1-4D83-4DD9-8C23-EB76ADF00261}" dt="2024-12-22T22:04:07.048" v="13" actId="20577"/>
        <pc:sldMkLst>
          <pc:docMk/>
          <pc:sldMk cId="1582655019" sldId="1193"/>
        </pc:sldMkLst>
      </pc:sldChg>
      <pc:sldChg chg="addSp delSp modSp add del mod delAnim modAnim">
        <pc:chgData name="Wojtek Krakowiak" userId="f72a0bb3b8a70e05" providerId="LiveId" clId="{F8C154A1-4D83-4DD9-8C23-EB76ADF00261}" dt="2024-12-23T13:56:08.101" v="475"/>
        <pc:sldMkLst>
          <pc:docMk/>
          <pc:sldMk cId="1436841305" sldId="1536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198573684" sldId="1537"/>
        </pc:sldMkLst>
      </pc:sldChg>
      <pc:sldChg chg="addSp delSp modSp add mod addAnim delAnim modAnim chgLayout">
        <pc:chgData name="Wojtek Krakowiak" userId="f72a0bb3b8a70e05" providerId="LiveId" clId="{F8C154A1-4D83-4DD9-8C23-EB76ADF00261}" dt="2024-12-23T13:56:37.311" v="480"/>
        <pc:sldMkLst>
          <pc:docMk/>
          <pc:sldMk cId="2706261154" sldId="153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820558802" sldId="1538"/>
        </pc:sldMkLst>
      </pc:sldChg>
      <pc:sldChg chg="addSp delSp modSp add mod delAnim modAnim">
        <pc:chgData name="Wojtek Krakowiak" userId="f72a0bb3b8a70e05" providerId="LiveId" clId="{F8C154A1-4D83-4DD9-8C23-EB76ADF00261}" dt="2024-12-23T13:57:14.675" v="483"/>
        <pc:sldMkLst>
          <pc:docMk/>
          <pc:sldMk cId="2769130409" sldId="1538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526319579" sldId="1539"/>
        </pc:sldMkLst>
      </pc:sldChg>
      <pc:sldChg chg="addSp modSp add mod modAnim">
        <pc:chgData name="Wojtek Krakowiak" userId="f72a0bb3b8a70e05" providerId="LiveId" clId="{F8C154A1-4D83-4DD9-8C23-EB76ADF00261}" dt="2024-12-23T13:57:47.683" v="486"/>
        <pc:sldMkLst>
          <pc:docMk/>
          <pc:sldMk cId="1533584481" sldId="153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967402613" sldId="1540"/>
        </pc:sldMkLst>
      </pc:sldChg>
      <pc:sldChg chg="addSp modSp add mod modAnim">
        <pc:chgData name="Wojtek Krakowiak" userId="f72a0bb3b8a70e05" providerId="LiveId" clId="{F8C154A1-4D83-4DD9-8C23-EB76ADF00261}" dt="2024-12-23T13:58:11.617" v="489"/>
        <pc:sldMkLst>
          <pc:docMk/>
          <pc:sldMk cId="2315575793" sldId="1540"/>
        </pc:sldMkLst>
      </pc:sldChg>
      <pc:sldChg chg="addSp modSp add mod modAnim">
        <pc:chgData name="Wojtek Krakowiak" userId="f72a0bb3b8a70e05" providerId="LiveId" clId="{F8C154A1-4D83-4DD9-8C23-EB76ADF00261}" dt="2024-12-23T13:58:38.668" v="492"/>
        <pc:sldMkLst>
          <pc:docMk/>
          <pc:sldMk cId="1434753146" sldId="154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056023808" sldId="154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345113932" sldId="1542"/>
        </pc:sldMkLst>
      </pc:sldChg>
      <pc:sldChg chg="addSp modSp add mod modAnim">
        <pc:chgData name="Wojtek Krakowiak" userId="f72a0bb3b8a70e05" providerId="LiveId" clId="{F8C154A1-4D83-4DD9-8C23-EB76ADF00261}" dt="2024-12-23T13:59:07.551" v="495"/>
        <pc:sldMkLst>
          <pc:docMk/>
          <pc:sldMk cId="4198823191" sldId="1542"/>
        </pc:sldMkLst>
      </pc:sldChg>
      <pc:sldChg chg="addSp modSp add mod modAnim">
        <pc:chgData name="Wojtek Krakowiak" userId="f72a0bb3b8a70e05" providerId="LiveId" clId="{F8C154A1-4D83-4DD9-8C23-EB76ADF00261}" dt="2024-12-23T13:59:47.304" v="498"/>
        <pc:sldMkLst>
          <pc:docMk/>
          <pc:sldMk cId="1702514050" sldId="154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232527991" sldId="154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799724335" sldId="1544"/>
        </pc:sldMkLst>
      </pc:sldChg>
      <pc:sldChg chg="addSp modSp add mod modAnim">
        <pc:chgData name="Wojtek Krakowiak" userId="f72a0bb3b8a70e05" providerId="LiveId" clId="{F8C154A1-4D83-4DD9-8C23-EB76ADF00261}" dt="2024-12-23T14:00:20.247" v="501"/>
        <pc:sldMkLst>
          <pc:docMk/>
          <pc:sldMk cId="3872784629" sldId="1544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130009260" sldId="1545"/>
        </pc:sldMkLst>
      </pc:sldChg>
      <pc:sldChg chg="addSp modSp add mod modAnim">
        <pc:chgData name="Wojtek Krakowiak" userId="f72a0bb3b8a70e05" providerId="LiveId" clId="{F8C154A1-4D83-4DD9-8C23-EB76ADF00261}" dt="2024-12-23T14:00:52.467" v="504"/>
        <pc:sldMkLst>
          <pc:docMk/>
          <pc:sldMk cId="2143792043" sldId="1545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391221062" sldId="1546"/>
        </pc:sldMkLst>
      </pc:sldChg>
      <pc:sldChg chg="addSp modSp add mod modAnim">
        <pc:chgData name="Wojtek Krakowiak" userId="f72a0bb3b8a70e05" providerId="LiveId" clId="{F8C154A1-4D83-4DD9-8C23-EB76ADF00261}" dt="2024-12-23T14:01:29.726" v="507"/>
        <pc:sldMkLst>
          <pc:docMk/>
          <pc:sldMk cId="1913595377" sldId="1546"/>
        </pc:sldMkLst>
      </pc:sldChg>
      <pc:sldChg chg="add del">
        <pc:chgData name="Wojtek Krakowiak" userId="f72a0bb3b8a70e05" providerId="LiveId" clId="{F8C154A1-4D83-4DD9-8C23-EB76ADF00261}" dt="2024-12-23T14:02:23.537" v="510" actId="47"/>
        <pc:sldMkLst>
          <pc:docMk/>
          <pc:sldMk cId="655218186" sldId="154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833483313" sldId="154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086841712" sldId="1548"/>
        </pc:sldMkLst>
      </pc:sldChg>
      <pc:sldChg chg="addSp modSp add mod modAnim">
        <pc:chgData name="Wojtek Krakowiak" userId="f72a0bb3b8a70e05" providerId="LiveId" clId="{F8C154A1-4D83-4DD9-8C23-EB76ADF00261}" dt="2024-12-23T14:03:16.995" v="513"/>
        <pc:sldMkLst>
          <pc:docMk/>
          <pc:sldMk cId="1422236840" sldId="1548"/>
        </pc:sldMkLst>
      </pc:sldChg>
      <pc:sldChg chg="addSp modSp add mod modAnim">
        <pc:chgData name="Wojtek Krakowiak" userId="f72a0bb3b8a70e05" providerId="LiveId" clId="{F8C154A1-4D83-4DD9-8C23-EB76ADF00261}" dt="2024-12-23T14:03:47.084" v="516"/>
        <pc:sldMkLst>
          <pc:docMk/>
          <pc:sldMk cId="1733078469" sldId="154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626008089" sldId="154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806706725" sldId="1550"/>
        </pc:sldMkLst>
      </pc:sldChg>
      <pc:sldChg chg="addSp modSp add mod modAnim">
        <pc:chgData name="Wojtek Krakowiak" userId="f72a0bb3b8a70e05" providerId="LiveId" clId="{F8C154A1-4D83-4DD9-8C23-EB76ADF00261}" dt="2024-12-23T14:04:18.570" v="519"/>
        <pc:sldMkLst>
          <pc:docMk/>
          <pc:sldMk cId="2126100864" sldId="1550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425965751" sldId="1551"/>
        </pc:sldMkLst>
      </pc:sldChg>
      <pc:sldChg chg="addSp modSp add mod modAnim">
        <pc:chgData name="Wojtek Krakowiak" userId="f72a0bb3b8a70e05" providerId="LiveId" clId="{F8C154A1-4D83-4DD9-8C23-EB76ADF00261}" dt="2024-12-23T14:05:13.947" v="522"/>
        <pc:sldMkLst>
          <pc:docMk/>
          <pc:sldMk cId="1432772689" sldId="155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554876264" sldId="1552"/>
        </pc:sldMkLst>
      </pc:sldChg>
      <pc:sldChg chg="add del">
        <pc:chgData name="Wojtek Krakowiak" userId="f72a0bb3b8a70e05" providerId="LiveId" clId="{F8C154A1-4D83-4DD9-8C23-EB76ADF00261}" dt="2024-12-23T14:02:22.318" v="509" actId="47"/>
        <pc:sldMkLst>
          <pc:docMk/>
          <pc:sldMk cId="3765499533" sldId="1552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655570199" sldId="155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574645317" sldId="1554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438650182" sldId="1555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924520805" sldId="1556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318923488" sldId="155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483117845" sldId="1558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037892226" sldId="155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4254334823" sldId="1560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384780921" sldId="156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328236640" sldId="1562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892551816" sldId="156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116143262" sldId="1564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790433172" sldId="1565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503619224" sldId="1566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998056541" sldId="156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80482478" sldId="1568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655817947" sldId="156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496728488" sldId="1570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697122271" sldId="157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792925584" sldId="1572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466925857" sldId="157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4140321118" sldId="1574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104800599" sldId="1575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564927047" sldId="1576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741576471" sldId="1577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821205344" sldId="1578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510465459" sldId="1579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3219974905" sldId="1580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1768315392" sldId="1581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379753218" sldId="1582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388000904" sldId="1583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42269575" sldId="1584"/>
        </pc:sldMkLst>
      </pc:sldChg>
      <pc:sldChg chg="del">
        <pc:chgData name="Wojtek Krakowiak" userId="f72a0bb3b8a70e05" providerId="LiveId" clId="{F8C154A1-4D83-4DD9-8C23-EB76ADF00261}" dt="2024-12-22T21:57:56.890" v="0" actId="47"/>
        <pc:sldMkLst>
          <pc:docMk/>
          <pc:sldMk cId="2934389282" sldId="1585"/>
        </pc:sldMkLst>
      </pc:sldChg>
    </pc:docChg>
  </pc:docChgLst>
  <pc:docChgLst>
    <pc:chgData name="Wojtek Krakowiak" userId="f72a0bb3b8a70e05" providerId="LiveId" clId="{3CD639F1-4E38-4140-9BDB-99FE4691354D}"/>
    <pc:docChg chg="undo custSel addSld delSld modSld">
      <pc:chgData name="Wojtek Krakowiak" userId="f72a0bb3b8a70e05" providerId="LiveId" clId="{3CD639F1-4E38-4140-9BDB-99FE4691354D}" dt="2024-09-28T11:17:06.024" v="477" actId="2696"/>
      <pc:docMkLst>
        <pc:docMk/>
      </pc:docMkLst>
      <pc:sldChg chg="modSp mod">
        <pc:chgData name="Wojtek Krakowiak" userId="f72a0bb3b8a70e05" providerId="LiveId" clId="{3CD639F1-4E38-4140-9BDB-99FE4691354D}" dt="2024-09-26T21:02:10.997" v="17" actId="20577"/>
        <pc:sldMkLst>
          <pc:docMk/>
          <pc:sldMk cId="1582655019" sldId="1193"/>
        </pc:sldMkLst>
      </pc:sldChg>
      <pc:sldChg chg="addSp delSp modSp mod delAnim modAnim">
        <pc:chgData name="Wojtek Krakowiak" userId="f72a0bb3b8a70e05" providerId="LiveId" clId="{3CD639F1-4E38-4140-9BDB-99FE4691354D}" dt="2024-09-28T10:56:21.226" v="420"/>
        <pc:sldMkLst>
          <pc:docMk/>
          <pc:sldMk cId="1436841305" sldId="1536"/>
        </pc:sldMkLst>
      </pc:sldChg>
      <pc:sldChg chg="addSp modSp add mod modAnim">
        <pc:chgData name="Wojtek Krakowiak" userId="f72a0bb3b8a70e05" providerId="LiveId" clId="{3CD639F1-4E38-4140-9BDB-99FE4691354D}" dt="2024-09-28T11:03:10.379" v="423"/>
        <pc:sldMkLst>
          <pc:docMk/>
          <pc:sldMk cId="2536254876" sldId="1537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4033819473" sldId="1537"/>
        </pc:sldMkLst>
      </pc:sldChg>
      <pc:sldChg chg="addSp modSp add mod modAnim">
        <pc:chgData name="Wojtek Krakowiak" userId="f72a0bb3b8a70e05" providerId="LiveId" clId="{3CD639F1-4E38-4140-9BDB-99FE4691354D}" dt="2024-09-28T11:04:02.683" v="426"/>
        <pc:sldMkLst>
          <pc:docMk/>
          <pc:sldMk cId="2027347201" sldId="1538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133453897" sldId="1538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529116222" sldId="1539"/>
        </pc:sldMkLst>
      </pc:sldChg>
      <pc:sldChg chg="addSp modSp add mod modAnim">
        <pc:chgData name="Wojtek Krakowiak" userId="f72a0bb3b8a70e05" providerId="LiveId" clId="{3CD639F1-4E38-4140-9BDB-99FE4691354D}" dt="2024-09-28T11:04:40.436" v="429"/>
        <pc:sldMkLst>
          <pc:docMk/>
          <pc:sldMk cId="2589829692" sldId="1539"/>
        </pc:sldMkLst>
      </pc:sldChg>
      <pc:sldChg chg="addSp modSp add mod modAnim">
        <pc:chgData name="Wojtek Krakowiak" userId="f72a0bb3b8a70e05" providerId="LiveId" clId="{3CD639F1-4E38-4140-9BDB-99FE4691354D}" dt="2024-09-28T11:05:34.980" v="432"/>
        <pc:sldMkLst>
          <pc:docMk/>
          <pc:sldMk cId="781149020" sldId="1540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283566425" sldId="1540"/>
        </pc:sldMkLst>
      </pc:sldChg>
      <pc:sldChg chg="addSp modSp add mod modAnim">
        <pc:chgData name="Wojtek Krakowiak" userId="f72a0bb3b8a70e05" providerId="LiveId" clId="{3CD639F1-4E38-4140-9BDB-99FE4691354D}" dt="2024-09-28T11:06:54.362" v="437"/>
        <pc:sldMkLst>
          <pc:docMk/>
          <pc:sldMk cId="2733586578" sldId="1541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3363240421" sldId="1541"/>
        </pc:sldMkLst>
      </pc:sldChg>
      <pc:sldChg chg="addSp modSp add mod modAnim">
        <pc:chgData name="Wojtek Krakowiak" userId="f72a0bb3b8a70e05" providerId="LiveId" clId="{3CD639F1-4E38-4140-9BDB-99FE4691354D}" dt="2024-09-28T11:08:02.393" v="440"/>
        <pc:sldMkLst>
          <pc:docMk/>
          <pc:sldMk cId="2230537904" sldId="1542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232559712" sldId="1542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191346416" sldId="1543"/>
        </pc:sldMkLst>
      </pc:sldChg>
      <pc:sldChg chg="addSp modSp add mod modAnim">
        <pc:chgData name="Wojtek Krakowiak" userId="f72a0bb3b8a70e05" providerId="LiveId" clId="{3CD639F1-4E38-4140-9BDB-99FE4691354D}" dt="2024-09-28T11:08:46.187" v="443"/>
        <pc:sldMkLst>
          <pc:docMk/>
          <pc:sldMk cId="514692777" sldId="1543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893001995" sldId="1544"/>
        </pc:sldMkLst>
      </pc:sldChg>
      <pc:sldChg chg="addSp modSp add mod modAnim">
        <pc:chgData name="Wojtek Krakowiak" userId="f72a0bb3b8a70e05" providerId="LiveId" clId="{3CD639F1-4E38-4140-9BDB-99FE4691354D}" dt="2024-09-28T11:09:26.074" v="446"/>
        <pc:sldMkLst>
          <pc:docMk/>
          <pc:sldMk cId="3623161485" sldId="1544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557445377" sldId="1545"/>
        </pc:sldMkLst>
      </pc:sldChg>
      <pc:sldChg chg="addSp modSp add mod modAnim">
        <pc:chgData name="Wojtek Krakowiak" userId="f72a0bb3b8a70e05" providerId="LiveId" clId="{3CD639F1-4E38-4140-9BDB-99FE4691354D}" dt="2024-09-28T11:10:17.912" v="449"/>
        <pc:sldMkLst>
          <pc:docMk/>
          <pc:sldMk cId="2016419207" sldId="1545"/>
        </pc:sldMkLst>
      </pc:sldChg>
      <pc:sldChg chg="del">
        <pc:chgData name="Wojtek Krakowiak" userId="f72a0bb3b8a70e05" providerId="LiveId" clId="{3CD639F1-4E38-4140-9BDB-99FE4691354D}" dt="2024-09-26T21:01:47.569" v="0" actId="2696"/>
        <pc:sldMkLst>
          <pc:docMk/>
          <pc:sldMk cId="2283042143" sldId="1546"/>
        </pc:sldMkLst>
      </pc:sldChg>
      <pc:sldChg chg="addSp modSp add mod modAnim">
        <pc:chgData name="Wojtek Krakowiak" userId="f72a0bb3b8a70e05" providerId="LiveId" clId="{3CD639F1-4E38-4140-9BDB-99FE4691354D}" dt="2024-09-28T11:11:02.688" v="452"/>
        <pc:sldMkLst>
          <pc:docMk/>
          <pc:sldMk cId="2526628054" sldId="1546"/>
        </pc:sldMkLst>
      </pc:sldChg>
      <pc:sldChg chg="addSp modSp add mod modAnim">
        <pc:chgData name="Wojtek Krakowiak" userId="f72a0bb3b8a70e05" providerId="LiveId" clId="{3CD639F1-4E38-4140-9BDB-99FE4691354D}" dt="2024-09-28T11:11:46.434" v="455"/>
        <pc:sldMkLst>
          <pc:docMk/>
          <pc:sldMk cId="2374808882" sldId="1547"/>
        </pc:sldMkLst>
      </pc:sldChg>
      <pc:sldChg chg="addSp modSp add mod modAnim">
        <pc:chgData name="Wojtek Krakowiak" userId="f72a0bb3b8a70e05" providerId="LiveId" clId="{3CD639F1-4E38-4140-9BDB-99FE4691354D}" dt="2024-09-28T11:12:35.879" v="458"/>
        <pc:sldMkLst>
          <pc:docMk/>
          <pc:sldMk cId="492620811" sldId="1548"/>
        </pc:sldMkLst>
      </pc:sldChg>
      <pc:sldChg chg="addSp modSp add mod modAnim">
        <pc:chgData name="Wojtek Krakowiak" userId="f72a0bb3b8a70e05" providerId="LiveId" clId="{3CD639F1-4E38-4140-9BDB-99FE4691354D}" dt="2024-09-28T11:13:21.193" v="461"/>
        <pc:sldMkLst>
          <pc:docMk/>
          <pc:sldMk cId="890537909" sldId="1549"/>
        </pc:sldMkLst>
      </pc:sldChg>
      <pc:sldChg chg="addSp modSp add mod modAnim">
        <pc:chgData name="Wojtek Krakowiak" userId="f72a0bb3b8a70e05" providerId="LiveId" clId="{3CD639F1-4E38-4140-9BDB-99FE4691354D}" dt="2024-09-28T11:14:07.189" v="464"/>
        <pc:sldMkLst>
          <pc:docMk/>
          <pc:sldMk cId="1449752342" sldId="1550"/>
        </pc:sldMkLst>
      </pc:sldChg>
      <pc:sldChg chg="addSp delSp modSp add mod modAnim">
        <pc:chgData name="Wojtek Krakowiak" userId="f72a0bb3b8a70e05" providerId="LiveId" clId="{3CD639F1-4E38-4140-9BDB-99FE4691354D}" dt="2024-09-28T11:14:37.674" v="467"/>
        <pc:sldMkLst>
          <pc:docMk/>
          <pc:sldMk cId="3448814210" sldId="1551"/>
        </pc:sldMkLst>
      </pc:sldChg>
      <pc:sldChg chg="addSp modSp add mod modAnim">
        <pc:chgData name="Wojtek Krakowiak" userId="f72a0bb3b8a70e05" providerId="LiveId" clId="{3CD639F1-4E38-4140-9BDB-99FE4691354D}" dt="2024-09-28T11:15:30.265" v="470"/>
        <pc:sldMkLst>
          <pc:docMk/>
          <pc:sldMk cId="3640690013" sldId="1552"/>
        </pc:sldMkLst>
      </pc:sldChg>
      <pc:sldChg chg="addSp modSp add mod modAnim">
        <pc:chgData name="Wojtek Krakowiak" userId="f72a0bb3b8a70e05" providerId="LiveId" clId="{3CD639F1-4E38-4140-9BDB-99FE4691354D}" dt="2024-09-28T11:16:11.521" v="473"/>
        <pc:sldMkLst>
          <pc:docMk/>
          <pc:sldMk cId="818123351" sldId="1553"/>
        </pc:sldMkLst>
      </pc:sldChg>
      <pc:sldChg chg="addSp modSp add mod modAnim">
        <pc:chgData name="Wojtek Krakowiak" userId="f72a0bb3b8a70e05" providerId="LiveId" clId="{3CD639F1-4E38-4140-9BDB-99FE4691354D}" dt="2024-09-28T11:17:01.007" v="476"/>
        <pc:sldMkLst>
          <pc:docMk/>
          <pc:sldMk cId="3198797024" sldId="1554"/>
        </pc:sldMkLst>
      </pc:sldChg>
      <pc:sldChg chg="add del">
        <pc:chgData name="Wojtek Krakowiak" userId="f72a0bb3b8a70e05" providerId="LiveId" clId="{3CD639F1-4E38-4140-9BDB-99FE4691354D}" dt="2024-09-28T11:17:06.024" v="477" actId="2696"/>
        <pc:sldMkLst>
          <pc:docMk/>
          <pc:sldMk cId="903981950" sldId="1555"/>
        </pc:sldMkLst>
      </pc:sldChg>
    </pc:docChg>
  </pc:docChgLst>
  <pc:docChgLst>
    <pc:chgData name="Wojtek Krakowiak" userId="f72a0bb3b8a70e05" providerId="LiveId" clId="{796D8754-81B5-47E0-B92F-00D37F8C2924}"/>
    <pc:docChg chg="undo custSel addSld delSld modSld">
      <pc:chgData name="Wojtek Krakowiak" userId="f72a0bb3b8a70e05" providerId="LiveId" clId="{796D8754-81B5-47E0-B92F-00D37F8C2924}" dt="2024-12-22T21:51:28.638" v="32337" actId="20577"/>
      <pc:docMkLst>
        <pc:docMk/>
      </pc:docMkLst>
      <pc:sldChg chg="modSp add del mod">
        <pc:chgData name="Wojtek Krakowiak" userId="f72a0bb3b8a70e05" providerId="LiveId" clId="{796D8754-81B5-47E0-B92F-00D37F8C2924}" dt="2024-12-22T16:10:53.029" v="23" actId="20577"/>
        <pc:sldMkLst>
          <pc:docMk/>
          <pc:sldMk cId="1582655019" sldId="1193"/>
        </pc:sldMkLst>
      </pc:sldChg>
      <pc:sldChg chg="delSp modSp add del mod delAnim modAnim">
        <pc:chgData name="Wojtek Krakowiak" userId="f72a0bb3b8a70e05" providerId="LiveId" clId="{796D8754-81B5-47E0-B92F-00D37F8C2924}" dt="2024-12-22T16:14:38.576" v="59" actId="478"/>
        <pc:sldMkLst>
          <pc:docMk/>
          <pc:sldMk cId="1436841305" sldId="1536"/>
        </pc:sldMkLst>
      </pc:sldChg>
      <pc:sldChg chg="modSp add mod modAnim">
        <pc:chgData name="Wojtek Krakowiak" userId="f72a0bb3b8a70e05" providerId="LiveId" clId="{796D8754-81B5-47E0-B92F-00D37F8C2924}" dt="2024-12-22T16:15:45.603" v="89" actId="20577"/>
        <pc:sldMkLst>
          <pc:docMk/>
          <pc:sldMk cId="2198573684" sldId="1537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536254876" sldId="1537"/>
        </pc:sldMkLst>
      </pc:sldChg>
      <pc:sldChg chg="modSp add mod modAnim">
        <pc:chgData name="Wojtek Krakowiak" userId="f72a0bb3b8a70e05" providerId="LiveId" clId="{796D8754-81B5-47E0-B92F-00D37F8C2924}" dt="2024-12-22T16:17:16.319" v="134" actId="20577"/>
        <pc:sldMkLst>
          <pc:docMk/>
          <pc:sldMk cId="820558802" sldId="1538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027347201" sldId="1538"/>
        </pc:sldMkLst>
      </pc:sldChg>
      <pc:sldChg chg="modSp add mod">
        <pc:chgData name="Wojtek Krakowiak" userId="f72a0bb3b8a70e05" providerId="LiveId" clId="{796D8754-81B5-47E0-B92F-00D37F8C2924}" dt="2024-12-22T16:17:37.757" v="152" actId="20577"/>
        <pc:sldMkLst>
          <pc:docMk/>
          <pc:sldMk cId="1526319579" sldId="1539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589829692" sldId="1539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781149020" sldId="1540"/>
        </pc:sldMkLst>
      </pc:sldChg>
      <pc:sldChg chg="modSp add mod">
        <pc:chgData name="Wojtek Krakowiak" userId="f72a0bb3b8a70e05" providerId="LiveId" clId="{796D8754-81B5-47E0-B92F-00D37F8C2924}" dt="2024-12-22T16:18:13.546" v="175" actId="313"/>
        <pc:sldMkLst>
          <pc:docMk/>
          <pc:sldMk cId="967402613" sldId="1540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733586578" sldId="1541"/>
        </pc:sldMkLst>
      </pc:sldChg>
      <pc:sldChg chg="modSp add mod modAnim">
        <pc:chgData name="Wojtek Krakowiak" userId="f72a0bb3b8a70e05" providerId="LiveId" clId="{796D8754-81B5-47E0-B92F-00D37F8C2924}" dt="2024-12-22T16:18:34.637" v="193" actId="20577"/>
        <pc:sldMkLst>
          <pc:docMk/>
          <pc:sldMk cId="3056023808" sldId="1541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230537904" sldId="1542"/>
        </pc:sldMkLst>
      </pc:sldChg>
      <pc:sldChg chg="modSp add mod modAnim">
        <pc:chgData name="Wojtek Krakowiak" userId="f72a0bb3b8a70e05" providerId="LiveId" clId="{796D8754-81B5-47E0-B92F-00D37F8C2924}" dt="2024-12-22T16:24:21.664" v="225" actId="20577"/>
        <pc:sldMkLst>
          <pc:docMk/>
          <pc:sldMk cId="3345113932" sldId="1542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514692777" sldId="1543"/>
        </pc:sldMkLst>
      </pc:sldChg>
      <pc:sldChg chg="modSp add mod modAnim">
        <pc:chgData name="Wojtek Krakowiak" userId="f72a0bb3b8a70e05" providerId="LiveId" clId="{796D8754-81B5-47E0-B92F-00D37F8C2924}" dt="2024-12-22T16:25:07.949" v="273" actId="20577"/>
        <pc:sldMkLst>
          <pc:docMk/>
          <pc:sldMk cId="3232527991" sldId="1543"/>
        </pc:sldMkLst>
      </pc:sldChg>
      <pc:sldChg chg="modSp add mod modAnim">
        <pc:chgData name="Wojtek Krakowiak" userId="f72a0bb3b8a70e05" providerId="LiveId" clId="{796D8754-81B5-47E0-B92F-00D37F8C2924}" dt="2024-12-22T16:25:45.017" v="317" actId="20577"/>
        <pc:sldMkLst>
          <pc:docMk/>
          <pc:sldMk cId="2799724335" sldId="1544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3623161485" sldId="1544"/>
        </pc:sldMkLst>
      </pc:sldChg>
      <pc:sldChg chg="modSp add mod modAnim">
        <pc:chgData name="Wojtek Krakowiak" userId="f72a0bb3b8a70e05" providerId="LiveId" clId="{796D8754-81B5-47E0-B92F-00D37F8C2924}" dt="2024-12-22T16:26:44.059" v="381" actId="20577"/>
        <pc:sldMkLst>
          <pc:docMk/>
          <pc:sldMk cId="1130009260" sldId="1545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016419207" sldId="1545"/>
        </pc:sldMkLst>
      </pc:sldChg>
      <pc:sldChg chg="modSp add mod modAnim">
        <pc:chgData name="Wojtek Krakowiak" userId="f72a0bb3b8a70e05" providerId="LiveId" clId="{796D8754-81B5-47E0-B92F-00D37F8C2924}" dt="2024-12-22T16:27:15.784" v="410" actId="20577"/>
        <pc:sldMkLst>
          <pc:docMk/>
          <pc:sldMk cId="1391221062" sldId="1546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526628054" sldId="1546"/>
        </pc:sldMkLst>
      </pc:sldChg>
      <pc:sldChg chg="modSp add mod modAnim">
        <pc:chgData name="Wojtek Krakowiak" userId="f72a0bb3b8a70e05" providerId="LiveId" clId="{796D8754-81B5-47E0-B92F-00D37F8C2924}" dt="2024-12-22T16:27:38.701" v="429" actId="20577"/>
        <pc:sldMkLst>
          <pc:docMk/>
          <pc:sldMk cId="1833483313" sldId="1547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2374808882" sldId="1547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492620811" sldId="1548"/>
        </pc:sldMkLst>
      </pc:sldChg>
      <pc:sldChg chg="modSp add mod">
        <pc:chgData name="Wojtek Krakowiak" userId="f72a0bb3b8a70e05" providerId="LiveId" clId="{796D8754-81B5-47E0-B92F-00D37F8C2924}" dt="2024-12-22T16:28:08.942" v="448" actId="20577"/>
        <pc:sldMkLst>
          <pc:docMk/>
          <pc:sldMk cId="1086841712" sldId="1548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890537909" sldId="1549"/>
        </pc:sldMkLst>
      </pc:sldChg>
      <pc:sldChg chg="modSp add mod">
        <pc:chgData name="Wojtek Krakowiak" userId="f72a0bb3b8a70e05" providerId="LiveId" clId="{796D8754-81B5-47E0-B92F-00D37F8C2924}" dt="2024-12-22T16:28:31.481" v="458" actId="20577"/>
        <pc:sldMkLst>
          <pc:docMk/>
          <pc:sldMk cId="2626008089" sldId="1549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1449752342" sldId="1550"/>
        </pc:sldMkLst>
      </pc:sldChg>
      <pc:sldChg chg="modSp add mod modAnim">
        <pc:chgData name="Wojtek Krakowiak" userId="f72a0bb3b8a70e05" providerId="LiveId" clId="{796D8754-81B5-47E0-B92F-00D37F8C2924}" dt="2024-12-22T16:28:51.790" v="477" actId="20577"/>
        <pc:sldMkLst>
          <pc:docMk/>
          <pc:sldMk cId="1806706725" sldId="1550"/>
        </pc:sldMkLst>
      </pc:sldChg>
      <pc:sldChg chg="modSp add mod modAnim">
        <pc:chgData name="Wojtek Krakowiak" userId="f72a0bb3b8a70e05" providerId="LiveId" clId="{796D8754-81B5-47E0-B92F-00D37F8C2924}" dt="2024-12-22T16:29:16.100" v="508" actId="20577"/>
        <pc:sldMkLst>
          <pc:docMk/>
          <pc:sldMk cId="425965751" sldId="1551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3448814210" sldId="1551"/>
        </pc:sldMkLst>
      </pc:sldChg>
      <pc:sldChg chg="modSp add mod modAnim">
        <pc:chgData name="Wojtek Krakowiak" userId="f72a0bb3b8a70e05" providerId="LiveId" clId="{796D8754-81B5-47E0-B92F-00D37F8C2924}" dt="2024-12-22T16:29:34.314" v="533" actId="20577"/>
        <pc:sldMkLst>
          <pc:docMk/>
          <pc:sldMk cId="2554876264" sldId="1552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3640690013" sldId="1552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818123351" sldId="1553"/>
        </pc:sldMkLst>
      </pc:sldChg>
      <pc:sldChg chg="modSp add mod modAnim">
        <pc:chgData name="Wojtek Krakowiak" userId="f72a0bb3b8a70e05" providerId="LiveId" clId="{796D8754-81B5-47E0-B92F-00D37F8C2924}" dt="2024-12-22T16:30:10.070" v="573" actId="20577"/>
        <pc:sldMkLst>
          <pc:docMk/>
          <pc:sldMk cId="2655570199" sldId="1553"/>
        </pc:sldMkLst>
      </pc:sldChg>
      <pc:sldChg chg="add">
        <pc:chgData name="Wojtek Krakowiak" userId="f72a0bb3b8a70e05" providerId="LiveId" clId="{796D8754-81B5-47E0-B92F-00D37F8C2924}" dt="2024-12-22T16:30:18.133" v="574" actId="2890"/>
        <pc:sldMkLst>
          <pc:docMk/>
          <pc:sldMk cId="2574645317" sldId="1554"/>
        </pc:sldMkLst>
      </pc:sldChg>
      <pc:sldChg chg="add del">
        <pc:chgData name="Wojtek Krakowiak" userId="f72a0bb3b8a70e05" providerId="LiveId" clId="{796D8754-81B5-47E0-B92F-00D37F8C2924}" dt="2024-12-22T16:09:13.270" v="2" actId="47"/>
        <pc:sldMkLst>
          <pc:docMk/>
          <pc:sldMk cId="3198797024" sldId="1554"/>
        </pc:sldMkLst>
      </pc:sldChg>
      <pc:sldChg chg="modSp add mod modAnim">
        <pc:chgData name="Wojtek Krakowiak" userId="f72a0bb3b8a70e05" providerId="LiveId" clId="{796D8754-81B5-47E0-B92F-00D37F8C2924}" dt="2024-12-22T16:31:12.768" v="594" actId="20577"/>
        <pc:sldMkLst>
          <pc:docMk/>
          <pc:sldMk cId="3438650182" sldId="1555"/>
        </pc:sldMkLst>
      </pc:sldChg>
      <pc:sldChg chg="modSp add mod modAnim">
        <pc:chgData name="Wojtek Krakowiak" userId="f72a0bb3b8a70e05" providerId="LiveId" clId="{796D8754-81B5-47E0-B92F-00D37F8C2924}" dt="2024-12-22T16:32:48.886" v="627" actId="20577"/>
        <pc:sldMkLst>
          <pc:docMk/>
          <pc:sldMk cId="1924520805" sldId="1556"/>
        </pc:sldMkLst>
      </pc:sldChg>
      <pc:sldChg chg="modSp add mod">
        <pc:chgData name="Wojtek Krakowiak" userId="f72a0bb3b8a70e05" providerId="LiveId" clId="{796D8754-81B5-47E0-B92F-00D37F8C2924}" dt="2024-12-22T16:33:09.752" v="640" actId="5793"/>
        <pc:sldMkLst>
          <pc:docMk/>
          <pc:sldMk cId="1318923488" sldId="1557"/>
        </pc:sldMkLst>
      </pc:sldChg>
      <pc:sldChg chg="modSp add mod">
        <pc:chgData name="Wojtek Krakowiak" userId="f72a0bb3b8a70e05" providerId="LiveId" clId="{796D8754-81B5-47E0-B92F-00D37F8C2924}" dt="2024-12-22T16:33:36.670" v="665" actId="20577"/>
        <pc:sldMkLst>
          <pc:docMk/>
          <pc:sldMk cId="2483117845" sldId="1558"/>
        </pc:sldMkLst>
      </pc:sldChg>
      <pc:sldChg chg="modSp add mod modAnim">
        <pc:chgData name="Wojtek Krakowiak" userId="f72a0bb3b8a70e05" providerId="LiveId" clId="{796D8754-81B5-47E0-B92F-00D37F8C2924}" dt="2024-12-22T16:38:21.618" v="922" actId="20577"/>
        <pc:sldMkLst>
          <pc:docMk/>
          <pc:sldMk cId="1037892226" sldId="1559"/>
        </pc:sldMkLst>
      </pc:sldChg>
      <pc:sldChg chg="modSp add mod modAnim">
        <pc:chgData name="Wojtek Krakowiak" userId="f72a0bb3b8a70e05" providerId="LiveId" clId="{796D8754-81B5-47E0-B92F-00D37F8C2924}" dt="2024-12-22T16:35:37.310" v="732" actId="20577"/>
        <pc:sldMkLst>
          <pc:docMk/>
          <pc:sldMk cId="4254334823" sldId="1560"/>
        </pc:sldMkLst>
      </pc:sldChg>
      <pc:sldChg chg="modSp add mod modAnim">
        <pc:chgData name="Wojtek Krakowiak" userId="f72a0bb3b8a70e05" providerId="LiveId" clId="{796D8754-81B5-47E0-B92F-00D37F8C2924}" dt="2024-12-22T16:38:18.589" v="920" actId="20577"/>
        <pc:sldMkLst>
          <pc:docMk/>
          <pc:sldMk cId="3384780921" sldId="1561"/>
        </pc:sldMkLst>
      </pc:sldChg>
      <pc:sldChg chg="modSp add mod modAnim">
        <pc:chgData name="Wojtek Krakowiak" userId="f72a0bb3b8a70e05" providerId="LiveId" clId="{796D8754-81B5-47E0-B92F-00D37F8C2924}" dt="2024-12-22T16:38:15.545" v="918" actId="20577"/>
        <pc:sldMkLst>
          <pc:docMk/>
          <pc:sldMk cId="1328236640" sldId="1562"/>
        </pc:sldMkLst>
      </pc:sldChg>
      <pc:sldChg chg="modSp add mod">
        <pc:chgData name="Wojtek Krakowiak" userId="f72a0bb3b8a70e05" providerId="LiveId" clId="{796D8754-81B5-47E0-B92F-00D37F8C2924}" dt="2024-12-22T16:38:13.050" v="916" actId="20577"/>
        <pc:sldMkLst>
          <pc:docMk/>
          <pc:sldMk cId="1892551816" sldId="1563"/>
        </pc:sldMkLst>
      </pc:sldChg>
      <pc:sldChg chg="modSp add mod">
        <pc:chgData name="Wojtek Krakowiak" userId="f72a0bb3b8a70e05" providerId="LiveId" clId="{796D8754-81B5-47E0-B92F-00D37F8C2924}" dt="2024-12-22T16:38:08.800" v="914" actId="20577"/>
        <pc:sldMkLst>
          <pc:docMk/>
          <pc:sldMk cId="1116143262" sldId="1564"/>
        </pc:sldMkLst>
      </pc:sldChg>
      <pc:sldChg chg="modSp add mod modAnim">
        <pc:chgData name="Wojtek Krakowiak" userId="f72a0bb3b8a70e05" providerId="LiveId" clId="{796D8754-81B5-47E0-B92F-00D37F8C2924}" dt="2024-12-22T16:39:37.721" v="980" actId="20577"/>
        <pc:sldMkLst>
          <pc:docMk/>
          <pc:sldMk cId="1790433172" sldId="1565"/>
        </pc:sldMkLst>
      </pc:sldChg>
      <pc:sldChg chg="modSp add mod modAnim">
        <pc:chgData name="Wojtek Krakowiak" userId="f72a0bb3b8a70e05" providerId="LiveId" clId="{796D8754-81B5-47E0-B92F-00D37F8C2924}" dt="2024-12-22T16:40:04.571" v="1010" actId="20577"/>
        <pc:sldMkLst>
          <pc:docMk/>
          <pc:sldMk cId="3503619224" sldId="1566"/>
        </pc:sldMkLst>
      </pc:sldChg>
      <pc:sldChg chg="modSp add mod">
        <pc:chgData name="Wojtek Krakowiak" userId="f72a0bb3b8a70e05" providerId="LiveId" clId="{796D8754-81B5-47E0-B92F-00D37F8C2924}" dt="2024-12-22T16:40:38.248" v="1032" actId="20577"/>
        <pc:sldMkLst>
          <pc:docMk/>
          <pc:sldMk cId="1998056541" sldId="1567"/>
        </pc:sldMkLst>
      </pc:sldChg>
      <pc:sldChg chg="modSp add mod modAnim">
        <pc:chgData name="Wojtek Krakowiak" userId="f72a0bb3b8a70e05" providerId="LiveId" clId="{796D8754-81B5-47E0-B92F-00D37F8C2924}" dt="2024-12-22T17:45:58.705" v="31790" actId="20577"/>
        <pc:sldMkLst>
          <pc:docMk/>
          <pc:sldMk cId="80482478" sldId="1568"/>
        </pc:sldMkLst>
      </pc:sldChg>
      <pc:sldChg chg="modSp add mod">
        <pc:chgData name="Wojtek Krakowiak" userId="f72a0bb3b8a70e05" providerId="LiveId" clId="{796D8754-81B5-47E0-B92F-00D37F8C2924}" dt="2024-12-22T20:19:03.493" v="31831" actId="20577"/>
        <pc:sldMkLst>
          <pc:docMk/>
          <pc:sldMk cId="2655817947" sldId="1569"/>
        </pc:sldMkLst>
      </pc:sldChg>
      <pc:sldChg chg="modSp add mod">
        <pc:chgData name="Wojtek Krakowiak" userId="f72a0bb3b8a70e05" providerId="LiveId" clId="{796D8754-81B5-47E0-B92F-00D37F8C2924}" dt="2024-12-22T20:20:27.320" v="31882" actId="20577"/>
        <pc:sldMkLst>
          <pc:docMk/>
          <pc:sldMk cId="3496728488" sldId="1570"/>
        </pc:sldMkLst>
      </pc:sldChg>
      <pc:sldChg chg="modSp add mod">
        <pc:chgData name="Wojtek Krakowiak" userId="f72a0bb3b8a70e05" providerId="LiveId" clId="{796D8754-81B5-47E0-B92F-00D37F8C2924}" dt="2024-12-22T20:21:17.681" v="31920" actId="20577"/>
        <pc:sldMkLst>
          <pc:docMk/>
          <pc:sldMk cId="1697122271" sldId="1571"/>
        </pc:sldMkLst>
      </pc:sldChg>
      <pc:sldChg chg="modSp add mod">
        <pc:chgData name="Wojtek Krakowiak" userId="f72a0bb3b8a70e05" providerId="LiveId" clId="{796D8754-81B5-47E0-B92F-00D37F8C2924}" dt="2024-12-22T20:21:47.990" v="31954" actId="20577"/>
        <pc:sldMkLst>
          <pc:docMk/>
          <pc:sldMk cId="792925584" sldId="1572"/>
        </pc:sldMkLst>
      </pc:sldChg>
      <pc:sldChg chg="modSp add mod">
        <pc:chgData name="Wojtek Krakowiak" userId="f72a0bb3b8a70e05" providerId="LiveId" clId="{796D8754-81B5-47E0-B92F-00D37F8C2924}" dt="2024-12-22T20:22:07.024" v="31972" actId="20577"/>
        <pc:sldMkLst>
          <pc:docMk/>
          <pc:sldMk cId="1466925857" sldId="1573"/>
        </pc:sldMkLst>
      </pc:sldChg>
      <pc:sldChg chg="modSp add mod">
        <pc:chgData name="Wojtek Krakowiak" userId="f72a0bb3b8a70e05" providerId="LiveId" clId="{796D8754-81B5-47E0-B92F-00D37F8C2924}" dt="2024-12-22T20:22:41.510" v="32003" actId="20577"/>
        <pc:sldMkLst>
          <pc:docMk/>
          <pc:sldMk cId="4140321118" sldId="1574"/>
        </pc:sldMkLst>
      </pc:sldChg>
      <pc:sldChg chg="modSp add mod">
        <pc:chgData name="Wojtek Krakowiak" userId="f72a0bb3b8a70e05" providerId="LiveId" clId="{796D8754-81B5-47E0-B92F-00D37F8C2924}" dt="2024-12-22T20:23:14.281" v="32023" actId="20577"/>
        <pc:sldMkLst>
          <pc:docMk/>
          <pc:sldMk cId="2104800599" sldId="1575"/>
        </pc:sldMkLst>
      </pc:sldChg>
      <pc:sldChg chg="modSp add mod">
        <pc:chgData name="Wojtek Krakowiak" userId="f72a0bb3b8a70e05" providerId="LiveId" clId="{796D8754-81B5-47E0-B92F-00D37F8C2924}" dt="2024-12-22T20:24:03.075" v="32073" actId="20577"/>
        <pc:sldMkLst>
          <pc:docMk/>
          <pc:sldMk cId="3564927047" sldId="1576"/>
        </pc:sldMkLst>
      </pc:sldChg>
      <pc:sldChg chg="modSp add mod">
        <pc:chgData name="Wojtek Krakowiak" userId="f72a0bb3b8a70e05" providerId="LiveId" clId="{796D8754-81B5-47E0-B92F-00D37F8C2924}" dt="2024-12-22T20:24:46.527" v="32098" actId="20577"/>
        <pc:sldMkLst>
          <pc:docMk/>
          <pc:sldMk cId="3741576471" sldId="1577"/>
        </pc:sldMkLst>
      </pc:sldChg>
      <pc:sldChg chg="modSp add mod">
        <pc:chgData name="Wojtek Krakowiak" userId="f72a0bb3b8a70e05" providerId="LiveId" clId="{796D8754-81B5-47E0-B92F-00D37F8C2924}" dt="2024-12-22T20:25:05.056" v="32107" actId="20577"/>
        <pc:sldMkLst>
          <pc:docMk/>
          <pc:sldMk cId="821205344" sldId="1578"/>
        </pc:sldMkLst>
      </pc:sldChg>
      <pc:sldChg chg="modSp add mod">
        <pc:chgData name="Wojtek Krakowiak" userId="f72a0bb3b8a70e05" providerId="LiveId" clId="{796D8754-81B5-47E0-B92F-00D37F8C2924}" dt="2024-12-22T20:26:02.899" v="32129" actId="20577"/>
        <pc:sldMkLst>
          <pc:docMk/>
          <pc:sldMk cId="3510465459" sldId="1579"/>
        </pc:sldMkLst>
      </pc:sldChg>
      <pc:sldChg chg="modSp add mod">
        <pc:chgData name="Wojtek Krakowiak" userId="f72a0bb3b8a70e05" providerId="LiveId" clId="{796D8754-81B5-47E0-B92F-00D37F8C2924}" dt="2024-12-22T21:49:29.229" v="32187" actId="20577"/>
        <pc:sldMkLst>
          <pc:docMk/>
          <pc:sldMk cId="3219974905" sldId="1580"/>
        </pc:sldMkLst>
      </pc:sldChg>
      <pc:sldChg chg="modSp add mod">
        <pc:chgData name="Wojtek Krakowiak" userId="f72a0bb3b8a70e05" providerId="LiveId" clId="{796D8754-81B5-47E0-B92F-00D37F8C2924}" dt="2024-12-22T21:49:47.432" v="32210" actId="20577"/>
        <pc:sldMkLst>
          <pc:docMk/>
          <pc:sldMk cId="1768315392" sldId="1581"/>
        </pc:sldMkLst>
      </pc:sldChg>
      <pc:sldChg chg="modSp add mod">
        <pc:chgData name="Wojtek Krakowiak" userId="f72a0bb3b8a70e05" providerId="LiveId" clId="{796D8754-81B5-47E0-B92F-00D37F8C2924}" dt="2024-12-22T21:50:15.852" v="32264" actId="20577"/>
        <pc:sldMkLst>
          <pc:docMk/>
          <pc:sldMk cId="2379753218" sldId="1582"/>
        </pc:sldMkLst>
      </pc:sldChg>
      <pc:sldChg chg="add">
        <pc:chgData name="Wojtek Krakowiak" userId="f72a0bb3b8a70e05" providerId="LiveId" clId="{796D8754-81B5-47E0-B92F-00D37F8C2924}" dt="2024-12-22T21:50:18.438" v="32265" actId="2890"/>
        <pc:sldMkLst>
          <pc:docMk/>
          <pc:sldMk cId="2388000904" sldId="1583"/>
        </pc:sldMkLst>
      </pc:sldChg>
      <pc:sldChg chg="modSp add mod">
        <pc:chgData name="Wojtek Krakowiak" userId="f72a0bb3b8a70e05" providerId="LiveId" clId="{796D8754-81B5-47E0-B92F-00D37F8C2924}" dt="2024-12-22T21:51:28.638" v="32337" actId="20577"/>
        <pc:sldMkLst>
          <pc:docMk/>
          <pc:sldMk cId="42269575" sldId="1584"/>
        </pc:sldMkLst>
      </pc:sldChg>
      <pc:sldChg chg="modSp add mod">
        <pc:chgData name="Wojtek Krakowiak" userId="f72a0bb3b8a70e05" providerId="LiveId" clId="{796D8754-81B5-47E0-B92F-00D37F8C2924}" dt="2024-12-22T21:51:22.923" v="32335" actId="20577"/>
        <pc:sldMkLst>
          <pc:docMk/>
          <pc:sldMk cId="2934389282" sldId="158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3921EC4-EAB7-419D-AA92-EFAC713056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CD8CD32E-B3EF-4BB7-9087-FC556C55F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6FCF072-E0AD-4995-98D1-01A463F4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9B94581-9053-4885-B747-4D11B2E69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67BA141-90D4-43B5-9B79-7A8AABB0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6653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DD083A-9D1C-4C91-8895-277BB6D14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EC2F94E-197F-458C-89E9-645E34458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1A9D01-F8E9-42EA-8AD3-75E9CD20D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88CF2E2-CFAC-46E6-89E8-39C596141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925D68F7-E4B8-45BB-8727-11113F3C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515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460989D-EFA5-4607-92FF-E385F6FDC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4E1CDF6-D6EC-4826-8B2F-3254DBDEA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6F4F5DB-9700-4A7F-A0E7-2492A5E68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E41039D-DF05-49CF-A8FD-9A8B6F46F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8F514A1-F403-4980-B0C9-D835C9227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60291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133645-71B7-4FDF-B8A2-C358D10E3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E6AD115-62A8-480B-9189-D21B5D8A5B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537C153-4A2E-40B5-BF02-F37834FC3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AA1D1747-4492-4F86-B2B4-9BB3DE75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C896157-A8DE-4AE4-8B1B-96D37B85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FEDC477-749B-49B4-8961-D95D17750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25614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9C183-58E0-4563-8923-57E4C0097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F3939FEC-2F86-4F31-B6CE-7BDCC3D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D3A0FE68-72DC-435D-9B3C-BC87508D2F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B68FCC60-2FC3-4416-9280-B2830AD7F3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3D7FFB-743E-4928-B03A-73906F964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3BC21A3E-20EB-4EF9-A82E-59819C59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BB9B477A-B893-4728-8482-EA09CCC05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1460F094-BD17-41E5-9B47-242D6D768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7196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F5CE496-3EF6-41F7-BE77-AACC0415E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37CDEC83-A9B2-41F2-8ADB-AEBBF8051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BA6E95F5-49ED-4580-93DB-17D9B7FAC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BDB566B7-385E-4399-A212-E9826A3E9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605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4A1314F-3186-488E-B0CB-88508AC8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A54470DD-8D47-472A-BF52-7AE7CA35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C2B53DDE-F168-4046-B429-B122A26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280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BF6BAB2-D8A8-4CA3-AE67-CB2E0B34C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EAE51AC-D673-4C65-876F-046396EB6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A8059E8-E8EE-4BB0-B805-CBACC8C15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FC63BB4-7F61-424C-9401-36DDA2BD4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994D591-0C14-4392-9C0C-49D471229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EE5004B-242E-4092-82D7-40380C8B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48545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3D500E-FFB6-4CDB-A916-56D4656D3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281F8F2-61CA-4B6E-89E3-B97E14321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2FE05F1-0449-4938-A7F8-5C2AAABAF6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Edytuj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DA18418-67F1-4A0E-BF45-EF08C711D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F83B392-697C-4783-8E2B-73ECE0E3F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3B6F4653-AABB-453E-AA1D-AF66E5923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70669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5B1117E-8896-4BC5-888B-D0F219F1F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228A6BE3-47EB-4249-BAFF-DD88A45D3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3943FC2-91BB-4722-B87D-A5A5E4FE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55E191-6AAF-483E-A725-BF34D3709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EA161D8-5EFB-4508-8020-B270250B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4114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B19B07B-0F2E-4E22-B09F-E907431F11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D294D7A-3F4D-4658-8B10-D21C3E559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6C8A2C7-C2CF-46AD-BB86-552A1EF3D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8E4453A-B8EE-4217-BB76-A99C0E587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D2B9351-4178-4F4C-A78A-5A1C4CD83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74978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363EC774-FCE7-4A08-947F-DE2E6EA7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A9C1E8E-6FC5-4D10-877B-4CA71B645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Edytuj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20E9AD8-D556-4904-812A-C674D2ED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6B8D0-A159-4557-B63A-419B24A74F77}" type="datetimeFigureOut">
              <a:rPr lang="pl-PL" smtClean="0"/>
              <a:t>26.08.2025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2D19AAE-A1E3-4581-83E0-0A7CC09D59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4A93E77-A5E0-4146-90E8-ABB933EE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093E9-60A6-4F74-8E00-35D4DD0EFE9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4352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1.mp3"/><Relationship Id="rId1" Type="http://schemas.microsoft.com/office/2007/relationships/media" Target="../media/media21.mp3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2.mp3"/><Relationship Id="rId1" Type="http://schemas.microsoft.com/office/2007/relationships/media" Target="../media/media22.mp3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3.mp3"/><Relationship Id="rId1" Type="http://schemas.microsoft.com/office/2007/relationships/media" Target="../media/media23.mp3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4.mp3"/><Relationship Id="rId1" Type="http://schemas.microsoft.com/office/2007/relationships/media" Target="../media/media24.mp3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5.mp3"/><Relationship Id="rId1" Type="http://schemas.microsoft.com/office/2007/relationships/media" Target="../media/media25.mp3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6.mp3"/><Relationship Id="rId1" Type="http://schemas.microsoft.com/office/2007/relationships/media" Target="../media/media26.mp3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7.mp3"/><Relationship Id="rId1" Type="http://schemas.microsoft.com/office/2007/relationships/media" Target="../media/media27.mp3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8.mp3"/><Relationship Id="rId1" Type="http://schemas.microsoft.com/office/2007/relationships/media" Target="../media/media28.mp3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29.mp3"/><Relationship Id="rId1" Type="http://schemas.microsoft.com/office/2007/relationships/media" Target="../media/media29.mp3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0.mp3"/><Relationship Id="rId1" Type="http://schemas.microsoft.com/office/2007/relationships/media" Target="../media/media30.mp3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1.mp3"/><Relationship Id="rId1" Type="http://schemas.microsoft.com/office/2007/relationships/media" Target="../media/media31.mp3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2.mp3"/><Relationship Id="rId1" Type="http://schemas.microsoft.com/office/2007/relationships/media" Target="../media/media32.mp3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3.mp3"/><Relationship Id="rId1" Type="http://schemas.microsoft.com/office/2007/relationships/media" Target="../media/media33.mp3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4.mp3"/><Relationship Id="rId1" Type="http://schemas.microsoft.com/office/2007/relationships/media" Target="../media/media34.mp3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5.mp3"/><Relationship Id="rId1" Type="http://schemas.microsoft.com/office/2007/relationships/media" Target="../media/media35.mp3"/><Relationship Id="rId4" Type="http://schemas.openxmlformats.org/officeDocument/2006/relationships/image" Target="../media/image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6.mp3"/><Relationship Id="rId1" Type="http://schemas.microsoft.com/office/2007/relationships/media" Target="../media/media36.mp3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7.mp3"/><Relationship Id="rId1" Type="http://schemas.microsoft.com/office/2007/relationships/media" Target="../media/media37.mp3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8.mp3"/><Relationship Id="rId1" Type="http://schemas.microsoft.com/office/2007/relationships/media" Target="../media/media38.mp3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39.mp3"/><Relationship Id="rId1" Type="http://schemas.microsoft.com/office/2007/relationships/media" Target="../media/media39.mp3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0.mp3"/><Relationship Id="rId1" Type="http://schemas.microsoft.com/office/2007/relationships/media" Target="../media/media40.mp3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1.mp3"/><Relationship Id="rId1" Type="http://schemas.microsoft.com/office/2007/relationships/media" Target="../media/media41.mp3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2.mp3"/><Relationship Id="rId1" Type="http://schemas.microsoft.com/office/2007/relationships/media" Target="../media/media42.mp3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3.mp3"/><Relationship Id="rId1" Type="http://schemas.microsoft.com/office/2007/relationships/media" Target="../media/media43.mp3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4.mp3"/><Relationship Id="rId1" Type="http://schemas.microsoft.com/office/2007/relationships/media" Target="../media/media44.mp3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5.mp3"/><Relationship Id="rId1" Type="http://schemas.microsoft.com/office/2007/relationships/media" Target="../media/media45.mp3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6.mp3"/><Relationship Id="rId1" Type="http://schemas.microsoft.com/office/2007/relationships/media" Target="../media/media46.mp3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7.mp3"/><Relationship Id="rId1" Type="http://schemas.microsoft.com/office/2007/relationships/media" Target="../media/media47.mp3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8.mp3"/><Relationship Id="rId1" Type="http://schemas.microsoft.com/office/2007/relationships/media" Target="../media/media48.mp3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49.mp3"/><Relationship Id="rId1" Type="http://schemas.microsoft.com/office/2007/relationships/media" Target="../media/media49.mp3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0.mp3"/><Relationship Id="rId1" Type="http://schemas.microsoft.com/office/2007/relationships/media" Target="../media/media50.mp3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1.mp3"/><Relationship Id="rId1" Type="http://schemas.microsoft.com/office/2007/relationships/media" Target="../media/media51.mp3"/><Relationship Id="rId4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52.mp3"/><Relationship Id="rId1" Type="http://schemas.microsoft.com/office/2007/relationships/media" Target="../media/media52.mp3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5" y="0"/>
            <a:ext cx="11131290" cy="4151575"/>
          </a:xfrm>
        </p:spPr>
        <p:txBody>
          <a:bodyPr>
            <a:normAutofit/>
          </a:bodyPr>
          <a:lstStyle/>
          <a:p>
            <a:r>
              <a:rPr lang="pl-PL" sz="9600" b="1" dirty="0">
                <a:latin typeface="+mn-lt"/>
              </a:rPr>
              <a:t>Klasa 1L</a:t>
            </a:r>
            <a:br>
              <a:rPr lang="pl-PL" sz="9600" b="1" dirty="0">
                <a:latin typeface="+mn-lt"/>
              </a:rPr>
            </a:br>
            <a:r>
              <a:rPr lang="pl-PL" sz="9600" b="1" dirty="0">
                <a:latin typeface="+mn-lt"/>
              </a:rPr>
              <a:t>Polityka</a:t>
            </a:r>
            <a:endParaRPr lang="pl-PL" sz="73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2655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0CF59C9-6B33-4CB8-855B-43D2F5A16B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Być wielkim fanem czegoś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9415443-7D6F-4D36-AAC8-D8D539C10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 fontScale="925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</a:t>
            </a:r>
            <a:r>
              <a:rPr lang="pl-PL" sz="7200" b="1" dirty="0">
                <a:solidFill>
                  <a:srgbClr val="FF0000"/>
                </a:solidFill>
              </a:rPr>
              <a:t>a </a:t>
            </a:r>
            <a:r>
              <a:rPr lang="en-GB" sz="7200" b="1" dirty="0">
                <a:solidFill>
                  <a:srgbClr val="FF0000"/>
                </a:solidFill>
              </a:rPr>
              <a:t>huge </a:t>
            </a:r>
            <a:r>
              <a:rPr lang="pl-PL" sz="7200" b="1" dirty="0">
                <a:solidFill>
                  <a:srgbClr val="FF0000"/>
                </a:solidFill>
              </a:rPr>
              <a:t>fan of </a:t>
            </a:r>
            <a:r>
              <a:rPr lang="en-GB" sz="7200" b="1" dirty="0">
                <a:solidFill>
                  <a:srgbClr val="FF0000"/>
                </a:solidFill>
              </a:rPr>
              <a:t>something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5649028-2A86-825D-AB2A-65A5335146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41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1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FD50E-2687-F7EF-91B9-99F66CDBC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6394BD2-455F-2859-AF0C-14F96BBC7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207034"/>
            <a:ext cx="11032478" cy="203583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Nie wiem jakie jest moje stanowisko w tej sprawie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DBDE44F-75E0-5DAB-CC9F-6C0BCC4CB8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 fontScale="85000" lnSpcReduction="100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 don’t know where I stand on that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B3059C4-61A7-F75B-F439-ECE75744142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65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37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F98FF-BA64-6C30-0427-D28126C3B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08A4C9-D2EE-FB74-4A19-65A99F3E6C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310551"/>
            <a:ext cx="11032478" cy="1932317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Być czemuś całkowicie przeciwnym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55D6F4A-6C34-A500-28AF-5CD0E85F4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 fontScale="92500"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totally against something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E5927A2-C7DF-0371-332E-6B0263CD8E3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070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211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E3C14-3005-7560-664A-684A0FF6D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3B94667-357B-FC39-5BE2-3C6665C5D7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Przeważać coś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790DC3A-F4F4-7A5F-3F00-6C9B061ED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outweigh something 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9B1D14C-B249-3871-1675-9753C854B3F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447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0DD84-ADA4-85D6-DD53-0486739E3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858540F-D98A-BF71-B7E8-9D5E7CDA2A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Wydać wyrok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A39E1B7-5FA7-7B87-3580-5E0703F88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pass judgement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20790B9-B82F-C2D0-3DB5-20BCDF1E65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46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1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F6F8E-ABEF-8329-68E1-B038EE41F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A108246-EBEA-F5F1-EAFB-6269C93AA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 teorii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98DDE1E-8044-62D9-C7D0-2FDAFFE05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In theory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C124234-D1EB-E7F5-2E86-B3B5EB2FB06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675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BE25D-55A6-26DD-D98C-EA3F1FE8A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8B55787-E91E-7521-22F9-2A3B37F56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 praktyce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B6A3E9B-2D1B-8F23-89CA-33EB068281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In practice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7F59FEF-AE3E-FACE-BAFC-CD45A91356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05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9587C-6662-31F7-8592-772A737C7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6CE5ACC-6EE3-67B2-BA6B-10A8319BC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Być za czymś 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095AF49-A574-A871-FDED-BB76888781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in favour of something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591FA74-642B-1B80-7906-F7D1CB2157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7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E5FFB-4B75-5E00-69BD-1B64379C0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2F9AE51-0B9E-9151-B04B-9AF6FA44F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Wątpliwości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C5FBAAC-EB00-B432-7A4B-E0E50EB90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Doubts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2B6B88B-C8FB-BEE3-3933-92664E7EF8B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916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63911-6985-B8BB-9752-7DDC9F32A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6625B1B-A9AA-07B4-4726-E84ECF685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 zasadzie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5FE88E8-5EE9-791A-AF8B-50FAE7CF49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In principle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779C6E3-C69F-F018-68FD-64D3751F80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165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B893F-98A3-739A-B7E9-7E4F132A5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87A4947-1EE9-8222-0045-FD64A518F5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Sprzeciwić się czemuś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4B40D37-3252-D988-887D-C083426B94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 opposed to something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30081B6-51DC-6D3A-F63D-A8399431C75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91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5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20331-4E6E-C14F-7D53-FB68387FF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D6D402-D22E-BC57-6053-23FEB34E2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Mimo wszystko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23037CE-DF7B-61C0-E0E2-CC980F9DF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On the whole (I like it)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DDB0BB9-8C77-B00E-C14A-4320977414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265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FF868-18BA-D106-DC61-236EB7575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36ABDBF-6252-4BA8-A40A-7E302C5985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Energia nuklearna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8F7CA54-24C7-5053-E333-C1BD155CC9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Nuclear energy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4A3A195-B545-D1C7-B224-3B527245520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43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C2B14-D81A-9B5A-F02D-42C96DAE3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3AF1105-1078-09EC-552D-194C1D9C9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Globalizacja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ACA7484-817F-5728-7BE8-B7770B721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Globalization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878D3F91-EA4A-CBD3-3F70-DEE29A870BF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65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4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60FFB-2604-069A-6A18-72F84618F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750F5C-3C9A-AA6B-FA1B-CCF36C06D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Opieka zdrowotna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62F3F32-C10F-5AC3-23A8-ADB8FDBF7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Healthcare</a:t>
            </a:r>
            <a:endParaRPr lang="pl-PL" sz="7200" b="1" dirty="0">
              <a:solidFill>
                <a:srgbClr val="FF0000"/>
              </a:solidFill>
            </a:endParaRP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5F4A073-1980-1B58-5B90-96DC1F19E62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278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2AB6E-82E4-B270-C1D9-7E3568E90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E4F7308-204D-5624-76EE-7D76C10F3F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Emerytura (nie pieniądze)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8B82D2C-0C9F-E1EB-E610-4241A01DB4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Retirement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2894C4F5-EC42-1171-2710-6942F417B74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453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35FC8-F318-1B8A-409C-C3A2382D5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D9959E9-5282-5076-946C-9AC9B9FA0F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Płaca/Gaża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D26E1B6-0A84-743E-FF90-BB0BF5B0E8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Wage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E353CED-9569-82A0-A9D5-73A8E44DB5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36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B6E95-57FF-2910-5FCF-DFF5B123C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CEC308A-13B0-7652-DFA2-4143814F4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Jeżeli/o ile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08D12DB-72F2-3841-86A7-27DF76621B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Supposing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3124194-42AC-5141-E5E1-5C373F32798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34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894F6-6B16-16DD-1E26-B042AF324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7E0213B-0AF7-E7E5-23EE-A2E55E63D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D</a:t>
            </a:r>
            <a:r>
              <a:rPr lang="pl-PL" sz="7200" b="1">
                <a:latin typeface="+mn-lt"/>
              </a:rPr>
              <a:t>opóki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BDD3D1F-C15F-0E17-4C3E-7012E93A5C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As long as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A4B90FD-BB00-3518-9D4E-47C71B62F37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455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E2E9E-8A50-F996-882F-15362ECEF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2B2BA69-F075-4986-04F5-D2CEA2046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Pod warunkiem, że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7CD360E-48C1-20E6-4CA9-E8CC37B25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Provided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37B485B-74D4-EA6C-225B-31A5873B1FE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76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732A5-331E-F8E0-6FA3-8D3954E59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E7ED18-61BA-9A59-A8D8-C27FCB7C4D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 przeciwnym razie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1F4C7D0-D7DE-F44A-E76D-789338E1B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Otherwise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5014F32-4918-79A3-5EB3-F10C5DD6DDF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93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DD5ED-8419-A908-2DF2-5C909D8B4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EA7BFA3-0466-B054-FC22-EC42D3DD2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Jeżeli 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0CB3B2E-4DC8-0D32-9E87-90481F4BF8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Unless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8C14EA9-7E67-48B0-0930-5FBE95D2229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65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53E3A-006C-6622-7848-9F575E28E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63BF1D0-35E6-01C7-B91E-7D2480F123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Przypuszczając, że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040F2E5-987B-08C9-30E7-E6D5BEEE81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Assuming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22C7044-7E40-A754-27A9-7A085126DF4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09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C5319-0BA1-8996-7575-32314D361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C65E550-5170-88A5-06C8-66F5FE6D8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241540"/>
            <a:ext cx="11032478" cy="2001328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Wywołać (negatywny) odwrotny skutek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F6BC8F0-0DC3-17AC-CDC7-D29875A7E8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backfire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E138818-7B13-E5FB-464D-81BE820BD2F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70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00FB4-9421-D664-8F15-63B63D3B9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C917008-35B5-E133-85CD-DADAD7748C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Zdewastować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0919C2D-E93B-1888-B830-04D887CE72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devastate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ABE8948-2D0E-04D0-CD00-69E9A707CD1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48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2B3B4-2092-370D-D912-4AA4B6425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0656EC-4BB3-E84D-56FE-66520A9EC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Wywołać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5097189-C8D1-F9D6-5E90-801BDE0F1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trigger</a:t>
            </a:r>
          </a:p>
        </p:txBody>
      </p:sp>
      <p:pic>
        <p:nvPicPr>
          <p:cNvPr id="5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91B8D8A-EC39-50DA-7DAC-225CBD900BC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09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4D418-01A1-5B04-C342-8FD65461D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83DFF29-BDD1-DBD0-9AB8-9592EE7375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Zbankrutować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A8E2F87-4D20-B6D4-4723-173175B039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go bankrupt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43C43FA-2413-672E-40D3-8142F535A8A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29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8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9C06D-3029-A20C-B486-ECB00BD91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7525069-2CF5-FE9E-A580-2D7196C82B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Przytłoczyć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EB0B433C-C706-24A7-433A-76FB5F9F0C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overwhelm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EA03130-20E9-FCE2-59E7-98A0777B837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869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5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2ABE6-21A9-E84A-CB0D-785601144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4788ECC-D6BA-A890-7D80-1B324E158C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Podważyć (np. decyzję)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DFACA66-CCC9-A5AD-DB3F-FD4EAC94ED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undermine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42DCDAA-30C9-D576-F5D0-AA594BB525B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22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421E5-FA59-E163-426B-4FFFEC767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7E795B-26CE-CA67-355F-52111EBC9D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 err="1">
                <a:latin typeface="+mn-lt"/>
              </a:rPr>
              <a:t>Skożystać</a:t>
            </a:r>
            <a:endParaRPr lang="pl-PL" sz="7200" b="1" dirty="0">
              <a:latin typeface="+mn-lt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4F79875-6FF0-D625-F8D9-9BCCC71E20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benefit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EE04040-2FC3-F740-885E-0E3396F3D9A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56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F21EA-1D06-FB1C-736D-13562F99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0D8362-775B-646F-5661-B24B77975D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Zrewolucjonizować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0696933-AF5D-D5D2-A8E4-E090116AF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revolutionize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960E19E-F197-252D-3430-61EA9C3CDB4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08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69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AE5D6-9B58-382B-8474-66F14167A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CEE8ACD-E839-3A08-B1F8-F905B6A3C6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Pogorszyć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8E4378A-94DC-936E-6752-307A4EFA84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Compound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A03CCA4E-976E-1BA7-75D6-5B9E218FA2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954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88EE55-8BD9-CF54-F26A-779C6533E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74F2E85-91E8-F088-1D89-965343D0C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Przeskok/Przemiana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F8CDF6B-2F82-E067-39A6-A9216CD13E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Transition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5D3E3B7-2106-66FA-2A01-BE2E365410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453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7195A-6142-1D8F-E8AB-A906A982D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F70CB7B-9E71-1198-E781-75BF23ED1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Zlikwidować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2609003-C54C-CC23-F8AD-35DAE2453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abolish 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0FF94FF-0BA2-34B1-8AC2-2F75C9A14A2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838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54A47-B7AE-845C-D052-74942AF44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0151F4-618C-7C8B-3460-C79F45C7B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Przydzielić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871EDE4-10B7-CBEF-DC65-E04626CC1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allocate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924EC2C5-1E86-D20F-5454-2AB3B6FF7BA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92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CA6C9-E128-CDC0-0C3A-2ECB8D457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76DFA3F-597C-C021-6BE0-45D4157EC5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Spadać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52481BE-1167-4CC7-2565-784428F515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descend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CD1B06B7-A2A9-C81E-B3FC-03495C9E6B5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031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6683D-738D-BF90-7C28-C575CF34A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153B56A-DF17-3BA0-02B9-FE241B5A25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Wyborczy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2734614-E021-F903-044C-93FE4A63C9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Electoral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62A38B7-958E-802C-AE69-F84708AB18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19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5DC20-619B-F38B-74AB-2D9D09B45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4E6F30-9C9C-5FE4-38E9-BD010FD38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Zgromadzenie publiczne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0579436-CCCF-F6A0-5E61-DB66750CE0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Public assembly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CFFB175-18CF-AC27-38F8-E2AAB99CA35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85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4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0FCF9-FCAB-DC14-AB3E-C1088217F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D66339A-10B9-D646-C38A-5A29DB4E75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Konsensus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32D0B04D-C294-EE2C-F42D-B349A2147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Consensus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D8EF2708-AC01-F80A-61D3-CA3FB780483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807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2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DDE9A-0227-3469-9FFA-2C153EAD3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1C2C878-A8E5-3D26-5E47-29C63546E0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Prawo wyborcze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1323470-CFCE-BF34-8627-805BC0972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Suffrage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E7F6024-51C1-FCAF-565A-4CBC25DD256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86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14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26570-2A27-3D92-3441-BA8A46E61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BC9B2B1-5669-EE68-8D56-FC17C42E5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Przekazanie władzy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C77BDCE-FA44-B4BB-6290-1A4E17E3AC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Devolution of power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3E76D44-A7D3-85A0-C639-6C0903C9F5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623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9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32728-7FA0-0A56-484C-8F68B129E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2DE705B-815D-4385-6C35-580AC36EB5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Głosowanie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8F14165-6FD1-F864-16AE-794D99AF8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Poll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5D83D4F-BA0F-CD7E-B0F5-2A41742271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96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8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4D795-A271-B0FD-DB16-777C9A6FD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A88D6EC-03E8-F038-12AF-A78C54B3E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Zawieszony parlament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9A5F1E9-E2F6-C2B5-7821-69359690C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Hung parliament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5A20D3A8-051B-F4C2-8E10-514B3D4E14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69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3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1D73F-5607-8C82-F040-037F6D35A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DB68BE-D7D5-A16E-1436-40E1A14FD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Mierzenie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59801ECA-BCB9-704F-D6A4-E67A75B467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Gauging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6C5950B0-9520-DF94-0EB9-17F5F43AD53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733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4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E38DF-7BAB-477C-FF6D-7DE5471CB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3AE97B1-970C-2E3A-350B-B47A17FD3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Mieć w czymś słowo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1A2F5B16-4E47-B0C8-9447-1CE94E84B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have a say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36671347-6BC7-074C-3A78-257168BAC65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285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5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0954F-8BAC-C59B-7D38-B73DD2A17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D1EABE6-F2F1-3293-DC85-ACFA014787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Reforma wyborcza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BC437ED-7CAE-9188-5DED-F86478F2DD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Electoral reform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F419213-700E-AB31-38AF-79B385AED92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742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567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0BED4-7044-2106-4D9E-68A916624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34AE1A-F354-0729-7362-0B990B91BE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Slogan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B3804EC-9676-6649-0DB6-A7EBB84D2E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Slogan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BD1B2ACE-BB3A-D9E7-B1D4-4F3568F30B9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00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0A8C6-0D9F-D02F-D019-F665889C3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BB590C7-7234-F44C-7D7A-5953EE5AE0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Zgadzać się za narracją partii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5C2D1AC-6CB7-84AF-4D1A-3C46B837F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To toe to the party line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1572A813-A537-C623-A4CE-0A24E9ADF0A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73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90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46E16-A380-2DC2-3BC3-33BC87738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EF6EF57-8ABE-40A4-71AF-E0E8CF8296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Nieporozumienie/Spór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09A03273-A888-F3CF-0686-7722534613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Dispute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344A9C4-1234-41CB-1C77-7E7BA8D7C7A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679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BAD2E-99FF-7873-7519-95E39CE97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32B8410-F902-8091-3D27-798734A358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874444"/>
            <a:ext cx="11032478" cy="1368424"/>
          </a:xfrm>
        </p:spPr>
        <p:txBody>
          <a:bodyPr>
            <a:noAutofit/>
          </a:bodyPr>
          <a:lstStyle/>
          <a:p>
            <a:r>
              <a:rPr lang="pl-PL" sz="7200" b="1">
                <a:latin typeface="+mn-lt"/>
              </a:rPr>
              <a:t>Impas</a:t>
            </a:r>
            <a:r>
              <a:rPr lang="pl-PL" sz="7200" b="1" dirty="0">
                <a:latin typeface="+mn-lt"/>
              </a:rPr>
              <a:t>/Pat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20E8550-C18F-2FFC-4F38-E88D50A26F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Deadlock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E95D9266-64BA-6409-CFEB-D40B47A3237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732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8D9E4-BEEB-64E8-5AE3-5A5535651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EB2CE4-2267-86FB-BDA0-9B32BC8A7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232913"/>
            <a:ext cx="11032478" cy="2009955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Pogląd/Stanowisko w jakiejś sprawie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7C2CCAD-D49F-53DB-5F84-0BA47DAB6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Stance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4ECBB2B8-52C3-5E29-6BFA-2336B7E403A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49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44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625C7-548A-E6AC-B3D9-B8681C755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6006A2-6888-201F-0963-F3F3D9E74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761" y="301925"/>
            <a:ext cx="11032478" cy="1940943"/>
          </a:xfrm>
        </p:spPr>
        <p:txBody>
          <a:bodyPr>
            <a:noAutofit/>
          </a:bodyPr>
          <a:lstStyle/>
          <a:p>
            <a:r>
              <a:rPr lang="pl-PL" sz="7200" b="1" dirty="0">
                <a:latin typeface="+mn-lt"/>
              </a:rPr>
              <a:t>Platforma/Program wyborczy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6FF978E-127B-21F9-F6F3-5A3C15B7F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2955" y="5223753"/>
            <a:ext cx="11429999" cy="1081796"/>
          </a:xfrm>
        </p:spPr>
        <p:txBody>
          <a:bodyPr>
            <a:normAutofit/>
          </a:bodyPr>
          <a:lstStyle/>
          <a:p>
            <a:r>
              <a:rPr lang="en-GB" sz="7200" b="1" dirty="0">
                <a:solidFill>
                  <a:srgbClr val="FF0000"/>
                </a:solidFill>
              </a:rPr>
              <a:t>Platform</a:t>
            </a:r>
          </a:p>
        </p:txBody>
      </p:sp>
      <p:pic>
        <p:nvPicPr>
          <p:cNvPr id="4" name="Nowa zakładka">
            <a:hlinkClick r:id="" action="ppaction://media"/>
            <a:extLst>
              <a:ext uri="{FF2B5EF4-FFF2-40B4-BE49-F238E27FC236}">
                <a16:creationId xmlns:a16="http://schemas.microsoft.com/office/drawing/2014/main" id="{F3E91EC4-EB01-C39D-9F9D-2E17ABD2493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503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2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1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7919</TotalTime>
  <Words>255</Words>
  <Application>Microsoft Office PowerPoint</Application>
  <PresentationFormat>Panoramiczny</PresentationFormat>
  <Paragraphs>105</Paragraphs>
  <Slides>53</Slides>
  <Notes>0</Notes>
  <HiddenSlides>0</HiddenSlides>
  <MMClips>52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53</vt:i4>
      </vt:variant>
    </vt:vector>
  </HeadingPairs>
  <TitlesOfParts>
    <vt:vector size="57" baseType="lpstr">
      <vt:lpstr>Arial</vt:lpstr>
      <vt:lpstr>Calibri</vt:lpstr>
      <vt:lpstr>Calibri Light</vt:lpstr>
      <vt:lpstr>Motyw pakietu Office</vt:lpstr>
      <vt:lpstr>Klasa 1L Polityka</vt:lpstr>
      <vt:lpstr>Być wielkim fanem czegoś</vt:lpstr>
      <vt:lpstr>Nie wiem jakie jest moje stanowisko w tej sprawie</vt:lpstr>
      <vt:lpstr>Być czemuś całkowicie przeciwnym</vt:lpstr>
      <vt:lpstr>Przeważać coś</vt:lpstr>
      <vt:lpstr>Wydać wyrok</vt:lpstr>
      <vt:lpstr>W teorii</vt:lpstr>
      <vt:lpstr>W praktyce</vt:lpstr>
      <vt:lpstr>Być za czymś </vt:lpstr>
      <vt:lpstr>Wątpliwości</vt:lpstr>
      <vt:lpstr>W zasadzie</vt:lpstr>
      <vt:lpstr>Sprzeciwić się czemuś</vt:lpstr>
      <vt:lpstr>Mimo wszystko</vt:lpstr>
      <vt:lpstr>Energia nuklearna</vt:lpstr>
      <vt:lpstr>Globalizacja</vt:lpstr>
      <vt:lpstr>Opieka zdrowotna</vt:lpstr>
      <vt:lpstr>Emerytura (nie pieniądze)</vt:lpstr>
      <vt:lpstr>Płaca/Gaża</vt:lpstr>
      <vt:lpstr>Jeżeli/o ile</vt:lpstr>
      <vt:lpstr>Dopóki</vt:lpstr>
      <vt:lpstr>Pod warunkiem, że</vt:lpstr>
      <vt:lpstr>W przeciwnym razie</vt:lpstr>
      <vt:lpstr>Jeżeli nie</vt:lpstr>
      <vt:lpstr>Przypuszczając, że</vt:lpstr>
      <vt:lpstr>Wywołać (negatywny) odwrotny skutek</vt:lpstr>
      <vt:lpstr>Zdewastować</vt:lpstr>
      <vt:lpstr>Wywołać</vt:lpstr>
      <vt:lpstr>Zbankrutować</vt:lpstr>
      <vt:lpstr>Przytłoczyć</vt:lpstr>
      <vt:lpstr>Podważyć (np. decyzję)</vt:lpstr>
      <vt:lpstr>Skożystać</vt:lpstr>
      <vt:lpstr>Zrewolucjonizować</vt:lpstr>
      <vt:lpstr>Pogorszyć</vt:lpstr>
      <vt:lpstr>Przeskok/Przemiana</vt:lpstr>
      <vt:lpstr>Zlikwidować</vt:lpstr>
      <vt:lpstr>Przydzielić</vt:lpstr>
      <vt:lpstr>Spadać</vt:lpstr>
      <vt:lpstr>Wyborczy</vt:lpstr>
      <vt:lpstr>Zgromadzenie publiczne</vt:lpstr>
      <vt:lpstr>Konsensus</vt:lpstr>
      <vt:lpstr>Prawo wyborcze</vt:lpstr>
      <vt:lpstr>Przekazanie władzy</vt:lpstr>
      <vt:lpstr>Głosowanie</vt:lpstr>
      <vt:lpstr>Zawieszony parlament</vt:lpstr>
      <vt:lpstr>Mierzenie</vt:lpstr>
      <vt:lpstr>Mieć w czymś słowo</vt:lpstr>
      <vt:lpstr>Reforma wyborcza</vt:lpstr>
      <vt:lpstr>Slogan</vt:lpstr>
      <vt:lpstr>Zgadzać się za narracją partii</vt:lpstr>
      <vt:lpstr>Nieporozumienie/Spór</vt:lpstr>
      <vt:lpstr>Impas/Pat</vt:lpstr>
      <vt:lpstr>Pogląd/Stanowisko w jakiejś sprawie</vt:lpstr>
      <vt:lpstr>Platforma/Program wyborczy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Tomasz Krakowiak</dc:creator>
  <cp:lastModifiedBy>Wojtek Krakowiak</cp:lastModifiedBy>
  <cp:revision>1517</cp:revision>
  <dcterms:created xsi:type="dcterms:W3CDTF">2018-09-30T05:35:06Z</dcterms:created>
  <dcterms:modified xsi:type="dcterms:W3CDTF">2025-08-26T14:57:55Z</dcterms:modified>
</cp:coreProperties>
</file>