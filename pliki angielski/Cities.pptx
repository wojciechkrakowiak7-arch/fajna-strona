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1193" r:id="rId2"/>
    <p:sldId id="1536" r:id="rId3"/>
    <p:sldId id="1587" r:id="rId4"/>
    <p:sldId id="1594" r:id="rId5"/>
    <p:sldId id="1588" r:id="rId6"/>
    <p:sldId id="1590" r:id="rId7"/>
    <p:sldId id="1591" r:id="rId8"/>
    <p:sldId id="1593" r:id="rId9"/>
    <p:sldId id="1592" r:id="rId10"/>
    <p:sldId id="1589" r:id="rId11"/>
    <p:sldId id="1537" r:id="rId12"/>
    <p:sldId id="1538" r:id="rId13"/>
    <p:sldId id="1539" r:id="rId14"/>
    <p:sldId id="1540" r:id="rId15"/>
    <p:sldId id="1541" r:id="rId16"/>
    <p:sldId id="1542" r:id="rId17"/>
    <p:sldId id="1543" r:id="rId18"/>
    <p:sldId id="1544" r:id="rId19"/>
    <p:sldId id="1545" r:id="rId20"/>
    <p:sldId id="1546" r:id="rId21"/>
    <p:sldId id="1547" r:id="rId22"/>
    <p:sldId id="1548" r:id="rId23"/>
    <p:sldId id="1549" r:id="rId24"/>
    <p:sldId id="1550" r:id="rId25"/>
    <p:sldId id="1551" r:id="rId26"/>
    <p:sldId id="1555" r:id="rId27"/>
    <p:sldId id="1552" r:id="rId28"/>
    <p:sldId id="1553" r:id="rId29"/>
    <p:sldId id="1554" r:id="rId30"/>
    <p:sldId id="1556" r:id="rId31"/>
    <p:sldId id="1557" r:id="rId32"/>
    <p:sldId id="1558" r:id="rId33"/>
    <p:sldId id="1559" r:id="rId34"/>
    <p:sldId id="1560" r:id="rId35"/>
    <p:sldId id="1561" r:id="rId36"/>
    <p:sldId id="1585" r:id="rId37"/>
    <p:sldId id="1562" r:id="rId38"/>
    <p:sldId id="1563" r:id="rId39"/>
    <p:sldId id="1564" r:id="rId40"/>
    <p:sldId id="1565" r:id="rId41"/>
    <p:sldId id="1566" r:id="rId42"/>
    <p:sldId id="1567" r:id="rId43"/>
    <p:sldId id="1568" r:id="rId44"/>
    <p:sldId id="1569" r:id="rId45"/>
    <p:sldId id="1584" r:id="rId46"/>
    <p:sldId id="1570" r:id="rId47"/>
    <p:sldId id="1571" r:id="rId48"/>
    <p:sldId id="1573" r:id="rId49"/>
    <p:sldId id="1586" r:id="rId50"/>
    <p:sldId id="1575" r:id="rId51"/>
    <p:sldId id="1576" r:id="rId52"/>
    <p:sldId id="1577" r:id="rId53"/>
    <p:sldId id="1578" r:id="rId54"/>
    <p:sldId id="1579" r:id="rId55"/>
    <p:sldId id="1583" r:id="rId56"/>
    <p:sldId id="1580" r:id="rId57"/>
    <p:sldId id="1581" r:id="rId58"/>
    <p:sldId id="1582" r:id="rId59"/>
    <p:sldId id="1574" r:id="rId60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omek" initials="TKR" lastIdx="2" clrIdx="0">
    <p:extLst>
      <p:ext uri="{19B8F6BF-5375-455C-9EA6-DF929625EA0E}">
        <p15:presenceInfo xmlns:p15="http://schemas.microsoft.com/office/powerpoint/2012/main" userId="Tomek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3F89FC-1B5F-4E48-92A1-38B62DA546F5}" v="1531" dt="2025-02-23T09:37:40.3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8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600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commentAuthors" Target="commentAuthor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ojtek Krakowiak" userId="f72a0bb3b8a70e05" providerId="LiveId" clId="{2B3F89FC-1B5F-4E48-92A1-38B62DA546F5}"/>
    <pc:docChg chg="undo custSel addSld delSld modSld sldOrd">
      <pc:chgData name="Wojtek Krakowiak" userId="f72a0bb3b8a70e05" providerId="LiveId" clId="{2B3F89FC-1B5F-4E48-92A1-38B62DA546F5}" dt="2025-02-23T09:37:40.398" v="3234"/>
      <pc:docMkLst>
        <pc:docMk/>
      </pc:docMkLst>
      <pc:sldChg chg="modSp mod">
        <pc:chgData name="Wojtek Krakowiak" userId="f72a0bb3b8a70e05" providerId="LiveId" clId="{2B3F89FC-1B5F-4E48-92A1-38B62DA546F5}" dt="2025-02-18T18:04:08.085" v="2785" actId="20577"/>
        <pc:sldMkLst>
          <pc:docMk/>
          <pc:sldMk cId="1582655019" sldId="1193"/>
        </pc:sldMkLst>
        <pc:spChg chg="mod">
          <ac:chgData name="Wojtek Krakowiak" userId="f72a0bb3b8a70e05" providerId="LiveId" clId="{2B3F89FC-1B5F-4E48-92A1-38B62DA546F5}" dt="2025-02-18T18:04:08.085" v="2785" actId="20577"/>
          <ac:spMkLst>
            <pc:docMk/>
            <pc:sldMk cId="1582655019" sldId="1193"/>
            <ac:spMk id="2" creationId="{D0CF59C9-6B33-4CB8-855B-43D2F5A16BB8}"/>
          </ac:spMkLst>
        </pc:spChg>
      </pc:sldChg>
      <pc:sldChg chg="addSp delSp modSp mod delAnim modAnim">
        <pc:chgData name="Wojtek Krakowiak" userId="f72a0bb3b8a70e05" providerId="LiveId" clId="{2B3F89FC-1B5F-4E48-92A1-38B62DA546F5}" dt="2025-02-06T20:32:53.393" v="184" actId="20577"/>
        <pc:sldMkLst>
          <pc:docMk/>
          <pc:sldMk cId="1436841305" sldId="1536"/>
        </pc:sldMkLst>
        <pc:spChg chg="mod">
          <ac:chgData name="Wojtek Krakowiak" userId="f72a0bb3b8a70e05" providerId="LiveId" clId="{2B3F89FC-1B5F-4E48-92A1-38B62DA546F5}" dt="2025-02-06T20:32:53.393" v="184" actId="20577"/>
          <ac:spMkLst>
            <pc:docMk/>
            <pc:sldMk cId="1436841305" sldId="1536"/>
            <ac:spMk id="2" creationId="{D0CF59C9-6B33-4CB8-855B-43D2F5A16BB8}"/>
          </ac:spMkLst>
        </pc:spChg>
        <pc:spChg chg="mod">
          <ac:chgData name="Wojtek Krakowiak" userId="f72a0bb3b8a70e05" providerId="LiveId" clId="{2B3F89FC-1B5F-4E48-92A1-38B62DA546F5}" dt="2025-02-06T19:59:02.652" v="56" actId="20577"/>
          <ac:spMkLst>
            <pc:docMk/>
            <pc:sldMk cId="1436841305" sldId="1536"/>
            <ac:spMk id="3" creationId="{39415443-7D6F-4D36-AAC8-D8D539C108C7}"/>
          </ac:spMkLst>
        </pc:spChg>
        <pc:picChg chg="add mod">
          <ac:chgData name="Wojtek Krakowiak" userId="f72a0bb3b8a70e05" providerId="LiveId" clId="{2B3F89FC-1B5F-4E48-92A1-38B62DA546F5}" dt="2025-02-06T20:25:53.070" v="92"/>
          <ac:picMkLst>
            <pc:docMk/>
            <pc:sldMk cId="1436841305" sldId="1536"/>
            <ac:picMk id="5" creationId="{890FDA57-EB6D-8AF9-FEF1-315D43F5631A}"/>
          </ac:picMkLst>
        </pc:picChg>
      </pc:sldChg>
      <pc:sldChg chg="del">
        <pc:chgData name="Wojtek Krakowiak" userId="f72a0bb3b8a70e05" providerId="LiveId" clId="{2B3F89FC-1B5F-4E48-92A1-38B62DA546F5}" dt="2025-02-02T16:49:20.794" v="0" actId="47"/>
        <pc:sldMkLst>
          <pc:docMk/>
          <pc:sldMk cId="2706261154" sldId="1537"/>
        </pc:sldMkLst>
      </pc:sldChg>
      <pc:sldChg chg="addSp modSp add mod modAnim">
        <pc:chgData name="Wojtek Krakowiak" userId="f72a0bb3b8a70e05" providerId="LiveId" clId="{2B3F89FC-1B5F-4E48-92A1-38B62DA546F5}" dt="2025-02-06T20:34:02.833" v="204"/>
        <pc:sldMkLst>
          <pc:docMk/>
          <pc:sldMk cId="4262693738" sldId="1537"/>
        </pc:sldMkLst>
        <pc:spChg chg="mod">
          <ac:chgData name="Wojtek Krakowiak" userId="f72a0bb3b8a70e05" providerId="LiveId" clId="{2B3F89FC-1B5F-4E48-92A1-38B62DA546F5}" dt="2025-02-06T20:33:29.994" v="201" actId="20577"/>
          <ac:spMkLst>
            <pc:docMk/>
            <pc:sldMk cId="4262693738" sldId="1537"/>
            <ac:spMk id="2" creationId="{A4031A19-4701-1F28-4A89-8521C9638B52}"/>
          </ac:spMkLst>
        </pc:spChg>
        <pc:spChg chg="mod">
          <ac:chgData name="Wojtek Krakowiak" userId="f72a0bb3b8a70e05" providerId="LiveId" clId="{2B3F89FC-1B5F-4E48-92A1-38B62DA546F5}" dt="2025-02-06T20:07:10.665" v="87" actId="20577"/>
          <ac:spMkLst>
            <pc:docMk/>
            <pc:sldMk cId="4262693738" sldId="1537"/>
            <ac:spMk id="3" creationId="{2061200C-C24E-1B61-2264-F5846B0F8D4C}"/>
          </ac:spMkLst>
        </pc:spChg>
        <pc:picChg chg="add mod">
          <ac:chgData name="Wojtek Krakowiak" userId="f72a0bb3b8a70e05" providerId="LiveId" clId="{2B3F89FC-1B5F-4E48-92A1-38B62DA546F5}" dt="2025-02-06T20:34:00.483" v="202"/>
          <ac:picMkLst>
            <pc:docMk/>
            <pc:sldMk cId="4262693738" sldId="1537"/>
            <ac:picMk id="4" creationId="{AE124351-3D30-ED1B-AFB3-32AF88F20E96}"/>
          </ac:picMkLst>
        </pc:picChg>
      </pc:sldChg>
      <pc:sldChg chg="addSp delSp modSp add mod delAnim modAnim">
        <pc:chgData name="Wojtek Krakowiak" userId="f72a0bb3b8a70e05" providerId="LiveId" clId="{2B3F89FC-1B5F-4E48-92A1-38B62DA546F5}" dt="2025-02-06T20:51:05.289" v="309"/>
        <pc:sldMkLst>
          <pc:docMk/>
          <pc:sldMk cId="1726919322" sldId="1538"/>
        </pc:sldMkLst>
        <pc:spChg chg="mod">
          <ac:chgData name="Wojtek Krakowiak" userId="f72a0bb3b8a70e05" providerId="LiveId" clId="{2B3F89FC-1B5F-4E48-92A1-38B62DA546F5}" dt="2025-02-06T20:50:33.028" v="305" actId="313"/>
          <ac:spMkLst>
            <pc:docMk/>
            <pc:sldMk cId="1726919322" sldId="1538"/>
            <ac:spMk id="2" creationId="{A4031A19-4701-1F28-4A89-8521C9638B52}"/>
          </ac:spMkLst>
        </pc:spChg>
        <pc:spChg chg="mod">
          <ac:chgData name="Wojtek Krakowiak" userId="f72a0bb3b8a70e05" providerId="LiveId" clId="{2B3F89FC-1B5F-4E48-92A1-38B62DA546F5}" dt="2025-02-06T20:50:39.071" v="306" actId="313"/>
          <ac:spMkLst>
            <pc:docMk/>
            <pc:sldMk cId="1726919322" sldId="1538"/>
            <ac:spMk id="3" creationId="{2061200C-C24E-1B61-2264-F5846B0F8D4C}"/>
          </ac:spMkLst>
        </pc:spChg>
        <pc:picChg chg="add mod">
          <ac:chgData name="Wojtek Krakowiak" userId="f72a0bb3b8a70e05" providerId="LiveId" clId="{2B3F89FC-1B5F-4E48-92A1-38B62DA546F5}" dt="2025-02-06T20:51:03.826" v="307"/>
          <ac:picMkLst>
            <pc:docMk/>
            <pc:sldMk cId="1726919322" sldId="1538"/>
            <ac:picMk id="5" creationId="{564E3423-0703-53B0-E879-59B332EFF221}"/>
          </ac:picMkLst>
        </pc:picChg>
      </pc:sldChg>
      <pc:sldChg chg="del">
        <pc:chgData name="Wojtek Krakowiak" userId="f72a0bb3b8a70e05" providerId="LiveId" clId="{2B3F89FC-1B5F-4E48-92A1-38B62DA546F5}" dt="2025-02-02T16:49:20.794" v="0" actId="47"/>
        <pc:sldMkLst>
          <pc:docMk/>
          <pc:sldMk cId="2769130409" sldId="1538"/>
        </pc:sldMkLst>
      </pc:sldChg>
      <pc:sldChg chg="del">
        <pc:chgData name="Wojtek Krakowiak" userId="f72a0bb3b8a70e05" providerId="LiveId" clId="{2B3F89FC-1B5F-4E48-92A1-38B62DA546F5}" dt="2025-02-02T16:49:20.794" v="0" actId="47"/>
        <pc:sldMkLst>
          <pc:docMk/>
          <pc:sldMk cId="1533584481" sldId="1539"/>
        </pc:sldMkLst>
      </pc:sldChg>
      <pc:sldChg chg="addSp delSp modSp add mod delAnim modAnim">
        <pc:chgData name="Wojtek Krakowiak" userId="f72a0bb3b8a70e05" providerId="LiveId" clId="{2B3F89FC-1B5F-4E48-92A1-38B62DA546F5}" dt="2025-02-06T21:09:27.872" v="369"/>
        <pc:sldMkLst>
          <pc:docMk/>
          <pc:sldMk cId="2504829728" sldId="1539"/>
        </pc:sldMkLst>
        <pc:spChg chg="mod">
          <ac:chgData name="Wojtek Krakowiak" userId="f72a0bb3b8a70e05" providerId="LiveId" clId="{2B3F89FC-1B5F-4E48-92A1-38B62DA546F5}" dt="2025-02-06T21:08:53.591" v="365" actId="20577"/>
          <ac:spMkLst>
            <pc:docMk/>
            <pc:sldMk cId="2504829728" sldId="1539"/>
            <ac:spMk id="2" creationId="{A4031A19-4701-1F28-4A89-8521C9638B52}"/>
          </ac:spMkLst>
        </pc:spChg>
        <pc:spChg chg="mod">
          <ac:chgData name="Wojtek Krakowiak" userId="f72a0bb3b8a70e05" providerId="LiveId" clId="{2B3F89FC-1B5F-4E48-92A1-38B62DA546F5}" dt="2025-02-06T20:59:37.167" v="346" actId="20577"/>
          <ac:spMkLst>
            <pc:docMk/>
            <pc:sldMk cId="2504829728" sldId="1539"/>
            <ac:spMk id="3" creationId="{2061200C-C24E-1B61-2264-F5846B0F8D4C}"/>
          </ac:spMkLst>
        </pc:spChg>
        <pc:picChg chg="add mod">
          <ac:chgData name="Wojtek Krakowiak" userId="f72a0bb3b8a70e05" providerId="LiveId" clId="{2B3F89FC-1B5F-4E48-92A1-38B62DA546F5}" dt="2025-02-06T21:09:25.305" v="367"/>
          <ac:picMkLst>
            <pc:docMk/>
            <pc:sldMk cId="2504829728" sldId="1539"/>
            <ac:picMk id="4" creationId="{3D827CAB-2A7A-578B-6977-C8CF38AFFA3A}"/>
          </ac:picMkLst>
        </pc:picChg>
      </pc:sldChg>
      <pc:sldChg chg="new del">
        <pc:chgData name="Wojtek Krakowiak" userId="f72a0bb3b8a70e05" providerId="LiveId" clId="{2B3F89FC-1B5F-4E48-92A1-38B62DA546F5}" dt="2025-02-06T21:09:32.573" v="370" actId="47"/>
        <pc:sldMkLst>
          <pc:docMk/>
          <pc:sldMk cId="1704025002" sldId="1540"/>
        </pc:sldMkLst>
      </pc:sldChg>
      <pc:sldChg chg="addSp delSp modSp add mod delAnim modAnim">
        <pc:chgData name="Wojtek Krakowiak" userId="f72a0bb3b8a70e05" providerId="LiveId" clId="{2B3F89FC-1B5F-4E48-92A1-38B62DA546F5}" dt="2025-02-06T21:11:09.821" v="427"/>
        <pc:sldMkLst>
          <pc:docMk/>
          <pc:sldMk cId="1870399914" sldId="1540"/>
        </pc:sldMkLst>
        <pc:spChg chg="mod">
          <ac:chgData name="Wojtek Krakowiak" userId="f72a0bb3b8a70e05" providerId="LiveId" clId="{2B3F89FC-1B5F-4E48-92A1-38B62DA546F5}" dt="2025-02-06T21:10:07.276" v="390" actId="20577"/>
          <ac:spMkLst>
            <pc:docMk/>
            <pc:sldMk cId="1870399914" sldId="1540"/>
            <ac:spMk id="2" creationId="{A4031A19-4701-1F28-4A89-8521C9638B52}"/>
          </ac:spMkLst>
        </pc:spChg>
        <pc:spChg chg="mod">
          <ac:chgData name="Wojtek Krakowiak" userId="f72a0bb3b8a70e05" providerId="LiveId" clId="{2B3F89FC-1B5F-4E48-92A1-38B62DA546F5}" dt="2025-02-06T21:10:45.607" v="424" actId="20577"/>
          <ac:spMkLst>
            <pc:docMk/>
            <pc:sldMk cId="1870399914" sldId="1540"/>
            <ac:spMk id="3" creationId="{2061200C-C24E-1B61-2264-F5846B0F8D4C}"/>
          </ac:spMkLst>
        </pc:spChg>
        <pc:picChg chg="add mod">
          <ac:chgData name="Wojtek Krakowiak" userId="f72a0bb3b8a70e05" providerId="LiveId" clId="{2B3F89FC-1B5F-4E48-92A1-38B62DA546F5}" dt="2025-02-06T21:11:07.415" v="425"/>
          <ac:picMkLst>
            <pc:docMk/>
            <pc:sldMk cId="1870399914" sldId="1540"/>
            <ac:picMk id="5" creationId="{0D593A09-826E-78B4-7688-648D1A2D6460}"/>
          </ac:picMkLst>
        </pc:picChg>
      </pc:sldChg>
      <pc:sldChg chg="del">
        <pc:chgData name="Wojtek Krakowiak" userId="f72a0bb3b8a70e05" providerId="LiveId" clId="{2B3F89FC-1B5F-4E48-92A1-38B62DA546F5}" dt="2025-02-02T16:49:20.794" v="0" actId="47"/>
        <pc:sldMkLst>
          <pc:docMk/>
          <pc:sldMk cId="2315575793" sldId="1540"/>
        </pc:sldMkLst>
      </pc:sldChg>
      <pc:sldChg chg="del">
        <pc:chgData name="Wojtek Krakowiak" userId="f72a0bb3b8a70e05" providerId="LiveId" clId="{2B3F89FC-1B5F-4E48-92A1-38B62DA546F5}" dt="2025-02-02T16:49:20.794" v="0" actId="47"/>
        <pc:sldMkLst>
          <pc:docMk/>
          <pc:sldMk cId="1434753146" sldId="1541"/>
        </pc:sldMkLst>
      </pc:sldChg>
      <pc:sldChg chg="addSp delSp modSp add mod delAnim modAnim">
        <pc:chgData name="Wojtek Krakowiak" userId="f72a0bb3b8a70e05" providerId="LiveId" clId="{2B3F89FC-1B5F-4E48-92A1-38B62DA546F5}" dt="2025-02-06T21:13:12.498" v="444"/>
        <pc:sldMkLst>
          <pc:docMk/>
          <pc:sldMk cId="3146162839" sldId="1541"/>
        </pc:sldMkLst>
        <pc:spChg chg="mod">
          <ac:chgData name="Wojtek Krakowiak" userId="f72a0bb3b8a70e05" providerId="LiveId" clId="{2B3F89FC-1B5F-4E48-92A1-38B62DA546F5}" dt="2025-02-06T21:12:28.535" v="441" actId="20577"/>
          <ac:spMkLst>
            <pc:docMk/>
            <pc:sldMk cId="3146162839" sldId="1541"/>
            <ac:spMk id="2" creationId="{A4031A19-4701-1F28-4A89-8521C9638B52}"/>
          </ac:spMkLst>
        </pc:spChg>
        <pc:spChg chg="mod">
          <ac:chgData name="Wojtek Krakowiak" userId="f72a0bb3b8a70e05" providerId="LiveId" clId="{2B3F89FC-1B5F-4E48-92A1-38B62DA546F5}" dt="2025-02-06T21:11:57.247" v="437" actId="20577"/>
          <ac:spMkLst>
            <pc:docMk/>
            <pc:sldMk cId="3146162839" sldId="1541"/>
            <ac:spMk id="3" creationId="{2061200C-C24E-1B61-2264-F5846B0F8D4C}"/>
          </ac:spMkLst>
        </pc:spChg>
        <pc:picChg chg="add mod">
          <ac:chgData name="Wojtek Krakowiak" userId="f72a0bb3b8a70e05" providerId="LiveId" clId="{2B3F89FC-1B5F-4E48-92A1-38B62DA546F5}" dt="2025-02-06T21:13:10.727" v="442"/>
          <ac:picMkLst>
            <pc:docMk/>
            <pc:sldMk cId="3146162839" sldId="1541"/>
            <ac:picMk id="4" creationId="{A0A29104-A174-581D-D6A2-20688EBFA52B}"/>
          </ac:picMkLst>
        </pc:picChg>
      </pc:sldChg>
      <pc:sldChg chg="addSp delSp modSp add mod delAnim modAnim">
        <pc:chgData name="Wojtek Krakowiak" userId="f72a0bb3b8a70e05" providerId="LiveId" clId="{2B3F89FC-1B5F-4E48-92A1-38B62DA546F5}" dt="2025-02-06T21:20:32.609" v="518"/>
        <pc:sldMkLst>
          <pc:docMk/>
          <pc:sldMk cId="2647585901" sldId="1542"/>
        </pc:sldMkLst>
        <pc:spChg chg="mod">
          <ac:chgData name="Wojtek Krakowiak" userId="f72a0bb3b8a70e05" providerId="LiveId" clId="{2B3F89FC-1B5F-4E48-92A1-38B62DA546F5}" dt="2025-02-06T21:19:57.213" v="515" actId="20577"/>
          <ac:spMkLst>
            <pc:docMk/>
            <pc:sldMk cId="2647585901" sldId="1542"/>
            <ac:spMk id="2" creationId="{A4031A19-4701-1F28-4A89-8521C9638B52}"/>
          </ac:spMkLst>
        </pc:spChg>
        <pc:spChg chg="mod">
          <ac:chgData name="Wojtek Krakowiak" userId="f72a0bb3b8a70e05" providerId="LiveId" clId="{2B3F89FC-1B5F-4E48-92A1-38B62DA546F5}" dt="2025-02-06T21:14:00.205" v="477" actId="20577"/>
          <ac:spMkLst>
            <pc:docMk/>
            <pc:sldMk cId="2647585901" sldId="1542"/>
            <ac:spMk id="3" creationId="{2061200C-C24E-1B61-2264-F5846B0F8D4C}"/>
          </ac:spMkLst>
        </pc:spChg>
        <pc:picChg chg="add mod">
          <ac:chgData name="Wojtek Krakowiak" userId="f72a0bb3b8a70e05" providerId="LiveId" clId="{2B3F89FC-1B5F-4E48-92A1-38B62DA546F5}" dt="2025-02-06T21:20:30.700" v="516"/>
          <ac:picMkLst>
            <pc:docMk/>
            <pc:sldMk cId="2647585901" sldId="1542"/>
            <ac:picMk id="5" creationId="{A894CA73-1527-E5D8-0606-A0DFA985AA6A}"/>
          </ac:picMkLst>
        </pc:picChg>
      </pc:sldChg>
      <pc:sldChg chg="del">
        <pc:chgData name="Wojtek Krakowiak" userId="f72a0bb3b8a70e05" providerId="LiveId" clId="{2B3F89FC-1B5F-4E48-92A1-38B62DA546F5}" dt="2025-02-02T16:49:20.794" v="0" actId="47"/>
        <pc:sldMkLst>
          <pc:docMk/>
          <pc:sldMk cId="4198823191" sldId="1542"/>
        </pc:sldMkLst>
      </pc:sldChg>
      <pc:sldChg chg="addSp delSp modSp add mod delAnim modAnim">
        <pc:chgData name="Wojtek Krakowiak" userId="f72a0bb3b8a70e05" providerId="LiveId" clId="{2B3F89FC-1B5F-4E48-92A1-38B62DA546F5}" dt="2025-02-06T21:21:54.544" v="557"/>
        <pc:sldMkLst>
          <pc:docMk/>
          <pc:sldMk cId="207210176" sldId="1543"/>
        </pc:sldMkLst>
        <pc:spChg chg="mod">
          <ac:chgData name="Wojtek Krakowiak" userId="f72a0bb3b8a70e05" providerId="LiveId" clId="{2B3F89FC-1B5F-4E48-92A1-38B62DA546F5}" dt="2025-02-06T21:21:00.204" v="536" actId="313"/>
          <ac:spMkLst>
            <pc:docMk/>
            <pc:sldMk cId="207210176" sldId="1543"/>
            <ac:spMk id="2" creationId="{A4031A19-4701-1F28-4A89-8521C9638B52}"/>
          </ac:spMkLst>
        </pc:spChg>
        <pc:spChg chg="mod">
          <ac:chgData name="Wojtek Krakowiak" userId="f72a0bb3b8a70e05" providerId="LiveId" clId="{2B3F89FC-1B5F-4E48-92A1-38B62DA546F5}" dt="2025-02-06T21:21:23.529" v="554" actId="20577"/>
          <ac:spMkLst>
            <pc:docMk/>
            <pc:sldMk cId="207210176" sldId="1543"/>
            <ac:spMk id="3" creationId="{2061200C-C24E-1B61-2264-F5846B0F8D4C}"/>
          </ac:spMkLst>
        </pc:spChg>
        <pc:picChg chg="add mod">
          <ac:chgData name="Wojtek Krakowiak" userId="f72a0bb3b8a70e05" providerId="LiveId" clId="{2B3F89FC-1B5F-4E48-92A1-38B62DA546F5}" dt="2025-02-06T21:21:53.099" v="555"/>
          <ac:picMkLst>
            <pc:docMk/>
            <pc:sldMk cId="207210176" sldId="1543"/>
            <ac:picMk id="4" creationId="{DBFCD237-DAEB-C982-35F4-49FC0DCDE131}"/>
          </ac:picMkLst>
        </pc:picChg>
      </pc:sldChg>
      <pc:sldChg chg="del">
        <pc:chgData name="Wojtek Krakowiak" userId="f72a0bb3b8a70e05" providerId="LiveId" clId="{2B3F89FC-1B5F-4E48-92A1-38B62DA546F5}" dt="2025-02-02T16:49:20.794" v="0" actId="47"/>
        <pc:sldMkLst>
          <pc:docMk/>
          <pc:sldMk cId="1702514050" sldId="1543"/>
        </pc:sldMkLst>
      </pc:sldChg>
      <pc:sldChg chg="addSp delSp modSp add mod delAnim modAnim">
        <pc:chgData name="Wojtek Krakowiak" userId="f72a0bb3b8a70e05" providerId="LiveId" clId="{2B3F89FC-1B5F-4E48-92A1-38B62DA546F5}" dt="2025-02-06T21:25:58.565" v="675"/>
        <pc:sldMkLst>
          <pc:docMk/>
          <pc:sldMk cId="3454042329" sldId="1544"/>
        </pc:sldMkLst>
        <pc:spChg chg="mod">
          <ac:chgData name="Wojtek Krakowiak" userId="f72a0bb3b8a70e05" providerId="LiveId" clId="{2B3F89FC-1B5F-4E48-92A1-38B62DA546F5}" dt="2025-02-06T21:25:08.628" v="652" actId="20577"/>
          <ac:spMkLst>
            <pc:docMk/>
            <pc:sldMk cId="3454042329" sldId="1544"/>
            <ac:spMk id="2" creationId="{A4031A19-4701-1F28-4A89-8521C9638B52}"/>
          </ac:spMkLst>
        </pc:spChg>
        <pc:spChg chg="mod">
          <ac:chgData name="Wojtek Krakowiak" userId="f72a0bb3b8a70e05" providerId="LiveId" clId="{2B3F89FC-1B5F-4E48-92A1-38B62DA546F5}" dt="2025-02-06T21:25:23.216" v="672" actId="20577"/>
          <ac:spMkLst>
            <pc:docMk/>
            <pc:sldMk cId="3454042329" sldId="1544"/>
            <ac:spMk id="3" creationId="{2061200C-C24E-1B61-2264-F5846B0F8D4C}"/>
          </ac:spMkLst>
        </pc:spChg>
        <pc:picChg chg="add mod">
          <ac:chgData name="Wojtek Krakowiak" userId="f72a0bb3b8a70e05" providerId="LiveId" clId="{2B3F89FC-1B5F-4E48-92A1-38B62DA546F5}" dt="2025-02-06T21:25:56.671" v="673"/>
          <ac:picMkLst>
            <pc:docMk/>
            <pc:sldMk cId="3454042329" sldId="1544"/>
            <ac:picMk id="5" creationId="{3D2AAA60-F76A-9965-BF3D-6F7633D53622}"/>
          </ac:picMkLst>
        </pc:picChg>
      </pc:sldChg>
      <pc:sldChg chg="del">
        <pc:chgData name="Wojtek Krakowiak" userId="f72a0bb3b8a70e05" providerId="LiveId" clId="{2B3F89FC-1B5F-4E48-92A1-38B62DA546F5}" dt="2025-02-02T16:49:20.794" v="0" actId="47"/>
        <pc:sldMkLst>
          <pc:docMk/>
          <pc:sldMk cId="3872784629" sldId="1544"/>
        </pc:sldMkLst>
      </pc:sldChg>
      <pc:sldChg chg="del">
        <pc:chgData name="Wojtek Krakowiak" userId="f72a0bb3b8a70e05" providerId="LiveId" clId="{2B3F89FC-1B5F-4E48-92A1-38B62DA546F5}" dt="2025-02-02T16:49:20.794" v="0" actId="47"/>
        <pc:sldMkLst>
          <pc:docMk/>
          <pc:sldMk cId="2143792043" sldId="1545"/>
        </pc:sldMkLst>
      </pc:sldChg>
      <pc:sldChg chg="addSp delSp modSp add mod delAnim modAnim">
        <pc:chgData name="Wojtek Krakowiak" userId="f72a0bb3b8a70e05" providerId="LiveId" clId="{2B3F89FC-1B5F-4E48-92A1-38B62DA546F5}" dt="2025-02-06T21:27:20.609" v="753"/>
        <pc:sldMkLst>
          <pc:docMk/>
          <pc:sldMk cId="3204416304" sldId="1545"/>
        </pc:sldMkLst>
        <pc:spChg chg="mod">
          <ac:chgData name="Wojtek Krakowiak" userId="f72a0bb3b8a70e05" providerId="LiveId" clId="{2B3F89FC-1B5F-4E48-92A1-38B62DA546F5}" dt="2025-02-06T21:26:24.636" v="708" actId="20577"/>
          <ac:spMkLst>
            <pc:docMk/>
            <pc:sldMk cId="3204416304" sldId="1545"/>
            <ac:spMk id="2" creationId="{A4031A19-4701-1F28-4A89-8521C9638B52}"/>
          </ac:spMkLst>
        </pc:spChg>
        <pc:spChg chg="mod">
          <ac:chgData name="Wojtek Krakowiak" userId="f72a0bb3b8a70e05" providerId="LiveId" clId="{2B3F89FC-1B5F-4E48-92A1-38B62DA546F5}" dt="2025-02-06T21:26:55.983" v="749" actId="20577"/>
          <ac:spMkLst>
            <pc:docMk/>
            <pc:sldMk cId="3204416304" sldId="1545"/>
            <ac:spMk id="3" creationId="{2061200C-C24E-1B61-2264-F5846B0F8D4C}"/>
          </ac:spMkLst>
        </pc:spChg>
        <pc:picChg chg="add mod">
          <ac:chgData name="Wojtek Krakowiak" userId="f72a0bb3b8a70e05" providerId="LiveId" clId="{2B3F89FC-1B5F-4E48-92A1-38B62DA546F5}" dt="2025-02-06T21:27:19.263" v="751"/>
          <ac:picMkLst>
            <pc:docMk/>
            <pc:sldMk cId="3204416304" sldId="1545"/>
            <ac:picMk id="4" creationId="{B3A34610-823A-E748-6602-8D6B8B6C03E8}"/>
          </ac:picMkLst>
        </pc:picChg>
      </pc:sldChg>
      <pc:sldChg chg="del">
        <pc:chgData name="Wojtek Krakowiak" userId="f72a0bb3b8a70e05" providerId="LiveId" clId="{2B3F89FC-1B5F-4E48-92A1-38B62DA546F5}" dt="2025-02-02T16:49:20.794" v="0" actId="47"/>
        <pc:sldMkLst>
          <pc:docMk/>
          <pc:sldMk cId="1913595377" sldId="1546"/>
        </pc:sldMkLst>
      </pc:sldChg>
      <pc:sldChg chg="addSp delSp modSp add mod delAnim modAnim">
        <pc:chgData name="Wojtek Krakowiak" userId="f72a0bb3b8a70e05" providerId="LiveId" clId="{2B3F89FC-1B5F-4E48-92A1-38B62DA546F5}" dt="2025-02-06T21:33:48.230" v="847"/>
        <pc:sldMkLst>
          <pc:docMk/>
          <pc:sldMk cId="2953300497" sldId="1546"/>
        </pc:sldMkLst>
        <pc:spChg chg="mod">
          <ac:chgData name="Wojtek Krakowiak" userId="f72a0bb3b8a70e05" providerId="LiveId" clId="{2B3F89FC-1B5F-4E48-92A1-38B62DA546F5}" dt="2025-02-06T21:33:18.076" v="844" actId="313"/>
          <ac:spMkLst>
            <pc:docMk/>
            <pc:sldMk cId="2953300497" sldId="1546"/>
            <ac:spMk id="2" creationId="{A4031A19-4701-1F28-4A89-8521C9638B52}"/>
          </ac:spMkLst>
        </pc:spChg>
        <pc:spChg chg="mod">
          <ac:chgData name="Wojtek Krakowiak" userId="f72a0bb3b8a70e05" providerId="LiveId" clId="{2B3F89FC-1B5F-4E48-92A1-38B62DA546F5}" dt="2025-02-06T21:30:15.987" v="816" actId="20577"/>
          <ac:spMkLst>
            <pc:docMk/>
            <pc:sldMk cId="2953300497" sldId="1546"/>
            <ac:spMk id="3" creationId="{2061200C-C24E-1B61-2264-F5846B0F8D4C}"/>
          </ac:spMkLst>
        </pc:spChg>
        <pc:picChg chg="add mod">
          <ac:chgData name="Wojtek Krakowiak" userId="f72a0bb3b8a70e05" providerId="LiveId" clId="{2B3F89FC-1B5F-4E48-92A1-38B62DA546F5}" dt="2025-02-06T21:33:46.126" v="845"/>
          <ac:picMkLst>
            <pc:docMk/>
            <pc:sldMk cId="2953300497" sldId="1546"/>
            <ac:picMk id="5" creationId="{172F61A1-3175-B480-81D1-D04AD4042096}"/>
          </ac:picMkLst>
        </pc:picChg>
      </pc:sldChg>
      <pc:sldChg chg="addSp delSp modSp add mod delAnim modAnim">
        <pc:chgData name="Wojtek Krakowiak" userId="f72a0bb3b8a70e05" providerId="LiveId" clId="{2B3F89FC-1B5F-4E48-92A1-38B62DA546F5}" dt="2025-02-06T21:42:22.130" v="900"/>
        <pc:sldMkLst>
          <pc:docMk/>
          <pc:sldMk cId="1170040068" sldId="1547"/>
        </pc:sldMkLst>
        <pc:spChg chg="mod">
          <ac:chgData name="Wojtek Krakowiak" userId="f72a0bb3b8a70e05" providerId="LiveId" clId="{2B3F89FC-1B5F-4E48-92A1-38B62DA546F5}" dt="2025-02-06T21:41:34.586" v="865" actId="20577"/>
          <ac:spMkLst>
            <pc:docMk/>
            <pc:sldMk cId="1170040068" sldId="1547"/>
            <ac:spMk id="2" creationId="{A4031A19-4701-1F28-4A89-8521C9638B52}"/>
          </ac:spMkLst>
        </pc:spChg>
        <pc:spChg chg="mod">
          <ac:chgData name="Wojtek Krakowiak" userId="f72a0bb3b8a70e05" providerId="LiveId" clId="{2B3F89FC-1B5F-4E48-92A1-38B62DA546F5}" dt="2025-02-06T21:41:54.351" v="897" actId="20577"/>
          <ac:spMkLst>
            <pc:docMk/>
            <pc:sldMk cId="1170040068" sldId="1547"/>
            <ac:spMk id="3" creationId="{2061200C-C24E-1B61-2264-F5846B0F8D4C}"/>
          </ac:spMkLst>
        </pc:spChg>
        <pc:picChg chg="add mod">
          <ac:chgData name="Wojtek Krakowiak" userId="f72a0bb3b8a70e05" providerId="LiveId" clId="{2B3F89FC-1B5F-4E48-92A1-38B62DA546F5}" dt="2025-02-06T21:42:20.174" v="898"/>
          <ac:picMkLst>
            <pc:docMk/>
            <pc:sldMk cId="1170040068" sldId="1547"/>
            <ac:picMk id="4" creationId="{88E81E17-5F85-3800-42E5-CFAC2ABD9081}"/>
          </ac:picMkLst>
        </pc:picChg>
      </pc:sldChg>
      <pc:sldChg chg="del">
        <pc:chgData name="Wojtek Krakowiak" userId="f72a0bb3b8a70e05" providerId="LiveId" clId="{2B3F89FC-1B5F-4E48-92A1-38B62DA546F5}" dt="2025-02-02T16:49:20.794" v="0" actId="47"/>
        <pc:sldMkLst>
          <pc:docMk/>
          <pc:sldMk cId="1422236840" sldId="1548"/>
        </pc:sldMkLst>
      </pc:sldChg>
      <pc:sldChg chg="addSp delSp modSp add mod delAnim modAnim">
        <pc:chgData name="Wojtek Krakowiak" userId="f72a0bb3b8a70e05" providerId="LiveId" clId="{2B3F89FC-1B5F-4E48-92A1-38B62DA546F5}" dt="2025-02-06T21:47:07.133" v="991"/>
        <pc:sldMkLst>
          <pc:docMk/>
          <pc:sldMk cId="1473164197" sldId="1548"/>
        </pc:sldMkLst>
        <pc:spChg chg="mod">
          <ac:chgData name="Wojtek Krakowiak" userId="f72a0bb3b8a70e05" providerId="LiveId" clId="{2B3F89FC-1B5F-4E48-92A1-38B62DA546F5}" dt="2025-02-06T21:46:25.543" v="978" actId="20577"/>
          <ac:spMkLst>
            <pc:docMk/>
            <pc:sldMk cId="1473164197" sldId="1548"/>
            <ac:spMk id="2" creationId="{A4031A19-4701-1F28-4A89-8521C9638B52}"/>
          </ac:spMkLst>
        </pc:spChg>
        <pc:spChg chg="mod">
          <ac:chgData name="Wojtek Krakowiak" userId="f72a0bb3b8a70e05" providerId="LiveId" clId="{2B3F89FC-1B5F-4E48-92A1-38B62DA546F5}" dt="2025-02-06T21:46:35.271" v="988" actId="20577"/>
          <ac:spMkLst>
            <pc:docMk/>
            <pc:sldMk cId="1473164197" sldId="1548"/>
            <ac:spMk id="3" creationId="{2061200C-C24E-1B61-2264-F5846B0F8D4C}"/>
          </ac:spMkLst>
        </pc:spChg>
        <pc:picChg chg="add mod">
          <ac:chgData name="Wojtek Krakowiak" userId="f72a0bb3b8a70e05" providerId="LiveId" clId="{2B3F89FC-1B5F-4E48-92A1-38B62DA546F5}" dt="2025-02-06T21:47:05.556" v="989"/>
          <ac:picMkLst>
            <pc:docMk/>
            <pc:sldMk cId="1473164197" sldId="1548"/>
            <ac:picMk id="5" creationId="{529D40FB-840A-6735-5686-4D0EDDD5692E}"/>
          </ac:picMkLst>
        </pc:picChg>
      </pc:sldChg>
      <pc:sldChg chg="addSp delSp modSp add mod delAnim modAnim">
        <pc:chgData name="Wojtek Krakowiak" userId="f72a0bb3b8a70e05" providerId="LiveId" clId="{2B3F89FC-1B5F-4E48-92A1-38B62DA546F5}" dt="2025-02-06T21:53:57.728" v="1055"/>
        <pc:sldMkLst>
          <pc:docMk/>
          <pc:sldMk cId="4306282" sldId="1549"/>
        </pc:sldMkLst>
        <pc:spChg chg="mod">
          <ac:chgData name="Wojtek Krakowiak" userId="f72a0bb3b8a70e05" providerId="LiveId" clId="{2B3F89FC-1B5F-4E48-92A1-38B62DA546F5}" dt="2025-02-06T21:53:23.261" v="1052" actId="20577"/>
          <ac:spMkLst>
            <pc:docMk/>
            <pc:sldMk cId="4306282" sldId="1549"/>
            <ac:spMk id="2" creationId="{A4031A19-4701-1F28-4A89-8521C9638B52}"/>
          </ac:spMkLst>
        </pc:spChg>
        <pc:spChg chg="mod">
          <ac:chgData name="Wojtek Krakowiak" userId="f72a0bb3b8a70e05" providerId="LiveId" clId="{2B3F89FC-1B5F-4E48-92A1-38B62DA546F5}" dt="2025-02-06T21:53:03.504" v="1015" actId="20577"/>
          <ac:spMkLst>
            <pc:docMk/>
            <pc:sldMk cId="4306282" sldId="1549"/>
            <ac:spMk id="3" creationId="{2061200C-C24E-1B61-2264-F5846B0F8D4C}"/>
          </ac:spMkLst>
        </pc:spChg>
        <pc:picChg chg="add mod">
          <ac:chgData name="Wojtek Krakowiak" userId="f72a0bb3b8a70e05" providerId="LiveId" clId="{2B3F89FC-1B5F-4E48-92A1-38B62DA546F5}" dt="2025-02-06T21:53:56.066" v="1053"/>
          <ac:picMkLst>
            <pc:docMk/>
            <pc:sldMk cId="4306282" sldId="1549"/>
            <ac:picMk id="4" creationId="{4720CBBA-78AB-E1F8-0535-768F4A4D2EDD}"/>
          </ac:picMkLst>
        </pc:picChg>
      </pc:sldChg>
      <pc:sldChg chg="del">
        <pc:chgData name="Wojtek Krakowiak" userId="f72a0bb3b8a70e05" providerId="LiveId" clId="{2B3F89FC-1B5F-4E48-92A1-38B62DA546F5}" dt="2025-02-02T16:49:20.794" v="0" actId="47"/>
        <pc:sldMkLst>
          <pc:docMk/>
          <pc:sldMk cId="1733078469" sldId="1549"/>
        </pc:sldMkLst>
      </pc:sldChg>
      <pc:sldChg chg="addSp delSp modSp add mod delAnim modAnim">
        <pc:chgData name="Wojtek Krakowiak" userId="f72a0bb3b8a70e05" providerId="LiveId" clId="{2B3F89FC-1B5F-4E48-92A1-38B62DA546F5}" dt="2025-02-06T21:55:47.685" v="1092"/>
        <pc:sldMkLst>
          <pc:docMk/>
          <pc:sldMk cId="1638793721" sldId="1550"/>
        </pc:sldMkLst>
        <pc:spChg chg="mod">
          <ac:chgData name="Wojtek Krakowiak" userId="f72a0bb3b8a70e05" providerId="LiveId" clId="{2B3F89FC-1B5F-4E48-92A1-38B62DA546F5}" dt="2025-02-06T21:55:20.606" v="1089" actId="20577"/>
          <ac:spMkLst>
            <pc:docMk/>
            <pc:sldMk cId="1638793721" sldId="1550"/>
            <ac:spMk id="2" creationId="{A4031A19-4701-1F28-4A89-8521C9638B52}"/>
          </ac:spMkLst>
        </pc:spChg>
        <pc:spChg chg="mod">
          <ac:chgData name="Wojtek Krakowiak" userId="f72a0bb3b8a70e05" providerId="LiveId" clId="{2B3F89FC-1B5F-4E48-92A1-38B62DA546F5}" dt="2025-02-06T21:55:10.411" v="1079" actId="20577"/>
          <ac:spMkLst>
            <pc:docMk/>
            <pc:sldMk cId="1638793721" sldId="1550"/>
            <ac:spMk id="3" creationId="{2061200C-C24E-1B61-2264-F5846B0F8D4C}"/>
          </ac:spMkLst>
        </pc:spChg>
        <pc:picChg chg="add mod">
          <ac:chgData name="Wojtek Krakowiak" userId="f72a0bb3b8a70e05" providerId="LiveId" clId="{2B3F89FC-1B5F-4E48-92A1-38B62DA546F5}" dt="2025-02-06T21:55:46.017" v="1090"/>
          <ac:picMkLst>
            <pc:docMk/>
            <pc:sldMk cId="1638793721" sldId="1550"/>
            <ac:picMk id="5" creationId="{23880289-4CF4-B0CF-CE77-FA4210FE8874}"/>
          </ac:picMkLst>
        </pc:picChg>
      </pc:sldChg>
      <pc:sldChg chg="del">
        <pc:chgData name="Wojtek Krakowiak" userId="f72a0bb3b8a70e05" providerId="LiveId" clId="{2B3F89FC-1B5F-4E48-92A1-38B62DA546F5}" dt="2025-02-02T16:49:20.794" v="0" actId="47"/>
        <pc:sldMkLst>
          <pc:docMk/>
          <pc:sldMk cId="2126100864" sldId="1550"/>
        </pc:sldMkLst>
      </pc:sldChg>
      <pc:sldChg chg="addSp delSp modSp add mod delAnim modAnim">
        <pc:chgData name="Wojtek Krakowiak" userId="f72a0bb3b8a70e05" providerId="LiveId" clId="{2B3F89FC-1B5F-4E48-92A1-38B62DA546F5}" dt="2025-02-06T22:01:16.410" v="1121"/>
        <pc:sldMkLst>
          <pc:docMk/>
          <pc:sldMk cId="341839525" sldId="1551"/>
        </pc:sldMkLst>
        <pc:spChg chg="mod">
          <ac:chgData name="Wojtek Krakowiak" userId="f72a0bb3b8a70e05" providerId="LiveId" clId="{2B3F89FC-1B5F-4E48-92A1-38B62DA546F5}" dt="2025-02-06T22:00:43.166" v="1111" actId="20577"/>
          <ac:spMkLst>
            <pc:docMk/>
            <pc:sldMk cId="341839525" sldId="1551"/>
            <ac:spMk id="2" creationId="{A4031A19-4701-1F28-4A89-8521C9638B52}"/>
          </ac:spMkLst>
        </pc:spChg>
        <pc:spChg chg="mod">
          <ac:chgData name="Wojtek Krakowiak" userId="f72a0bb3b8a70e05" providerId="LiveId" clId="{2B3F89FC-1B5F-4E48-92A1-38B62DA546F5}" dt="2025-02-06T22:00:51.741" v="1118" actId="20577"/>
          <ac:spMkLst>
            <pc:docMk/>
            <pc:sldMk cId="341839525" sldId="1551"/>
            <ac:spMk id="3" creationId="{2061200C-C24E-1B61-2264-F5846B0F8D4C}"/>
          </ac:spMkLst>
        </pc:spChg>
        <pc:picChg chg="add mod">
          <ac:chgData name="Wojtek Krakowiak" userId="f72a0bb3b8a70e05" providerId="LiveId" clId="{2B3F89FC-1B5F-4E48-92A1-38B62DA546F5}" dt="2025-02-06T22:01:14.721" v="1119"/>
          <ac:picMkLst>
            <pc:docMk/>
            <pc:sldMk cId="341839525" sldId="1551"/>
            <ac:picMk id="4" creationId="{7EDB307B-CF4D-042C-5112-C273C9B67921}"/>
          </ac:picMkLst>
        </pc:picChg>
      </pc:sldChg>
      <pc:sldChg chg="del">
        <pc:chgData name="Wojtek Krakowiak" userId="f72a0bb3b8a70e05" providerId="LiveId" clId="{2B3F89FC-1B5F-4E48-92A1-38B62DA546F5}" dt="2025-02-02T16:49:20.794" v="0" actId="47"/>
        <pc:sldMkLst>
          <pc:docMk/>
          <pc:sldMk cId="1432772689" sldId="1551"/>
        </pc:sldMkLst>
      </pc:sldChg>
      <pc:sldChg chg="addSp delSp modSp add mod delAnim modAnim">
        <pc:chgData name="Wojtek Krakowiak" userId="f72a0bb3b8a70e05" providerId="LiveId" clId="{2B3F89FC-1B5F-4E48-92A1-38B62DA546F5}" dt="2025-02-06T22:02:51.279" v="1157" actId="313"/>
        <pc:sldMkLst>
          <pc:docMk/>
          <pc:sldMk cId="3845782394" sldId="1552"/>
        </pc:sldMkLst>
        <pc:spChg chg="mod">
          <ac:chgData name="Wojtek Krakowiak" userId="f72a0bb3b8a70e05" providerId="LiveId" clId="{2B3F89FC-1B5F-4E48-92A1-38B62DA546F5}" dt="2025-02-06T22:02:51.279" v="1157" actId="313"/>
          <ac:spMkLst>
            <pc:docMk/>
            <pc:sldMk cId="3845782394" sldId="1552"/>
            <ac:spMk id="2" creationId="{A4031A19-4701-1F28-4A89-8521C9638B52}"/>
          </ac:spMkLst>
        </pc:spChg>
        <pc:spChg chg="mod">
          <ac:chgData name="Wojtek Krakowiak" userId="f72a0bb3b8a70e05" providerId="LiveId" clId="{2B3F89FC-1B5F-4E48-92A1-38B62DA546F5}" dt="2025-02-06T22:02:15.247" v="1144" actId="20577"/>
          <ac:spMkLst>
            <pc:docMk/>
            <pc:sldMk cId="3845782394" sldId="1552"/>
            <ac:spMk id="3" creationId="{2061200C-C24E-1B61-2264-F5846B0F8D4C}"/>
          </ac:spMkLst>
        </pc:spChg>
        <pc:picChg chg="add mod">
          <ac:chgData name="Wojtek Krakowiak" userId="f72a0bb3b8a70e05" providerId="LiveId" clId="{2B3F89FC-1B5F-4E48-92A1-38B62DA546F5}" dt="2025-02-06T22:02:44.899" v="1154"/>
          <ac:picMkLst>
            <pc:docMk/>
            <pc:sldMk cId="3845782394" sldId="1552"/>
            <ac:picMk id="5" creationId="{8783FE0E-1727-D8BD-CA9F-C420D47CDDEC}"/>
          </ac:picMkLst>
        </pc:picChg>
      </pc:sldChg>
      <pc:sldChg chg="addSp delSp modSp add mod addAnim delAnim modAnim">
        <pc:chgData name="Wojtek Krakowiak" userId="f72a0bb3b8a70e05" providerId="LiveId" clId="{2B3F89FC-1B5F-4E48-92A1-38B62DA546F5}" dt="2025-02-06T22:06:43.456" v="1219"/>
        <pc:sldMkLst>
          <pc:docMk/>
          <pc:sldMk cId="1292615638" sldId="1553"/>
        </pc:sldMkLst>
        <pc:spChg chg="mod">
          <ac:chgData name="Wojtek Krakowiak" userId="f72a0bb3b8a70e05" providerId="LiveId" clId="{2B3F89FC-1B5F-4E48-92A1-38B62DA546F5}" dt="2025-02-06T22:05:44.561" v="1206" actId="20577"/>
          <ac:spMkLst>
            <pc:docMk/>
            <pc:sldMk cId="1292615638" sldId="1553"/>
            <ac:spMk id="2" creationId="{A4031A19-4701-1F28-4A89-8521C9638B52}"/>
          </ac:spMkLst>
        </pc:spChg>
        <pc:spChg chg="mod">
          <ac:chgData name="Wojtek Krakowiak" userId="f72a0bb3b8a70e05" providerId="LiveId" clId="{2B3F89FC-1B5F-4E48-92A1-38B62DA546F5}" dt="2025-02-06T22:06:05.222" v="1215" actId="20577"/>
          <ac:spMkLst>
            <pc:docMk/>
            <pc:sldMk cId="1292615638" sldId="1553"/>
            <ac:spMk id="3" creationId="{2061200C-C24E-1B61-2264-F5846B0F8D4C}"/>
          </ac:spMkLst>
        </pc:spChg>
        <pc:picChg chg="add mod">
          <ac:chgData name="Wojtek Krakowiak" userId="f72a0bb3b8a70e05" providerId="LiveId" clId="{2B3F89FC-1B5F-4E48-92A1-38B62DA546F5}" dt="2025-02-06T22:06:41.548" v="1217"/>
          <ac:picMkLst>
            <pc:docMk/>
            <pc:sldMk cId="1292615638" sldId="1553"/>
            <ac:picMk id="4" creationId="{2E7062A4-AAD3-E680-F70E-84B2EAD135F9}"/>
          </ac:picMkLst>
        </pc:picChg>
      </pc:sldChg>
      <pc:sldChg chg="addSp delSp modSp add del mod addAnim delAnim modAnim">
        <pc:chgData name="Wojtek Krakowiak" userId="f72a0bb3b8a70e05" providerId="LiveId" clId="{2B3F89FC-1B5F-4E48-92A1-38B62DA546F5}" dt="2025-02-06T22:04:42.741" v="1171" actId="47"/>
        <pc:sldMkLst>
          <pc:docMk/>
          <pc:sldMk cId="3922103717" sldId="1553"/>
        </pc:sldMkLst>
      </pc:sldChg>
      <pc:sldChg chg="addSp delSp modSp add mod delAnim modAnim">
        <pc:chgData name="Wojtek Krakowiak" userId="f72a0bb3b8a70e05" providerId="LiveId" clId="{2B3F89FC-1B5F-4E48-92A1-38B62DA546F5}" dt="2025-02-06T22:53:51.345" v="1282"/>
        <pc:sldMkLst>
          <pc:docMk/>
          <pc:sldMk cId="3779967573" sldId="1554"/>
        </pc:sldMkLst>
        <pc:spChg chg="mod">
          <ac:chgData name="Wojtek Krakowiak" userId="f72a0bb3b8a70e05" providerId="LiveId" clId="{2B3F89FC-1B5F-4E48-92A1-38B62DA546F5}" dt="2025-02-06T22:53:25.716" v="1279" actId="20577"/>
          <ac:spMkLst>
            <pc:docMk/>
            <pc:sldMk cId="3779967573" sldId="1554"/>
            <ac:spMk id="2" creationId="{A4031A19-4701-1F28-4A89-8521C9638B52}"/>
          </ac:spMkLst>
        </pc:spChg>
        <pc:spChg chg="mod">
          <ac:chgData name="Wojtek Krakowiak" userId="f72a0bb3b8a70e05" providerId="LiveId" clId="{2B3F89FC-1B5F-4E48-92A1-38B62DA546F5}" dt="2025-02-06T22:12:55.269" v="1232" actId="20577"/>
          <ac:spMkLst>
            <pc:docMk/>
            <pc:sldMk cId="3779967573" sldId="1554"/>
            <ac:spMk id="3" creationId="{2061200C-C24E-1B61-2264-F5846B0F8D4C}"/>
          </ac:spMkLst>
        </pc:spChg>
        <pc:picChg chg="add mod">
          <ac:chgData name="Wojtek Krakowiak" userId="f72a0bb3b8a70e05" providerId="LiveId" clId="{2B3F89FC-1B5F-4E48-92A1-38B62DA546F5}" dt="2025-02-06T22:53:49.789" v="1280"/>
          <ac:picMkLst>
            <pc:docMk/>
            <pc:sldMk cId="3779967573" sldId="1554"/>
            <ac:picMk id="5" creationId="{98A9DCF4-EC69-5AAF-8157-F86F831BB593}"/>
          </ac:picMkLst>
        </pc:picChg>
      </pc:sldChg>
      <pc:sldChg chg="addSp delSp modSp add mod ord delAnim modAnim">
        <pc:chgData name="Wojtek Krakowiak" userId="f72a0bb3b8a70e05" providerId="LiveId" clId="{2B3F89FC-1B5F-4E48-92A1-38B62DA546F5}" dt="2025-02-06T22:55:53.526" v="1321"/>
        <pc:sldMkLst>
          <pc:docMk/>
          <pc:sldMk cId="1501863080" sldId="1555"/>
        </pc:sldMkLst>
        <pc:spChg chg="mod">
          <ac:chgData name="Wojtek Krakowiak" userId="f72a0bb3b8a70e05" providerId="LiveId" clId="{2B3F89FC-1B5F-4E48-92A1-38B62DA546F5}" dt="2025-02-06T22:55:24.750" v="1316" actId="20577"/>
          <ac:spMkLst>
            <pc:docMk/>
            <pc:sldMk cId="1501863080" sldId="1555"/>
            <ac:spMk id="2" creationId="{A4031A19-4701-1F28-4A89-8521C9638B52}"/>
          </ac:spMkLst>
        </pc:spChg>
        <pc:spChg chg="mod">
          <ac:chgData name="Wojtek Krakowiak" userId="f72a0bb3b8a70e05" providerId="LiveId" clId="{2B3F89FC-1B5F-4E48-92A1-38B62DA546F5}" dt="2025-02-06T22:54:49.576" v="1306" actId="20577"/>
          <ac:spMkLst>
            <pc:docMk/>
            <pc:sldMk cId="1501863080" sldId="1555"/>
            <ac:spMk id="3" creationId="{2061200C-C24E-1B61-2264-F5846B0F8D4C}"/>
          </ac:spMkLst>
        </pc:spChg>
        <pc:picChg chg="add mod">
          <ac:chgData name="Wojtek Krakowiak" userId="f72a0bb3b8a70e05" providerId="LiveId" clId="{2B3F89FC-1B5F-4E48-92A1-38B62DA546F5}" dt="2025-02-06T22:55:47.183" v="1317"/>
          <ac:picMkLst>
            <pc:docMk/>
            <pc:sldMk cId="1501863080" sldId="1555"/>
            <ac:picMk id="4" creationId="{F364846E-0494-4C94-ED61-DCD6779785DB}"/>
          </ac:picMkLst>
        </pc:picChg>
      </pc:sldChg>
      <pc:sldChg chg="addSp delSp modSp add mod delAnim modAnim">
        <pc:chgData name="Wojtek Krakowiak" userId="f72a0bb3b8a70e05" providerId="LiveId" clId="{2B3F89FC-1B5F-4E48-92A1-38B62DA546F5}" dt="2025-02-06T22:58:11.021" v="1348"/>
        <pc:sldMkLst>
          <pc:docMk/>
          <pc:sldMk cId="12504290" sldId="1556"/>
        </pc:sldMkLst>
        <pc:spChg chg="mod">
          <ac:chgData name="Wojtek Krakowiak" userId="f72a0bb3b8a70e05" providerId="LiveId" clId="{2B3F89FC-1B5F-4E48-92A1-38B62DA546F5}" dt="2025-02-06T22:57:41.431" v="1345" actId="20577"/>
          <ac:spMkLst>
            <pc:docMk/>
            <pc:sldMk cId="12504290" sldId="1556"/>
            <ac:spMk id="2" creationId="{A4031A19-4701-1F28-4A89-8521C9638B52}"/>
          </ac:spMkLst>
        </pc:spChg>
        <pc:spChg chg="mod">
          <ac:chgData name="Wojtek Krakowiak" userId="f72a0bb3b8a70e05" providerId="LiveId" clId="{2B3F89FC-1B5F-4E48-92A1-38B62DA546F5}" dt="2025-02-06T22:56:16.411" v="1333" actId="20577"/>
          <ac:spMkLst>
            <pc:docMk/>
            <pc:sldMk cId="12504290" sldId="1556"/>
            <ac:spMk id="3" creationId="{2061200C-C24E-1B61-2264-F5846B0F8D4C}"/>
          </ac:spMkLst>
        </pc:spChg>
        <pc:picChg chg="add mod">
          <ac:chgData name="Wojtek Krakowiak" userId="f72a0bb3b8a70e05" providerId="LiveId" clId="{2B3F89FC-1B5F-4E48-92A1-38B62DA546F5}" dt="2025-02-06T22:58:09.334" v="1346"/>
          <ac:picMkLst>
            <pc:docMk/>
            <pc:sldMk cId="12504290" sldId="1556"/>
            <ac:picMk id="4" creationId="{0BEB1991-4521-6EBC-4A42-C1FB64C006C8}"/>
          </ac:picMkLst>
        </pc:picChg>
      </pc:sldChg>
      <pc:sldChg chg="addSp delSp modSp add mod delAnim modAnim">
        <pc:chgData name="Wojtek Krakowiak" userId="f72a0bb3b8a70e05" providerId="LiveId" clId="{2B3F89FC-1B5F-4E48-92A1-38B62DA546F5}" dt="2025-02-18T11:59:08.702" v="1538" actId="20577"/>
        <pc:sldMkLst>
          <pc:docMk/>
          <pc:sldMk cId="2311367034" sldId="1557"/>
        </pc:sldMkLst>
        <pc:spChg chg="mod">
          <ac:chgData name="Wojtek Krakowiak" userId="f72a0bb3b8a70e05" providerId="LiveId" clId="{2B3F89FC-1B5F-4E48-92A1-38B62DA546F5}" dt="2025-02-18T11:59:08.702" v="1538" actId="20577"/>
          <ac:spMkLst>
            <pc:docMk/>
            <pc:sldMk cId="2311367034" sldId="1557"/>
            <ac:spMk id="2" creationId="{A4031A19-4701-1F28-4A89-8521C9638B52}"/>
          </ac:spMkLst>
        </pc:spChg>
        <pc:spChg chg="mod">
          <ac:chgData name="Wojtek Krakowiak" userId="f72a0bb3b8a70e05" providerId="LiveId" clId="{2B3F89FC-1B5F-4E48-92A1-38B62DA546F5}" dt="2025-02-18T11:31:10.725" v="1383" actId="20577"/>
          <ac:spMkLst>
            <pc:docMk/>
            <pc:sldMk cId="2311367034" sldId="1557"/>
            <ac:spMk id="3" creationId="{2061200C-C24E-1B61-2264-F5846B0F8D4C}"/>
          </ac:spMkLst>
        </pc:spChg>
        <pc:picChg chg="add mod">
          <ac:chgData name="Wojtek Krakowiak" userId="f72a0bb3b8a70e05" providerId="LiveId" clId="{2B3F89FC-1B5F-4E48-92A1-38B62DA546F5}" dt="2025-02-18T11:36:28.918" v="1395"/>
          <ac:picMkLst>
            <pc:docMk/>
            <pc:sldMk cId="2311367034" sldId="1557"/>
            <ac:picMk id="5" creationId="{2E03FD35-E01E-7931-B5B9-98736C5D522E}"/>
          </ac:picMkLst>
        </pc:picChg>
      </pc:sldChg>
      <pc:sldChg chg="addSp delSp modSp add mod delAnim modAnim">
        <pc:chgData name="Wojtek Krakowiak" userId="f72a0bb3b8a70e05" providerId="LiveId" clId="{2B3F89FC-1B5F-4E48-92A1-38B62DA546F5}" dt="2025-02-18T18:01:41.585" v="2778" actId="20577"/>
        <pc:sldMkLst>
          <pc:docMk/>
          <pc:sldMk cId="3414406660" sldId="1558"/>
        </pc:sldMkLst>
        <pc:spChg chg="mod">
          <ac:chgData name="Wojtek Krakowiak" userId="f72a0bb3b8a70e05" providerId="LiveId" clId="{2B3F89FC-1B5F-4E48-92A1-38B62DA546F5}" dt="2025-02-18T18:01:41.585" v="2778" actId="20577"/>
          <ac:spMkLst>
            <pc:docMk/>
            <pc:sldMk cId="3414406660" sldId="1558"/>
            <ac:spMk id="2" creationId="{A4031A19-4701-1F28-4A89-8521C9638B52}"/>
          </ac:spMkLst>
        </pc:spChg>
        <pc:spChg chg="mod">
          <ac:chgData name="Wojtek Krakowiak" userId="f72a0bb3b8a70e05" providerId="LiveId" clId="{2B3F89FC-1B5F-4E48-92A1-38B62DA546F5}" dt="2025-02-18T11:36:54.160" v="1409" actId="20577"/>
          <ac:spMkLst>
            <pc:docMk/>
            <pc:sldMk cId="3414406660" sldId="1558"/>
            <ac:spMk id="3" creationId="{2061200C-C24E-1B61-2264-F5846B0F8D4C}"/>
          </ac:spMkLst>
        </pc:spChg>
        <pc:picChg chg="add mod">
          <ac:chgData name="Wojtek Krakowiak" userId="f72a0bb3b8a70e05" providerId="LiveId" clId="{2B3F89FC-1B5F-4E48-92A1-38B62DA546F5}" dt="2025-02-18T11:38:39.965" v="1423"/>
          <ac:picMkLst>
            <pc:docMk/>
            <pc:sldMk cId="3414406660" sldId="1558"/>
            <ac:picMk id="4" creationId="{E89B9E8B-47F6-0930-7DD9-CEB328361696}"/>
          </ac:picMkLst>
        </pc:picChg>
      </pc:sldChg>
      <pc:sldChg chg="addSp delSp modSp add mod delAnim modAnim">
        <pc:chgData name="Wojtek Krakowiak" userId="f72a0bb3b8a70e05" providerId="LiveId" clId="{2B3F89FC-1B5F-4E48-92A1-38B62DA546F5}" dt="2025-02-18T11:56:58.515" v="1484"/>
        <pc:sldMkLst>
          <pc:docMk/>
          <pc:sldMk cId="3555794372" sldId="1559"/>
        </pc:sldMkLst>
        <pc:spChg chg="mod">
          <ac:chgData name="Wojtek Krakowiak" userId="f72a0bb3b8a70e05" providerId="LiveId" clId="{2B3F89FC-1B5F-4E48-92A1-38B62DA546F5}" dt="2025-02-18T11:56:16.983" v="1470" actId="20577"/>
          <ac:spMkLst>
            <pc:docMk/>
            <pc:sldMk cId="3555794372" sldId="1559"/>
            <ac:spMk id="2" creationId="{A4031A19-4701-1F28-4A89-8521C9638B52}"/>
          </ac:spMkLst>
        </pc:spChg>
        <pc:spChg chg="mod">
          <ac:chgData name="Wojtek Krakowiak" userId="f72a0bb3b8a70e05" providerId="LiveId" clId="{2B3F89FC-1B5F-4E48-92A1-38B62DA546F5}" dt="2025-02-18T11:56:25.383" v="1481" actId="20577"/>
          <ac:spMkLst>
            <pc:docMk/>
            <pc:sldMk cId="3555794372" sldId="1559"/>
            <ac:spMk id="3" creationId="{2061200C-C24E-1B61-2264-F5846B0F8D4C}"/>
          </ac:spMkLst>
        </pc:spChg>
        <pc:picChg chg="add mod">
          <ac:chgData name="Wojtek Krakowiak" userId="f72a0bb3b8a70e05" providerId="LiveId" clId="{2B3F89FC-1B5F-4E48-92A1-38B62DA546F5}" dt="2025-02-18T11:56:56.909" v="1482"/>
          <ac:picMkLst>
            <pc:docMk/>
            <pc:sldMk cId="3555794372" sldId="1559"/>
            <ac:picMk id="5" creationId="{57D25A1B-70F8-B118-2055-DC170FE90A0D}"/>
          </ac:picMkLst>
        </pc:picChg>
      </pc:sldChg>
      <pc:sldChg chg="addSp delSp modSp add mod delAnim modAnim">
        <pc:chgData name="Wojtek Krakowiak" userId="f72a0bb3b8a70e05" providerId="LiveId" clId="{2B3F89FC-1B5F-4E48-92A1-38B62DA546F5}" dt="2025-02-18T11:58:46.910" v="1526"/>
        <pc:sldMkLst>
          <pc:docMk/>
          <pc:sldMk cId="424784778" sldId="1560"/>
        </pc:sldMkLst>
        <pc:spChg chg="mod">
          <ac:chgData name="Wojtek Krakowiak" userId="f72a0bb3b8a70e05" providerId="LiveId" clId="{2B3F89FC-1B5F-4E48-92A1-38B62DA546F5}" dt="2025-02-18T11:58:15.825" v="1523" actId="20577"/>
          <ac:spMkLst>
            <pc:docMk/>
            <pc:sldMk cId="424784778" sldId="1560"/>
            <ac:spMk id="2" creationId="{A4031A19-4701-1F28-4A89-8521C9638B52}"/>
          </ac:spMkLst>
        </pc:spChg>
        <pc:spChg chg="mod">
          <ac:chgData name="Wojtek Krakowiak" userId="f72a0bb3b8a70e05" providerId="LiveId" clId="{2B3F89FC-1B5F-4E48-92A1-38B62DA546F5}" dt="2025-02-18T11:57:50.650" v="1509" actId="20577"/>
          <ac:spMkLst>
            <pc:docMk/>
            <pc:sldMk cId="424784778" sldId="1560"/>
            <ac:spMk id="3" creationId="{2061200C-C24E-1B61-2264-F5846B0F8D4C}"/>
          </ac:spMkLst>
        </pc:spChg>
        <pc:picChg chg="add mod">
          <ac:chgData name="Wojtek Krakowiak" userId="f72a0bb3b8a70e05" providerId="LiveId" clId="{2B3F89FC-1B5F-4E48-92A1-38B62DA546F5}" dt="2025-02-18T11:58:45.261" v="1524"/>
          <ac:picMkLst>
            <pc:docMk/>
            <pc:sldMk cId="424784778" sldId="1560"/>
            <ac:picMk id="4" creationId="{BD8C24E0-8333-BA09-3204-1F4F3BDEAE49}"/>
          </ac:picMkLst>
        </pc:picChg>
      </pc:sldChg>
      <pc:sldChg chg="addSp delSp modSp add mod delAnim modAnim">
        <pc:chgData name="Wojtek Krakowiak" userId="f72a0bb3b8a70e05" providerId="LiveId" clId="{2B3F89FC-1B5F-4E48-92A1-38B62DA546F5}" dt="2025-02-18T17:12:28.933" v="2750"/>
        <pc:sldMkLst>
          <pc:docMk/>
          <pc:sldMk cId="3765158168" sldId="1561"/>
        </pc:sldMkLst>
        <pc:spChg chg="mod">
          <ac:chgData name="Wojtek Krakowiak" userId="f72a0bb3b8a70e05" providerId="LiveId" clId="{2B3F89FC-1B5F-4E48-92A1-38B62DA546F5}" dt="2025-02-18T17:11:54.415" v="2747" actId="14100"/>
          <ac:spMkLst>
            <pc:docMk/>
            <pc:sldMk cId="3765158168" sldId="1561"/>
            <ac:spMk id="2" creationId="{A4031A19-4701-1F28-4A89-8521C9638B52}"/>
          </ac:spMkLst>
        </pc:spChg>
        <pc:spChg chg="mod">
          <ac:chgData name="Wojtek Krakowiak" userId="f72a0bb3b8a70e05" providerId="LiveId" clId="{2B3F89FC-1B5F-4E48-92A1-38B62DA546F5}" dt="2025-02-18T17:11:16.698" v="2710" actId="20577"/>
          <ac:spMkLst>
            <pc:docMk/>
            <pc:sldMk cId="3765158168" sldId="1561"/>
            <ac:spMk id="3" creationId="{2061200C-C24E-1B61-2264-F5846B0F8D4C}"/>
          </ac:spMkLst>
        </pc:spChg>
        <pc:picChg chg="add mod">
          <ac:chgData name="Wojtek Krakowiak" userId="f72a0bb3b8a70e05" providerId="LiveId" clId="{2B3F89FC-1B5F-4E48-92A1-38B62DA546F5}" dt="2025-02-18T17:12:26.905" v="2748"/>
          <ac:picMkLst>
            <pc:docMk/>
            <pc:sldMk cId="3765158168" sldId="1561"/>
            <ac:picMk id="5" creationId="{7A2F912A-2CEC-6206-F54E-A0A4C33D164E}"/>
          </ac:picMkLst>
        </pc:picChg>
      </pc:sldChg>
      <pc:sldChg chg="addSp modSp add mod modAnim">
        <pc:chgData name="Wojtek Krakowiak" userId="f72a0bb3b8a70e05" providerId="LiveId" clId="{2B3F89FC-1B5F-4E48-92A1-38B62DA546F5}" dt="2025-02-18T12:25:45.953" v="1597" actId="14100"/>
        <pc:sldMkLst>
          <pc:docMk/>
          <pc:sldMk cId="800344405" sldId="1562"/>
        </pc:sldMkLst>
        <pc:spChg chg="mod">
          <ac:chgData name="Wojtek Krakowiak" userId="f72a0bb3b8a70e05" providerId="LiveId" clId="{2B3F89FC-1B5F-4E48-92A1-38B62DA546F5}" dt="2025-02-18T12:25:45.953" v="1597" actId="14100"/>
          <ac:spMkLst>
            <pc:docMk/>
            <pc:sldMk cId="800344405" sldId="1562"/>
            <ac:spMk id="2" creationId="{72A5D0A7-769B-DA38-A2DD-3522E028F2ED}"/>
          </ac:spMkLst>
        </pc:spChg>
        <pc:spChg chg="mod">
          <ac:chgData name="Wojtek Krakowiak" userId="f72a0bb3b8a70e05" providerId="LiveId" clId="{2B3F89FC-1B5F-4E48-92A1-38B62DA546F5}" dt="2025-02-18T12:09:14.501" v="1559" actId="20577"/>
          <ac:spMkLst>
            <pc:docMk/>
            <pc:sldMk cId="800344405" sldId="1562"/>
            <ac:spMk id="3" creationId="{949E109C-16B9-0FBC-DD9C-9D79190513CC}"/>
          </ac:spMkLst>
        </pc:spChg>
        <pc:picChg chg="add mod">
          <ac:chgData name="Wojtek Krakowiak" userId="f72a0bb3b8a70e05" providerId="LiveId" clId="{2B3F89FC-1B5F-4E48-92A1-38B62DA546F5}" dt="2025-02-18T12:09:50.812" v="1560"/>
          <ac:picMkLst>
            <pc:docMk/>
            <pc:sldMk cId="800344405" sldId="1562"/>
            <ac:picMk id="4" creationId="{D5660528-EC49-40E6-0A99-45D4E816310D}"/>
          </ac:picMkLst>
        </pc:picChg>
      </pc:sldChg>
      <pc:sldChg chg="addSp delSp modSp add mod delAnim modAnim">
        <pc:chgData name="Wojtek Krakowiak" userId="f72a0bb3b8a70e05" providerId="LiveId" clId="{2B3F89FC-1B5F-4E48-92A1-38B62DA546F5}" dt="2025-02-18T12:28:33.245" v="1650"/>
        <pc:sldMkLst>
          <pc:docMk/>
          <pc:sldMk cId="2041792437" sldId="1563"/>
        </pc:sldMkLst>
        <pc:spChg chg="mod">
          <ac:chgData name="Wojtek Krakowiak" userId="f72a0bb3b8a70e05" providerId="LiveId" clId="{2B3F89FC-1B5F-4E48-92A1-38B62DA546F5}" dt="2025-02-18T12:26:58.843" v="1628" actId="14100"/>
          <ac:spMkLst>
            <pc:docMk/>
            <pc:sldMk cId="2041792437" sldId="1563"/>
            <ac:spMk id="2" creationId="{72A5D0A7-769B-DA38-A2DD-3522E028F2ED}"/>
          </ac:spMkLst>
        </pc:spChg>
        <pc:spChg chg="mod">
          <ac:chgData name="Wojtek Krakowiak" userId="f72a0bb3b8a70e05" providerId="LiveId" clId="{2B3F89FC-1B5F-4E48-92A1-38B62DA546F5}" dt="2025-02-18T12:27:54.996" v="1647" actId="20577"/>
          <ac:spMkLst>
            <pc:docMk/>
            <pc:sldMk cId="2041792437" sldId="1563"/>
            <ac:spMk id="3" creationId="{949E109C-16B9-0FBC-DD9C-9D79190513CC}"/>
          </ac:spMkLst>
        </pc:spChg>
        <pc:picChg chg="add mod">
          <ac:chgData name="Wojtek Krakowiak" userId="f72a0bb3b8a70e05" providerId="LiveId" clId="{2B3F89FC-1B5F-4E48-92A1-38B62DA546F5}" dt="2025-02-18T12:28:31.549" v="1648"/>
          <ac:picMkLst>
            <pc:docMk/>
            <pc:sldMk cId="2041792437" sldId="1563"/>
            <ac:picMk id="5" creationId="{169FF870-E0C8-4D1E-CECB-7FEB2195D87E}"/>
          </ac:picMkLst>
        </pc:picChg>
      </pc:sldChg>
      <pc:sldChg chg="addSp delSp modSp add mod delAnim modAnim">
        <pc:chgData name="Wojtek Krakowiak" userId="f72a0bb3b8a70e05" providerId="LiveId" clId="{2B3F89FC-1B5F-4E48-92A1-38B62DA546F5}" dt="2025-02-18T12:38:57.162" v="1730"/>
        <pc:sldMkLst>
          <pc:docMk/>
          <pc:sldMk cId="1739061898" sldId="1564"/>
        </pc:sldMkLst>
        <pc:spChg chg="mod">
          <ac:chgData name="Wojtek Krakowiak" userId="f72a0bb3b8a70e05" providerId="LiveId" clId="{2B3F89FC-1B5F-4E48-92A1-38B62DA546F5}" dt="2025-02-18T12:36:33.589" v="1727" actId="20577"/>
          <ac:spMkLst>
            <pc:docMk/>
            <pc:sldMk cId="1739061898" sldId="1564"/>
            <ac:spMk id="2" creationId="{72A5D0A7-769B-DA38-A2DD-3522E028F2ED}"/>
          </ac:spMkLst>
        </pc:spChg>
        <pc:spChg chg="mod">
          <ac:chgData name="Wojtek Krakowiak" userId="f72a0bb3b8a70e05" providerId="LiveId" clId="{2B3F89FC-1B5F-4E48-92A1-38B62DA546F5}" dt="2025-02-18T12:35:45.427" v="1697" actId="20577"/>
          <ac:spMkLst>
            <pc:docMk/>
            <pc:sldMk cId="1739061898" sldId="1564"/>
            <ac:spMk id="3" creationId="{949E109C-16B9-0FBC-DD9C-9D79190513CC}"/>
          </ac:spMkLst>
        </pc:spChg>
        <pc:picChg chg="add mod">
          <ac:chgData name="Wojtek Krakowiak" userId="f72a0bb3b8a70e05" providerId="LiveId" clId="{2B3F89FC-1B5F-4E48-92A1-38B62DA546F5}" dt="2025-02-18T12:38:55.449" v="1728"/>
          <ac:picMkLst>
            <pc:docMk/>
            <pc:sldMk cId="1739061898" sldId="1564"/>
            <ac:picMk id="4" creationId="{45DEF48B-8C99-2FA3-DBDA-D8FF33C7473B}"/>
          </ac:picMkLst>
        </pc:picChg>
      </pc:sldChg>
      <pc:sldChg chg="addSp delSp modSp add mod delAnim modAnim">
        <pc:chgData name="Wojtek Krakowiak" userId="f72a0bb3b8a70e05" providerId="LiveId" clId="{2B3F89FC-1B5F-4E48-92A1-38B62DA546F5}" dt="2025-02-18T12:41:15.334" v="1798"/>
        <pc:sldMkLst>
          <pc:docMk/>
          <pc:sldMk cId="516708209" sldId="1565"/>
        </pc:sldMkLst>
        <pc:spChg chg="mod">
          <ac:chgData name="Wojtek Krakowiak" userId="f72a0bb3b8a70e05" providerId="LiveId" clId="{2B3F89FC-1B5F-4E48-92A1-38B62DA546F5}" dt="2025-02-18T12:40:42.745" v="1795" actId="20577"/>
          <ac:spMkLst>
            <pc:docMk/>
            <pc:sldMk cId="516708209" sldId="1565"/>
            <ac:spMk id="2" creationId="{72A5D0A7-769B-DA38-A2DD-3522E028F2ED}"/>
          </ac:spMkLst>
        </pc:spChg>
        <pc:spChg chg="mod">
          <ac:chgData name="Wojtek Krakowiak" userId="f72a0bb3b8a70e05" providerId="LiveId" clId="{2B3F89FC-1B5F-4E48-92A1-38B62DA546F5}" dt="2025-02-18T12:40:06.842" v="1772" actId="20577"/>
          <ac:spMkLst>
            <pc:docMk/>
            <pc:sldMk cId="516708209" sldId="1565"/>
            <ac:spMk id="3" creationId="{949E109C-16B9-0FBC-DD9C-9D79190513CC}"/>
          </ac:spMkLst>
        </pc:spChg>
        <pc:picChg chg="add mod">
          <ac:chgData name="Wojtek Krakowiak" userId="f72a0bb3b8a70e05" providerId="LiveId" clId="{2B3F89FC-1B5F-4E48-92A1-38B62DA546F5}" dt="2025-02-18T12:41:13.688" v="1796"/>
          <ac:picMkLst>
            <pc:docMk/>
            <pc:sldMk cId="516708209" sldId="1565"/>
            <ac:picMk id="5" creationId="{D66CF629-3CB1-9E02-4B87-823D63FC9226}"/>
          </ac:picMkLst>
        </pc:picChg>
      </pc:sldChg>
      <pc:sldChg chg="addSp delSp modSp add mod delAnim modAnim">
        <pc:chgData name="Wojtek Krakowiak" userId="f72a0bb3b8a70e05" providerId="LiveId" clId="{2B3F89FC-1B5F-4E48-92A1-38B62DA546F5}" dt="2025-02-18T12:52:07.760" v="1881" actId="1076"/>
        <pc:sldMkLst>
          <pc:docMk/>
          <pc:sldMk cId="530830810" sldId="1566"/>
        </pc:sldMkLst>
        <pc:spChg chg="mod">
          <ac:chgData name="Wojtek Krakowiak" userId="f72a0bb3b8a70e05" providerId="LiveId" clId="{2B3F89FC-1B5F-4E48-92A1-38B62DA546F5}" dt="2025-02-18T12:52:07.760" v="1881" actId="1076"/>
          <ac:spMkLst>
            <pc:docMk/>
            <pc:sldMk cId="530830810" sldId="1566"/>
            <ac:spMk id="2" creationId="{72A5D0A7-769B-DA38-A2DD-3522E028F2ED}"/>
          </ac:spMkLst>
        </pc:spChg>
        <pc:spChg chg="mod">
          <ac:chgData name="Wojtek Krakowiak" userId="f72a0bb3b8a70e05" providerId="LiveId" clId="{2B3F89FC-1B5F-4E48-92A1-38B62DA546F5}" dt="2025-02-18T12:42:54.693" v="1817" actId="20577"/>
          <ac:spMkLst>
            <pc:docMk/>
            <pc:sldMk cId="530830810" sldId="1566"/>
            <ac:spMk id="3" creationId="{949E109C-16B9-0FBC-DD9C-9D79190513CC}"/>
          </ac:spMkLst>
        </pc:spChg>
        <pc:picChg chg="add mod">
          <ac:chgData name="Wojtek Krakowiak" userId="f72a0bb3b8a70e05" providerId="LiveId" clId="{2B3F89FC-1B5F-4E48-92A1-38B62DA546F5}" dt="2025-02-18T12:43:22.816" v="1818"/>
          <ac:picMkLst>
            <pc:docMk/>
            <pc:sldMk cId="530830810" sldId="1566"/>
            <ac:picMk id="4" creationId="{D3649235-9E63-CC89-9DB2-F5759B41DB8E}"/>
          </ac:picMkLst>
        </pc:picChg>
      </pc:sldChg>
      <pc:sldChg chg="addSp delSp modSp add mod delAnim modAnim">
        <pc:chgData name="Wojtek Krakowiak" userId="f72a0bb3b8a70e05" providerId="LiveId" clId="{2B3F89FC-1B5F-4E48-92A1-38B62DA546F5}" dt="2025-02-18T13:12:11.450" v="1969"/>
        <pc:sldMkLst>
          <pc:docMk/>
          <pc:sldMk cId="2479056774" sldId="1567"/>
        </pc:sldMkLst>
        <pc:spChg chg="mod">
          <ac:chgData name="Wojtek Krakowiak" userId="f72a0bb3b8a70e05" providerId="LiveId" clId="{2B3F89FC-1B5F-4E48-92A1-38B62DA546F5}" dt="2025-02-18T13:10:42.494" v="1966" actId="20577"/>
          <ac:spMkLst>
            <pc:docMk/>
            <pc:sldMk cId="2479056774" sldId="1567"/>
            <ac:spMk id="2" creationId="{72A5D0A7-769B-DA38-A2DD-3522E028F2ED}"/>
          </ac:spMkLst>
        </pc:spChg>
        <pc:spChg chg="mod">
          <ac:chgData name="Wojtek Krakowiak" userId="f72a0bb3b8a70e05" providerId="LiveId" clId="{2B3F89FC-1B5F-4E48-92A1-38B62DA546F5}" dt="2025-02-18T13:00:33.108" v="1929" actId="20577"/>
          <ac:spMkLst>
            <pc:docMk/>
            <pc:sldMk cId="2479056774" sldId="1567"/>
            <ac:spMk id="3" creationId="{949E109C-16B9-0FBC-DD9C-9D79190513CC}"/>
          </ac:spMkLst>
        </pc:spChg>
        <pc:picChg chg="add mod">
          <ac:chgData name="Wojtek Krakowiak" userId="f72a0bb3b8a70e05" providerId="LiveId" clId="{2B3F89FC-1B5F-4E48-92A1-38B62DA546F5}" dt="2025-02-18T13:12:09.903" v="1967"/>
          <ac:picMkLst>
            <pc:docMk/>
            <pc:sldMk cId="2479056774" sldId="1567"/>
            <ac:picMk id="5" creationId="{48C936DE-F4DA-0BFB-E437-345CC03A2E73}"/>
          </ac:picMkLst>
        </pc:picChg>
      </pc:sldChg>
      <pc:sldChg chg="addSp delSp modSp add mod delAnim modAnim">
        <pc:chgData name="Wojtek Krakowiak" userId="f72a0bb3b8a70e05" providerId="LiveId" clId="{2B3F89FC-1B5F-4E48-92A1-38B62DA546F5}" dt="2025-02-18T13:17:10.412" v="2043" actId="20577"/>
        <pc:sldMkLst>
          <pc:docMk/>
          <pc:sldMk cId="3732867320" sldId="1568"/>
        </pc:sldMkLst>
        <pc:spChg chg="mod">
          <ac:chgData name="Wojtek Krakowiak" userId="f72a0bb3b8a70e05" providerId="LiveId" clId="{2B3F89FC-1B5F-4E48-92A1-38B62DA546F5}" dt="2025-02-18T13:17:10.412" v="2043" actId="20577"/>
          <ac:spMkLst>
            <pc:docMk/>
            <pc:sldMk cId="3732867320" sldId="1568"/>
            <ac:spMk id="2" creationId="{72A5D0A7-769B-DA38-A2DD-3522E028F2ED}"/>
          </ac:spMkLst>
        </pc:spChg>
        <pc:spChg chg="mod">
          <ac:chgData name="Wojtek Krakowiak" userId="f72a0bb3b8a70e05" providerId="LiveId" clId="{2B3F89FC-1B5F-4E48-92A1-38B62DA546F5}" dt="2025-02-18T13:12:49.279" v="1991" actId="20577"/>
          <ac:spMkLst>
            <pc:docMk/>
            <pc:sldMk cId="3732867320" sldId="1568"/>
            <ac:spMk id="3" creationId="{949E109C-16B9-0FBC-DD9C-9D79190513CC}"/>
          </ac:spMkLst>
        </pc:spChg>
        <pc:picChg chg="add mod">
          <ac:chgData name="Wojtek Krakowiak" userId="f72a0bb3b8a70e05" providerId="LiveId" clId="{2B3F89FC-1B5F-4E48-92A1-38B62DA546F5}" dt="2025-02-18T13:13:41.951" v="1992"/>
          <ac:picMkLst>
            <pc:docMk/>
            <pc:sldMk cId="3732867320" sldId="1568"/>
            <ac:picMk id="4" creationId="{6C9A87EB-DF25-8E88-2CFB-9B7EF6052196}"/>
          </ac:picMkLst>
        </pc:picChg>
      </pc:sldChg>
      <pc:sldChg chg="addSp delSp modSp add mod delAnim modAnim">
        <pc:chgData name="Wojtek Krakowiak" userId="f72a0bb3b8a70e05" providerId="LiveId" clId="{2B3F89FC-1B5F-4E48-92A1-38B62DA546F5}" dt="2025-02-18T13:20:51.466" v="2098" actId="20577"/>
        <pc:sldMkLst>
          <pc:docMk/>
          <pc:sldMk cId="632964383" sldId="1569"/>
        </pc:sldMkLst>
        <pc:spChg chg="mod">
          <ac:chgData name="Wojtek Krakowiak" userId="f72a0bb3b8a70e05" providerId="LiveId" clId="{2B3F89FC-1B5F-4E48-92A1-38B62DA546F5}" dt="2025-02-18T13:20:51.466" v="2098" actId="20577"/>
          <ac:spMkLst>
            <pc:docMk/>
            <pc:sldMk cId="632964383" sldId="1569"/>
            <ac:spMk id="2" creationId="{72A5D0A7-769B-DA38-A2DD-3522E028F2ED}"/>
          </ac:spMkLst>
        </pc:spChg>
        <pc:spChg chg="mod">
          <ac:chgData name="Wojtek Krakowiak" userId="f72a0bb3b8a70e05" providerId="LiveId" clId="{2B3F89FC-1B5F-4E48-92A1-38B62DA546F5}" dt="2025-02-18T13:17:36.744" v="2057" actId="20577"/>
          <ac:spMkLst>
            <pc:docMk/>
            <pc:sldMk cId="632964383" sldId="1569"/>
            <ac:spMk id="3" creationId="{949E109C-16B9-0FBC-DD9C-9D79190513CC}"/>
          </ac:spMkLst>
        </pc:spChg>
        <pc:picChg chg="add mod">
          <ac:chgData name="Wojtek Krakowiak" userId="f72a0bb3b8a70e05" providerId="LiveId" clId="{2B3F89FC-1B5F-4E48-92A1-38B62DA546F5}" dt="2025-02-18T13:19:24.594" v="2058"/>
          <ac:picMkLst>
            <pc:docMk/>
            <pc:sldMk cId="632964383" sldId="1569"/>
            <ac:picMk id="5" creationId="{3E7AD167-689E-5A36-DEF7-870747C325A9}"/>
          </ac:picMkLst>
        </pc:picChg>
      </pc:sldChg>
      <pc:sldChg chg="addSp delSp modSp add mod delAnim modAnim">
        <pc:chgData name="Wojtek Krakowiak" userId="f72a0bb3b8a70e05" providerId="LiveId" clId="{2B3F89FC-1B5F-4E48-92A1-38B62DA546F5}" dt="2025-02-18T13:24:48.305" v="2174" actId="20577"/>
        <pc:sldMkLst>
          <pc:docMk/>
          <pc:sldMk cId="2587791275" sldId="1570"/>
        </pc:sldMkLst>
        <pc:spChg chg="mod">
          <ac:chgData name="Wojtek Krakowiak" userId="f72a0bb3b8a70e05" providerId="LiveId" clId="{2B3F89FC-1B5F-4E48-92A1-38B62DA546F5}" dt="2025-02-18T13:24:48.305" v="2174" actId="20577"/>
          <ac:spMkLst>
            <pc:docMk/>
            <pc:sldMk cId="2587791275" sldId="1570"/>
            <ac:spMk id="2" creationId="{72A5D0A7-769B-DA38-A2DD-3522E028F2ED}"/>
          </ac:spMkLst>
        </pc:spChg>
        <pc:spChg chg="mod">
          <ac:chgData name="Wojtek Krakowiak" userId="f72a0bb3b8a70e05" providerId="LiveId" clId="{2B3F89FC-1B5F-4E48-92A1-38B62DA546F5}" dt="2025-02-18T13:22:01.197" v="2139" actId="20577"/>
          <ac:spMkLst>
            <pc:docMk/>
            <pc:sldMk cId="2587791275" sldId="1570"/>
            <ac:spMk id="3" creationId="{949E109C-16B9-0FBC-DD9C-9D79190513CC}"/>
          </ac:spMkLst>
        </pc:spChg>
        <pc:picChg chg="add mod">
          <ac:chgData name="Wojtek Krakowiak" userId="f72a0bb3b8a70e05" providerId="LiveId" clId="{2B3F89FC-1B5F-4E48-92A1-38B62DA546F5}" dt="2025-02-18T13:22:31.057" v="2140"/>
          <ac:picMkLst>
            <pc:docMk/>
            <pc:sldMk cId="2587791275" sldId="1570"/>
            <ac:picMk id="4" creationId="{C89375A1-B261-B081-FF25-403CE4E2545C}"/>
          </ac:picMkLst>
        </pc:picChg>
      </pc:sldChg>
      <pc:sldChg chg="addSp delSp modSp add mod delAnim modAnim">
        <pc:chgData name="Wojtek Krakowiak" userId="f72a0bb3b8a70e05" providerId="LiveId" clId="{2B3F89FC-1B5F-4E48-92A1-38B62DA546F5}" dt="2025-02-18T13:40:52.594" v="2230" actId="20577"/>
        <pc:sldMkLst>
          <pc:docMk/>
          <pc:sldMk cId="3285547036" sldId="1571"/>
        </pc:sldMkLst>
        <pc:spChg chg="mod">
          <ac:chgData name="Wojtek Krakowiak" userId="f72a0bb3b8a70e05" providerId="LiveId" clId="{2B3F89FC-1B5F-4E48-92A1-38B62DA546F5}" dt="2025-02-18T13:40:52.594" v="2230" actId="20577"/>
          <ac:spMkLst>
            <pc:docMk/>
            <pc:sldMk cId="3285547036" sldId="1571"/>
            <ac:spMk id="2" creationId="{72A5D0A7-769B-DA38-A2DD-3522E028F2ED}"/>
          </ac:spMkLst>
        </pc:spChg>
        <pc:spChg chg="mod">
          <ac:chgData name="Wojtek Krakowiak" userId="f72a0bb3b8a70e05" providerId="LiveId" clId="{2B3F89FC-1B5F-4E48-92A1-38B62DA546F5}" dt="2025-02-18T13:38:26.546" v="2190" actId="20577"/>
          <ac:spMkLst>
            <pc:docMk/>
            <pc:sldMk cId="3285547036" sldId="1571"/>
            <ac:spMk id="3" creationId="{949E109C-16B9-0FBC-DD9C-9D79190513CC}"/>
          </ac:spMkLst>
        </pc:spChg>
        <pc:picChg chg="add mod">
          <ac:chgData name="Wojtek Krakowiak" userId="f72a0bb3b8a70e05" providerId="LiveId" clId="{2B3F89FC-1B5F-4E48-92A1-38B62DA546F5}" dt="2025-02-18T13:38:58.509" v="2191"/>
          <ac:picMkLst>
            <pc:docMk/>
            <pc:sldMk cId="3285547036" sldId="1571"/>
            <ac:picMk id="5" creationId="{9D1DFC7D-7ED1-3883-2B34-D4B9A07DFE66}"/>
          </ac:picMkLst>
        </pc:picChg>
      </pc:sldChg>
      <pc:sldChg chg="addSp delSp modSp add del mod delAnim modAnim">
        <pc:chgData name="Wojtek Krakowiak" userId="f72a0bb3b8a70e05" providerId="LiveId" clId="{2B3F89FC-1B5F-4E48-92A1-38B62DA546F5}" dt="2025-02-18T17:26:33.110" v="2775" actId="47"/>
        <pc:sldMkLst>
          <pc:docMk/>
          <pc:sldMk cId="1691727971" sldId="1572"/>
        </pc:sldMkLst>
      </pc:sldChg>
      <pc:sldChg chg="addSp delSp modSp add mod delAnim modAnim">
        <pc:chgData name="Wojtek Krakowiak" userId="f72a0bb3b8a70e05" providerId="LiveId" clId="{2B3F89FC-1B5F-4E48-92A1-38B62DA546F5}" dt="2025-02-18T13:56:45.861" v="2313"/>
        <pc:sldMkLst>
          <pc:docMk/>
          <pc:sldMk cId="478791410" sldId="1573"/>
        </pc:sldMkLst>
        <pc:spChg chg="mod">
          <ac:chgData name="Wojtek Krakowiak" userId="f72a0bb3b8a70e05" providerId="LiveId" clId="{2B3F89FC-1B5F-4E48-92A1-38B62DA546F5}" dt="2025-02-18T13:55:50.608" v="2310" actId="20577"/>
          <ac:spMkLst>
            <pc:docMk/>
            <pc:sldMk cId="478791410" sldId="1573"/>
            <ac:spMk id="2" creationId="{72A5D0A7-769B-DA38-A2DD-3522E028F2ED}"/>
          </ac:spMkLst>
        </pc:spChg>
        <pc:spChg chg="mod">
          <ac:chgData name="Wojtek Krakowiak" userId="f72a0bb3b8a70e05" providerId="LiveId" clId="{2B3F89FC-1B5F-4E48-92A1-38B62DA546F5}" dt="2025-02-18T13:54:56.358" v="2295" actId="20577"/>
          <ac:spMkLst>
            <pc:docMk/>
            <pc:sldMk cId="478791410" sldId="1573"/>
            <ac:spMk id="3" creationId="{949E109C-16B9-0FBC-DD9C-9D79190513CC}"/>
          </ac:spMkLst>
        </pc:spChg>
        <pc:picChg chg="add mod">
          <ac:chgData name="Wojtek Krakowiak" userId="f72a0bb3b8a70e05" providerId="LiveId" clId="{2B3F89FC-1B5F-4E48-92A1-38B62DA546F5}" dt="2025-02-18T13:56:43.813" v="2311"/>
          <ac:picMkLst>
            <pc:docMk/>
            <pc:sldMk cId="478791410" sldId="1573"/>
            <ac:picMk id="5" creationId="{A5843E00-12CE-9861-F998-0EDC6A77F7CF}"/>
          </ac:picMkLst>
        </pc:picChg>
      </pc:sldChg>
      <pc:sldChg chg="addSp delSp modSp add mod ord delAnim modAnim">
        <pc:chgData name="Wojtek Krakowiak" userId="f72a0bb3b8a70e05" providerId="LiveId" clId="{2B3F89FC-1B5F-4E48-92A1-38B62DA546F5}" dt="2025-02-18T18:22:14.343" v="2860"/>
        <pc:sldMkLst>
          <pc:docMk/>
          <pc:sldMk cId="2095261619" sldId="1574"/>
        </pc:sldMkLst>
        <pc:spChg chg="mod">
          <ac:chgData name="Wojtek Krakowiak" userId="f72a0bb3b8a70e05" providerId="LiveId" clId="{2B3F89FC-1B5F-4E48-92A1-38B62DA546F5}" dt="2025-02-18T15:04:14.311" v="2315" actId="20577"/>
          <ac:spMkLst>
            <pc:docMk/>
            <pc:sldMk cId="2095261619" sldId="1574"/>
            <ac:spMk id="2" creationId="{72A5D0A7-769B-DA38-A2DD-3522E028F2ED}"/>
          </ac:spMkLst>
        </pc:spChg>
        <pc:spChg chg="mod">
          <ac:chgData name="Wojtek Krakowiak" userId="f72a0bb3b8a70e05" providerId="LiveId" clId="{2B3F89FC-1B5F-4E48-92A1-38B62DA546F5}" dt="2025-02-18T15:04:27.800" v="2338" actId="20577"/>
          <ac:spMkLst>
            <pc:docMk/>
            <pc:sldMk cId="2095261619" sldId="1574"/>
            <ac:spMk id="3" creationId="{949E109C-16B9-0FBC-DD9C-9D79190513CC}"/>
          </ac:spMkLst>
        </pc:spChg>
        <pc:picChg chg="add mod">
          <ac:chgData name="Wojtek Krakowiak" userId="f72a0bb3b8a70e05" providerId="LiveId" clId="{2B3F89FC-1B5F-4E48-92A1-38B62DA546F5}" dt="2025-02-18T18:05:22.969" v="2786"/>
          <ac:picMkLst>
            <pc:docMk/>
            <pc:sldMk cId="2095261619" sldId="1574"/>
            <ac:picMk id="4" creationId="{B2BEAE17-070E-D866-3CCC-4742282ADFD4}"/>
          </ac:picMkLst>
        </pc:picChg>
      </pc:sldChg>
      <pc:sldChg chg="addSp modSp add mod modAnim">
        <pc:chgData name="Wojtek Krakowiak" userId="f72a0bb3b8a70e05" providerId="LiveId" clId="{2B3F89FC-1B5F-4E48-92A1-38B62DA546F5}" dt="2025-02-18T15:45:05.207" v="2638"/>
        <pc:sldMkLst>
          <pc:docMk/>
          <pc:sldMk cId="2492969806" sldId="1575"/>
        </pc:sldMkLst>
        <pc:spChg chg="mod">
          <ac:chgData name="Wojtek Krakowiak" userId="f72a0bb3b8a70e05" providerId="LiveId" clId="{2B3F89FC-1B5F-4E48-92A1-38B62DA546F5}" dt="2025-02-18T15:23:28.814" v="2521" actId="20577"/>
          <ac:spMkLst>
            <pc:docMk/>
            <pc:sldMk cId="2492969806" sldId="1575"/>
            <ac:spMk id="2" creationId="{87A6E13A-6179-8C39-3931-BD6F8D8711D4}"/>
          </ac:spMkLst>
        </pc:spChg>
        <pc:spChg chg="mod">
          <ac:chgData name="Wojtek Krakowiak" userId="f72a0bb3b8a70e05" providerId="LiveId" clId="{2B3F89FC-1B5F-4E48-92A1-38B62DA546F5}" dt="2025-02-18T15:04:55.338" v="2354" actId="20577"/>
          <ac:spMkLst>
            <pc:docMk/>
            <pc:sldMk cId="2492969806" sldId="1575"/>
            <ac:spMk id="3" creationId="{3E3CB41E-B66A-F15E-A7B6-E6D0618421F6}"/>
          </ac:spMkLst>
        </pc:spChg>
        <pc:picChg chg="add mod">
          <ac:chgData name="Wojtek Krakowiak" userId="f72a0bb3b8a70e05" providerId="LiveId" clId="{2B3F89FC-1B5F-4E48-92A1-38B62DA546F5}" dt="2025-02-18T15:45:02.639" v="2636"/>
          <ac:picMkLst>
            <pc:docMk/>
            <pc:sldMk cId="2492969806" sldId="1575"/>
            <ac:picMk id="4" creationId="{B30A74D4-32DB-059D-201C-39BDB877B5C3}"/>
          </ac:picMkLst>
        </pc:picChg>
      </pc:sldChg>
      <pc:sldChg chg="addSp modSp add mod modAnim">
        <pc:chgData name="Wojtek Krakowiak" userId="f72a0bb3b8a70e05" providerId="LiveId" clId="{2B3F89FC-1B5F-4E48-92A1-38B62DA546F5}" dt="2025-02-18T15:45:38.191" v="2641"/>
        <pc:sldMkLst>
          <pc:docMk/>
          <pc:sldMk cId="4028098646" sldId="1576"/>
        </pc:sldMkLst>
        <pc:spChg chg="mod">
          <ac:chgData name="Wojtek Krakowiak" userId="f72a0bb3b8a70e05" providerId="LiveId" clId="{2B3F89FC-1B5F-4E48-92A1-38B62DA546F5}" dt="2025-02-18T15:28:14.550" v="2582" actId="20577"/>
          <ac:spMkLst>
            <pc:docMk/>
            <pc:sldMk cId="4028098646" sldId="1576"/>
            <ac:spMk id="2" creationId="{768AB9CC-E58A-560A-E8EE-CF4E9E827904}"/>
          </ac:spMkLst>
        </pc:spChg>
        <pc:spChg chg="mod">
          <ac:chgData name="Wojtek Krakowiak" userId="f72a0bb3b8a70e05" providerId="LiveId" clId="{2B3F89FC-1B5F-4E48-92A1-38B62DA546F5}" dt="2025-02-18T15:05:42.542" v="2374" actId="20577"/>
          <ac:spMkLst>
            <pc:docMk/>
            <pc:sldMk cId="4028098646" sldId="1576"/>
            <ac:spMk id="3" creationId="{0ECE689E-5926-B5F1-D6C2-C8011E24442C}"/>
          </ac:spMkLst>
        </pc:spChg>
        <pc:picChg chg="add mod">
          <ac:chgData name="Wojtek Krakowiak" userId="f72a0bb3b8a70e05" providerId="LiveId" clId="{2B3F89FC-1B5F-4E48-92A1-38B62DA546F5}" dt="2025-02-18T15:45:36.521" v="2639"/>
          <ac:picMkLst>
            <pc:docMk/>
            <pc:sldMk cId="4028098646" sldId="1576"/>
            <ac:picMk id="4" creationId="{F3841A98-44C7-C092-EF66-1D24A42BF941}"/>
          </ac:picMkLst>
        </pc:picChg>
      </pc:sldChg>
      <pc:sldChg chg="addSp modSp add mod modAnim">
        <pc:chgData name="Wojtek Krakowiak" userId="f72a0bb3b8a70e05" providerId="LiveId" clId="{2B3F89FC-1B5F-4E48-92A1-38B62DA546F5}" dt="2025-02-18T15:46:08.337" v="2644"/>
        <pc:sldMkLst>
          <pc:docMk/>
          <pc:sldMk cId="1315173997" sldId="1577"/>
        </pc:sldMkLst>
        <pc:spChg chg="mod">
          <ac:chgData name="Wojtek Krakowiak" userId="f72a0bb3b8a70e05" providerId="LiveId" clId="{2B3F89FC-1B5F-4E48-92A1-38B62DA546F5}" dt="2025-02-18T15:29:23.519" v="2588" actId="20577"/>
          <ac:spMkLst>
            <pc:docMk/>
            <pc:sldMk cId="1315173997" sldId="1577"/>
            <ac:spMk id="2" creationId="{B147F888-BFFD-C991-1609-AC778438DBF6}"/>
          </ac:spMkLst>
        </pc:spChg>
        <pc:spChg chg="mod">
          <ac:chgData name="Wojtek Krakowiak" userId="f72a0bb3b8a70e05" providerId="LiveId" clId="{2B3F89FC-1B5F-4E48-92A1-38B62DA546F5}" dt="2025-02-18T15:06:50.984" v="2391" actId="20577"/>
          <ac:spMkLst>
            <pc:docMk/>
            <pc:sldMk cId="1315173997" sldId="1577"/>
            <ac:spMk id="3" creationId="{16F6421E-C564-440E-867A-050F7DBBA332}"/>
          </ac:spMkLst>
        </pc:spChg>
        <pc:picChg chg="add mod">
          <ac:chgData name="Wojtek Krakowiak" userId="f72a0bb3b8a70e05" providerId="LiveId" clId="{2B3F89FC-1B5F-4E48-92A1-38B62DA546F5}" dt="2025-02-18T15:46:06.087" v="2642"/>
          <ac:picMkLst>
            <pc:docMk/>
            <pc:sldMk cId="1315173997" sldId="1577"/>
            <ac:picMk id="4" creationId="{BBC5BAAE-5696-0D5C-C893-441DFC3BC49B}"/>
          </ac:picMkLst>
        </pc:picChg>
      </pc:sldChg>
      <pc:sldChg chg="addSp modSp add mod modAnim">
        <pc:chgData name="Wojtek Krakowiak" userId="f72a0bb3b8a70e05" providerId="LiveId" clId="{2B3F89FC-1B5F-4E48-92A1-38B62DA546F5}" dt="2025-02-18T15:46:41.165" v="2647"/>
        <pc:sldMkLst>
          <pc:docMk/>
          <pc:sldMk cId="4126715504" sldId="1578"/>
        </pc:sldMkLst>
        <pc:spChg chg="mod">
          <ac:chgData name="Wojtek Krakowiak" userId="f72a0bb3b8a70e05" providerId="LiveId" clId="{2B3F89FC-1B5F-4E48-92A1-38B62DA546F5}" dt="2025-02-18T15:30:11.875" v="2602" actId="20577"/>
          <ac:spMkLst>
            <pc:docMk/>
            <pc:sldMk cId="4126715504" sldId="1578"/>
            <ac:spMk id="2" creationId="{44E3E89E-7CA3-4ECC-CB39-F2527342F3FD}"/>
          </ac:spMkLst>
        </pc:spChg>
        <pc:spChg chg="mod">
          <ac:chgData name="Wojtek Krakowiak" userId="f72a0bb3b8a70e05" providerId="LiveId" clId="{2B3F89FC-1B5F-4E48-92A1-38B62DA546F5}" dt="2025-02-18T15:07:26.511" v="2406" actId="20577"/>
          <ac:spMkLst>
            <pc:docMk/>
            <pc:sldMk cId="4126715504" sldId="1578"/>
            <ac:spMk id="3" creationId="{49465376-D079-C75C-8F4D-76724EF451E7}"/>
          </ac:spMkLst>
        </pc:spChg>
        <pc:picChg chg="add mod">
          <ac:chgData name="Wojtek Krakowiak" userId="f72a0bb3b8a70e05" providerId="LiveId" clId="{2B3F89FC-1B5F-4E48-92A1-38B62DA546F5}" dt="2025-02-18T15:46:39.622" v="2645"/>
          <ac:picMkLst>
            <pc:docMk/>
            <pc:sldMk cId="4126715504" sldId="1578"/>
            <ac:picMk id="4" creationId="{EA7678EA-4FA3-00F9-3A7A-33B8C1D89D97}"/>
          </ac:picMkLst>
        </pc:picChg>
      </pc:sldChg>
      <pc:sldChg chg="addSp modSp add mod modAnim">
        <pc:chgData name="Wojtek Krakowiak" userId="f72a0bb3b8a70e05" providerId="LiveId" clId="{2B3F89FC-1B5F-4E48-92A1-38B62DA546F5}" dt="2025-02-18T15:47:16.294" v="2650"/>
        <pc:sldMkLst>
          <pc:docMk/>
          <pc:sldMk cId="3748469286" sldId="1579"/>
        </pc:sldMkLst>
        <pc:spChg chg="mod">
          <ac:chgData name="Wojtek Krakowiak" userId="f72a0bb3b8a70e05" providerId="LiveId" clId="{2B3F89FC-1B5F-4E48-92A1-38B62DA546F5}" dt="2025-02-18T15:25:15.909" v="2535" actId="20577"/>
          <ac:spMkLst>
            <pc:docMk/>
            <pc:sldMk cId="3748469286" sldId="1579"/>
            <ac:spMk id="2" creationId="{D7A23B64-6200-105D-5100-CA2AF201212B}"/>
          </ac:spMkLst>
        </pc:spChg>
        <pc:spChg chg="mod">
          <ac:chgData name="Wojtek Krakowiak" userId="f72a0bb3b8a70e05" providerId="LiveId" clId="{2B3F89FC-1B5F-4E48-92A1-38B62DA546F5}" dt="2025-02-18T15:10:25.123" v="2422" actId="20577"/>
          <ac:spMkLst>
            <pc:docMk/>
            <pc:sldMk cId="3748469286" sldId="1579"/>
            <ac:spMk id="3" creationId="{1FCE7CA3-ADFC-9B02-8277-9D55EF8B4FC2}"/>
          </ac:spMkLst>
        </pc:spChg>
        <pc:picChg chg="add mod">
          <ac:chgData name="Wojtek Krakowiak" userId="f72a0bb3b8a70e05" providerId="LiveId" clId="{2B3F89FC-1B5F-4E48-92A1-38B62DA546F5}" dt="2025-02-18T15:47:14.451" v="2648"/>
          <ac:picMkLst>
            <pc:docMk/>
            <pc:sldMk cId="3748469286" sldId="1579"/>
            <ac:picMk id="4" creationId="{61D94924-DB60-FE69-45AF-F091C40CA7E9}"/>
          </ac:picMkLst>
        </pc:picChg>
      </pc:sldChg>
      <pc:sldChg chg="addSp modSp add mod modAnim">
        <pc:chgData name="Wojtek Krakowiak" userId="f72a0bb3b8a70e05" providerId="LiveId" clId="{2B3F89FC-1B5F-4E48-92A1-38B62DA546F5}" dt="2025-02-18T15:48:16.727" v="2656"/>
        <pc:sldMkLst>
          <pc:docMk/>
          <pc:sldMk cId="1689172269" sldId="1580"/>
        </pc:sldMkLst>
        <pc:spChg chg="mod">
          <ac:chgData name="Wojtek Krakowiak" userId="f72a0bb3b8a70e05" providerId="LiveId" clId="{2B3F89FC-1B5F-4E48-92A1-38B62DA546F5}" dt="2025-02-18T15:23:17.657" v="2513" actId="20577"/>
          <ac:spMkLst>
            <pc:docMk/>
            <pc:sldMk cId="1689172269" sldId="1580"/>
            <ac:spMk id="2" creationId="{8FDD3DC3-4DFD-9B6A-3B99-5A0BF5C2239B}"/>
          </ac:spMkLst>
        </pc:spChg>
        <pc:spChg chg="mod">
          <ac:chgData name="Wojtek Krakowiak" userId="f72a0bb3b8a70e05" providerId="LiveId" clId="{2B3F89FC-1B5F-4E48-92A1-38B62DA546F5}" dt="2025-02-18T15:11:51.715" v="2438" actId="20577"/>
          <ac:spMkLst>
            <pc:docMk/>
            <pc:sldMk cId="1689172269" sldId="1580"/>
            <ac:spMk id="3" creationId="{16346D1C-57A3-5866-562C-D09493329BE4}"/>
          </ac:spMkLst>
        </pc:spChg>
        <pc:picChg chg="add mod">
          <ac:chgData name="Wojtek Krakowiak" userId="f72a0bb3b8a70e05" providerId="LiveId" clId="{2B3F89FC-1B5F-4E48-92A1-38B62DA546F5}" dt="2025-02-18T15:48:15.002" v="2654"/>
          <ac:picMkLst>
            <pc:docMk/>
            <pc:sldMk cId="1689172269" sldId="1580"/>
            <ac:picMk id="4" creationId="{11E5F9D3-B627-3216-C7C8-1386561695A0}"/>
          </ac:picMkLst>
        </pc:picChg>
      </pc:sldChg>
      <pc:sldChg chg="addSp modSp add mod modAnim">
        <pc:chgData name="Wojtek Krakowiak" userId="f72a0bb3b8a70e05" providerId="LiveId" clId="{2B3F89FC-1B5F-4E48-92A1-38B62DA546F5}" dt="2025-02-18T15:48:52.649" v="2661" actId="20577"/>
        <pc:sldMkLst>
          <pc:docMk/>
          <pc:sldMk cId="838098554" sldId="1581"/>
        </pc:sldMkLst>
        <pc:spChg chg="mod">
          <ac:chgData name="Wojtek Krakowiak" userId="f72a0bb3b8a70e05" providerId="LiveId" clId="{2B3F89FC-1B5F-4E48-92A1-38B62DA546F5}" dt="2025-02-18T15:48:52.649" v="2661" actId="20577"/>
          <ac:spMkLst>
            <pc:docMk/>
            <pc:sldMk cId="838098554" sldId="1581"/>
            <ac:spMk id="2" creationId="{CB6373FD-8F0F-CE12-F3E9-224703E16E80}"/>
          </ac:spMkLst>
        </pc:spChg>
        <pc:spChg chg="mod">
          <ac:chgData name="Wojtek Krakowiak" userId="f72a0bb3b8a70e05" providerId="LiveId" clId="{2B3F89FC-1B5F-4E48-92A1-38B62DA546F5}" dt="2025-02-18T15:21:25.793" v="2498" actId="20577"/>
          <ac:spMkLst>
            <pc:docMk/>
            <pc:sldMk cId="838098554" sldId="1581"/>
            <ac:spMk id="3" creationId="{FACB5BE5-8B87-EC5D-85C8-7DF09138505B}"/>
          </ac:spMkLst>
        </pc:spChg>
        <pc:picChg chg="add mod">
          <ac:chgData name="Wojtek Krakowiak" userId="f72a0bb3b8a70e05" providerId="LiveId" clId="{2B3F89FC-1B5F-4E48-92A1-38B62DA546F5}" dt="2025-02-18T15:48:42.310" v="2657"/>
          <ac:picMkLst>
            <pc:docMk/>
            <pc:sldMk cId="838098554" sldId="1581"/>
            <ac:picMk id="4" creationId="{B30A9425-CD00-D104-E264-406A96CD8E13}"/>
          </ac:picMkLst>
        </pc:picChg>
      </pc:sldChg>
      <pc:sldChg chg="addSp modSp add mod modAnim">
        <pc:chgData name="Wojtek Krakowiak" userId="f72a0bb3b8a70e05" providerId="LiveId" clId="{2B3F89FC-1B5F-4E48-92A1-38B62DA546F5}" dt="2025-02-18T15:49:23.490" v="2664"/>
        <pc:sldMkLst>
          <pc:docMk/>
          <pc:sldMk cId="1913175927" sldId="1582"/>
        </pc:sldMkLst>
        <pc:spChg chg="mod">
          <ac:chgData name="Wojtek Krakowiak" userId="f72a0bb3b8a70e05" providerId="LiveId" clId="{2B3F89FC-1B5F-4E48-92A1-38B62DA546F5}" dt="2025-02-18T15:27:04.043" v="2560" actId="20577"/>
          <ac:spMkLst>
            <pc:docMk/>
            <pc:sldMk cId="1913175927" sldId="1582"/>
            <ac:spMk id="2" creationId="{D755312A-0C38-CBE7-C234-C77CFCB5423E}"/>
          </ac:spMkLst>
        </pc:spChg>
        <pc:spChg chg="mod">
          <ac:chgData name="Wojtek Krakowiak" userId="f72a0bb3b8a70e05" providerId="LiveId" clId="{2B3F89FC-1B5F-4E48-92A1-38B62DA546F5}" dt="2025-02-18T15:20:27.597" v="2465" actId="20577"/>
          <ac:spMkLst>
            <pc:docMk/>
            <pc:sldMk cId="1913175927" sldId="1582"/>
            <ac:spMk id="3" creationId="{C4185AA7-E5AC-EDB0-A1B3-D904065F1F14}"/>
          </ac:spMkLst>
        </pc:spChg>
        <pc:picChg chg="add mod">
          <ac:chgData name="Wojtek Krakowiak" userId="f72a0bb3b8a70e05" providerId="LiveId" clId="{2B3F89FC-1B5F-4E48-92A1-38B62DA546F5}" dt="2025-02-18T15:49:21.536" v="2662"/>
          <ac:picMkLst>
            <pc:docMk/>
            <pc:sldMk cId="1913175927" sldId="1582"/>
            <ac:picMk id="4" creationId="{71282779-D5CF-CF0C-1FDA-52213DA5E29D}"/>
          </ac:picMkLst>
        </pc:picChg>
      </pc:sldChg>
      <pc:sldChg chg="addSp modSp add mod modAnim">
        <pc:chgData name="Wojtek Krakowiak" userId="f72a0bb3b8a70e05" providerId="LiveId" clId="{2B3F89FC-1B5F-4E48-92A1-38B62DA546F5}" dt="2025-02-18T15:47:45.786" v="2653"/>
        <pc:sldMkLst>
          <pc:docMk/>
          <pc:sldMk cId="2144114491" sldId="1583"/>
        </pc:sldMkLst>
        <pc:spChg chg="mod">
          <ac:chgData name="Wojtek Krakowiak" userId="f72a0bb3b8a70e05" providerId="LiveId" clId="{2B3F89FC-1B5F-4E48-92A1-38B62DA546F5}" dt="2025-02-18T15:32:35.178" v="2635" actId="20577"/>
          <ac:spMkLst>
            <pc:docMk/>
            <pc:sldMk cId="2144114491" sldId="1583"/>
            <ac:spMk id="2" creationId="{DFEDBE7D-B0E8-08AD-6F39-342211B0F5C1}"/>
          </ac:spMkLst>
        </pc:spChg>
        <pc:spChg chg="mod">
          <ac:chgData name="Wojtek Krakowiak" userId="f72a0bb3b8a70e05" providerId="LiveId" clId="{2B3F89FC-1B5F-4E48-92A1-38B62DA546F5}" dt="2025-02-18T15:21:09.271" v="2491" actId="313"/>
          <ac:spMkLst>
            <pc:docMk/>
            <pc:sldMk cId="2144114491" sldId="1583"/>
            <ac:spMk id="3" creationId="{33DBA354-EC22-4C4D-95FC-FB7AC70C329E}"/>
          </ac:spMkLst>
        </pc:spChg>
        <pc:picChg chg="add mod">
          <ac:chgData name="Wojtek Krakowiak" userId="f72a0bb3b8a70e05" providerId="LiveId" clId="{2B3F89FC-1B5F-4E48-92A1-38B62DA546F5}" dt="2025-02-18T15:47:43.993" v="2651"/>
          <ac:picMkLst>
            <pc:docMk/>
            <pc:sldMk cId="2144114491" sldId="1583"/>
            <ac:picMk id="4" creationId="{F67CB1B4-D46F-566E-5E73-22B8483B9001}"/>
          </ac:picMkLst>
        </pc:picChg>
      </pc:sldChg>
      <pc:sldChg chg="addSp delSp modSp add mod ord delAnim modAnim">
        <pc:chgData name="Wojtek Krakowiak" userId="f72a0bb3b8a70e05" providerId="LiveId" clId="{2B3F89FC-1B5F-4E48-92A1-38B62DA546F5}" dt="2025-02-18T18:22:11.254" v="2858"/>
        <pc:sldMkLst>
          <pc:docMk/>
          <pc:sldMk cId="820319726" sldId="1584"/>
        </pc:sldMkLst>
        <pc:spChg chg="mod">
          <ac:chgData name="Wojtek Krakowiak" userId="f72a0bb3b8a70e05" providerId="LiveId" clId="{2B3F89FC-1B5F-4E48-92A1-38B62DA546F5}" dt="2025-02-18T15:54:21.160" v="2695" actId="20577"/>
          <ac:spMkLst>
            <pc:docMk/>
            <pc:sldMk cId="820319726" sldId="1584"/>
            <ac:spMk id="2" creationId="{D755312A-0C38-CBE7-C234-C77CFCB5423E}"/>
          </ac:spMkLst>
        </pc:spChg>
        <pc:spChg chg="mod">
          <ac:chgData name="Wojtek Krakowiak" userId="f72a0bb3b8a70e05" providerId="LiveId" clId="{2B3F89FC-1B5F-4E48-92A1-38B62DA546F5}" dt="2025-02-18T15:50:30.724" v="2680" actId="20577"/>
          <ac:spMkLst>
            <pc:docMk/>
            <pc:sldMk cId="820319726" sldId="1584"/>
            <ac:spMk id="3" creationId="{C4185AA7-E5AC-EDB0-A1B3-D904065F1F14}"/>
          </ac:spMkLst>
        </pc:spChg>
        <pc:picChg chg="add mod">
          <ac:chgData name="Wojtek Krakowiak" userId="f72a0bb3b8a70e05" providerId="LiveId" clId="{2B3F89FC-1B5F-4E48-92A1-38B62DA546F5}" dt="2025-02-18T15:54:01.401" v="2681"/>
          <ac:picMkLst>
            <pc:docMk/>
            <pc:sldMk cId="820319726" sldId="1584"/>
            <ac:picMk id="5" creationId="{9218B7D3-BB30-150D-9D00-33C395E61CFB}"/>
          </ac:picMkLst>
        </pc:picChg>
      </pc:sldChg>
      <pc:sldChg chg="addSp delSp modSp add mod delAnim modAnim">
        <pc:chgData name="Wojtek Krakowiak" userId="f72a0bb3b8a70e05" providerId="LiveId" clId="{2B3F89FC-1B5F-4E48-92A1-38B62DA546F5}" dt="2025-02-18T17:13:45.148" v="2774"/>
        <pc:sldMkLst>
          <pc:docMk/>
          <pc:sldMk cId="342534139" sldId="1585"/>
        </pc:sldMkLst>
        <pc:spChg chg="mod">
          <ac:chgData name="Wojtek Krakowiak" userId="f72a0bb3b8a70e05" providerId="LiveId" clId="{2B3F89FC-1B5F-4E48-92A1-38B62DA546F5}" dt="2025-02-18T17:13:16.274" v="2765" actId="20577"/>
          <ac:spMkLst>
            <pc:docMk/>
            <pc:sldMk cId="342534139" sldId="1585"/>
            <ac:spMk id="2" creationId="{A4031A19-4701-1F28-4A89-8521C9638B52}"/>
          </ac:spMkLst>
        </pc:spChg>
        <pc:spChg chg="mod">
          <ac:chgData name="Wojtek Krakowiak" userId="f72a0bb3b8a70e05" providerId="LiveId" clId="{2B3F89FC-1B5F-4E48-92A1-38B62DA546F5}" dt="2025-02-18T17:13:21.232" v="2770" actId="20577"/>
          <ac:spMkLst>
            <pc:docMk/>
            <pc:sldMk cId="342534139" sldId="1585"/>
            <ac:spMk id="3" creationId="{2061200C-C24E-1B61-2264-F5846B0F8D4C}"/>
          </ac:spMkLst>
        </pc:spChg>
        <pc:picChg chg="add mod">
          <ac:chgData name="Wojtek Krakowiak" userId="f72a0bb3b8a70e05" providerId="LiveId" clId="{2B3F89FC-1B5F-4E48-92A1-38B62DA546F5}" dt="2025-02-18T17:13:43.263" v="2772"/>
          <ac:picMkLst>
            <pc:docMk/>
            <pc:sldMk cId="342534139" sldId="1585"/>
            <ac:picMk id="4" creationId="{9E442489-27E7-9C6E-0124-9B3BE4D2BF5A}"/>
          </ac:picMkLst>
        </pc:picChg>
      </pc:sldChg>
      <pc:sldChg chg="addSp delSp modSp add mod delAnim modAnim">
        <pc:chgData name="Wojtek Krakowiak" userId="f72a0bb3b8a70e05" providerId="LiveId" clId="{2B3F89FC-1B5F-4E48-92A1-38B62DA546F5}" dt="2025-02-18T18:21:39.038" v="2856" actId="20577"/>
        <pc:sldMkLst>
          <pc:docMk/>
          <pc:sldMk cId="1438042858" sldId="1586"/>
        </pc:sldMkLst>
        <pc:spChg chg="mod">
          <ac:chgData name="Wojtek Krakowiak" userId="f72a0bb3b8a70e05" providerId="LiveId" clId="{2B3F89FC-1B5F-4E48-92A1-38B62DA546F5}" dt="2025-02-18T18:21:39.038" v="2856" actId="20577"/>
          <ac:spMkLst>
            <pc:docMk/>
            <pc:sldMk cId="1438042858" sldId="1586"/>
            <ac:spMk id="2" creationId="{72A5D0A7-769B-DA38-A2DD-3522E028F2ED}"/>
          </ac:spMkLst>
        </pc:spChg>
        <pc:spChg chg="mod">
          <ac:chgData name="Wojtek Krakowiak" userId="f72a0bb3b8a70e05" providerId="LiveId" clId="{2B3F89FC-1B5F-4E48-92A1-38B62DA546F5}" dt="2025-02-18T18:19:39.672" v="2813" actId="20577"/>
          <ac:spMkLst>
            <pc:docMk/>
            <pc:sldMk cId="1438042858" sldId="1586"/>
            <ac:spMk id="3" creationId="{949E109C-16B9-0FBC-DD9C-9D79190513CC}"/>
          </ac:spMkLst>
        </pc:spChg>
        <pc:picChg chg="add mod">
          <ac:chgData name="Wojtek Krakowiak" userId="f72a0bb3b8a70e05" providerId="LiveId" clId="{2B3F89FC-1B5F-4E48-92A1-38B62DA546F5}" dt="2025-02-18T18:20:05.692" v="2814"/>
          <ac:picMkLst>
            <pc:docMk/>
            <pc:sldMk cId="1438042858" sldId="1586"/>
            <ac:picMk id="5" creationId="{DD29E6ED-03E6-8F5E-934F-2FB8CD6A02D4}"/>
          </ac:picMkLst>
        </pc:picChg>
      </pc:sldChg>
      <pc:sldChg chg="addSp delSp modSp add mod delAnim modAnim">
        <pc:chgData name="Wojtek Krakowiak" userId="f72a0bb3b8a70e05" providerId="LiveId" clId="{2B3F89FC-1B5F-4E48-92A1-38B62DA546F5}" dt="2025-02-22T22:10:26.678" v="2908"/>
        <pc:sldMkLst>
          <pc:docMk/>
          <pc:sldMk cId="1628176765" sldId="1587"/>
        </pc:sldMkLst>
        <pc:spChg chg="mod">
          <ac:chgData name="Wojtek Krakowiak" userId="f72a0bb3b8a70e05" providerId="LiveId" clId="{2B3F89FC-1B5F-4E48-92A1-38B62DA546F5}" dt="2025-02-22T22:08:07.231" v="2905" actId="20577"/>
          <ac:spMkLst>
            <pc:docMk/>
            <pc:sldMk cId="1628176765" sldId="1587"/>
            <ac:spMk id="2" creationId="{D0CF59C9-6B33-4CB8-855B-43D2F5A16BB8}"/>
          </ac:spMkLst>
        </pc:spChg>
        <pc:spChg chg="mod">
          <ac:chgData name="Wojtek Krakowiak" userId="f72a0bb3b8a70e05" providerId="LiveId" clId="{2B3F89FC-1B5F-4E48-92A1-38B62DA546F5}" dt="2025-02-22T22:07:53.776" v="2891" actId="20577"/>
          <ac:spMkLst>
            <pc:docMk/>
            <pc:sldMk cId="1628176765" sldId="1587"/>
            <ac:spMk id="3" creationId="{39415443-7D6F-4D36-AAC8-D8D539C108C7}"/>
          </ac:spMkLst>
        </pc:spChg>
        <pc:picChg chg="add mod">
          <ac:chgData name="Wojtek Krakowiak" userId="f72a0bb3b8a70e05" providerId="LiveId" clId="{2B3F89FC-1B5F-4E48-92A1-38B62DA546F5}" dt="2025-02-22T22:10:25.122" v="2906"/>
          <ac:picMkLst>
            <pc:docMk/>
            <pc:sldMk cId="1628176765" sldId="1587"/>
            <ac:picMk id="4" creationId="{5E335845-E69A-B205-AD2A-5B1F8D69AB66}"/>
          </ac:picMkLst>
        </pc:picChg>
        <pc:picChg chg="del">
          <ac:chgData name="Wojtek Krakowiak" userId="f72a0bb3b8a70e05" providerId="LiveId" clId="{2B3F89FC-1B5F-4E48-92A1-38B62DA546F5}" dt="2025-02-22T22:07:25.416" v="2863" actId="478"/>
          <ac:picMkLst>
            <pc:docMk/>
            <pc:sldMk cId="1628176765" sldId="1587"/>
            <ac:picMk id="5" creationId="{890FDA57-EB6D-8AF9-FEF1-315D43F5631A}"/>
          </ac:picMkLst>
        </pc:picChg>
      </pc:sldChg>
      <pc:sldChg chg="addSp delSp modSp add mod delAnim modAnim">
        <pc:chgData name="Wojtek Krakowiak" userId="f72a0bb3b8a70e05" providerId="LiveId" clId="{2B3F89FC-1B5F-4E48-92A1-38B62DA546F5}" dt="2025-02-22T22:13:52.717" v="2950"/>
        <pc:sldMkLst>
          <pc:docMk/>
          <pc:sldMk cId="4068965496" sldId="1588"/>
        </pc:sldMkLst>
        <pc:spChg chg="mod">
          <ac:chgData name="Wojtek Krakowiak" userId="f72a0bb3b8a70e05" providerId="LiveId" clId="{2B3F89FC-1B5F-4E48-92A1-38B62DA546F5}" dt="2025-02-22T22:12:29.678" v="2922" actId="20577"/>
          <ac:spMkLst>
            <pc:docMk/>
            <pc:sldMk cId="4068965496" sldId="1588"/>
            <ac:spMk id="2" creationId="{D0CF59C9-6B33-4CB8-855B-43D2F5A16BB8}"/>
          </ac:spMkLst>
        </pc:spChg>
        <pc:spChg chg="add del mod">
          <ac:chgData name="Wojtek Krakowiak" userId="f72a0bb3b8a70e05" providerId="LiveId" clId="{2B3F89FC-1B5F-4E48-92A1-38B62DA546F5}" dt="2025-02-22T22:13:09.282" v="2947" actId="20577"/>
          <ac:spMkLst>
            <pc:docMk/>
            <pc:sldMk cId="4068965496" sldId="1588"/>
            <ac:spMk id="3" creationId="{39415443-7D6F-4D36-AAC8-D8D539C108C7}"/>
          </ac:spMkLst>
        </pc:spChg>
        <pc:spChg chg="add mod">
          <ac:chgData name="Wojtek Krakowiak" userId="f72a0bb3b8a70e05" providerId="LiveId" clId="{2B3F89FC-1B5F-4E48-92A1-38B62DA546F5}" dt="2025-02-22T22:12:47.007" v="2927"/>
          <ac:spMkLst>
            <pc:docMk/>
            <pc:sldMk cId="4068965496" sldId="1588"/>
            <ac:spMk id="5" creationId="{EAFAEF94-50B0-1AE8-20B9-AD42DA23C105}"/>
          </ac:spMkLst>
        </pc:spChg>
        <pc:picChg chg="del">
          <ac:chgData name="Wojtek Krakowiak" userId="f72a0bb3b8a70e05" providerId="LiveId" clId="{2B3F89FC-1B5F-4E48-92A1-38B62DA546F5}" dt="2025-02-22T22:12:59.503" v="2937" actId="478"/>
          <ac:picMkLst>
            <pc:docMk/>
            <pc:sldMk cId="4068965496" sldId="1588"/>
            <ac:picMk id="4" creationId="{5E335845-E69A-B205-AD2A-5B1F8D69AB66}"/>
          </ac:picMkLst>
        </pc:picChg>
        <pc:picChg chg="add mod">
          <ac:chgData name="Wojtek Krakowiak" userId="f72a0bb3b8a70e05" providerId="LiveId" clId="{2B3F89FC-1B5F-4E48-92A1-38B62DA546F5}" dt="2025-02-22T22:13:50.960" v="2948"/>
          <ac:picMkLst>
            <pc:docMk/>
            <pc:sldMk cId="4068965496" sldId="1588"/>
            <ac:picMk id="6" creationId="{BFC07CCD-6C54-9F02-8ADF-BABB8308189F}"/>
          </ac:picMkLst>
        </pc:picChg>
      </pc:sldChg>
      <pc:sldChg chg="addSp delSp modSp add mod delAnim modAnim">
        <pc:chgData name="Wojtek Krakowiak" userId="f72a0bb3b8a70e05" providerId="LiveId" clId="{2B3F89FC-1B5F-4E48-92A1-38B62DA546F5}" dt="2025-02-22T22:16:04.904" v="2974"/>
        <pc:sldMkLst>
          <pc:docMk/>
          <pc:sldMk cId="2520453097" sldId="1589"/>
        </pc:sldMkLst>
        <pc:spChg chg="mod">
          <ac:chgData name="Wojtek Krakowiak" userId="f72a0bb3b8a70e05" providerId="LiveId" clId="{2B3F89FC-1B5F-4E48-92A1-38B62DA546F5}" dt="2025-02-22T22:15:36.325" v="2971" actId="20577"/>
          <ac:spMkLst>
            <pc:docMk/>
            <pc:sldMk cId="2520453097" sldId="1589"/>
            <ac:spMk id="2" creationId="{D0CF59C9-6B33-4CB8-855B-43D2F5A16BB8}"/>
          </ac:spMkLst>
        </pc:spChg>
        <pc:spChg chg="mod">
          <ac:chgData name="Wojtek Krakowiak" userId="f72a0bb3b8a70e05" providerId="LiveId" clId="{2B3F89FC-1B5F-4E48-92A1-38B62DA546F5}" dt="2025-02-22T22:15:24.498" v="2960" actId="20577"/>
          <ac:spMkLst>
            <pc:docMk/>
            <pc:sldMk cId="2520453097" sldId="1589"/>
            <ac:spMk id="3" creationId="{39415443-7D6F-4D36-AAC8-D8D539C108C7}"/>
          </ac:spMkLst>
        </pc:spChg>
        <pc:picChg chg="add mod">
          <ac:chgData name="Wojtek Krakowiak" userId="f72a0bb3b8a70e05" providerId="LiveId" clId="{2B3F89FC-1B5F-4E48-92A1-38B62DA546F5}" dt="2025-02-22T22:16:03.332" v="2972"/>
          <ac:picMkLst>
            <pc:docMk/>
            <pc:sldMk cId="2520453097" sldId="1589"/>
            <ac:picMk id="4" creationId="{747CD06F-5012-F216-29C6-8A424E3FB8A7}"/>
          </ac:picMkLst>
        </pc:picChg>
        <pc:picChg chg="del">
          <ac:chgData name="Wojtek Krakowiak" userId="f72a0bb3b8a70e05" providerId="LiveId" clId="{2B3F89FC-1B5F-4E48-92A1-38B62DA546F5}" dt="2025-02-22T22:15:28.175" v="2961" actId="478"/>
          <ac:picMkLst>
            <pc:docMk/>
            <pc:sldMk cId="2520453097" sldId="1589"/>
            <ac:picMk id="6" creationId="{BFC07CCD-6C54-9F02-8ADF-BABB8308189F}"/>
          </ac:picMkLst>
        </pc:picChg>
      </pc:sldChg>
      <pc:sldChg chg="addSp delSp modSp add mod delAnim modAnim">
        <pc:chgData name="Wojtek Krakowiak" userId="f72a0bb3b8a70e05" providerId="LiveId" clId="{2B3F89FC-1B5F-4E48-92A1-38B62DA546F5}" dt="2025-02-22T22:19:38.357" v="3012"/>
        <pc:sldMkLst>
          <pc:docMk/>
          <pc:sldMk cId="1945882774" sldId="1590"/>
        </pc:sldMkLst>
        <pc:spChg chg="mod">
          <ac:chgData name="Wojtek Krakowiak" userId="f72a0bb3b8a70e05" providerId="LiveId" clId="{2B3F89FC-1B5F-4E48-92A1-38B62DA546F5}" dt="2025-02-22T22:19:12.502" v="3009" actId="20577"/>
          <ac:spMkLst>
            <pc:docMk/>
            <pc:sldMk cId="1945882774" sldId="1590"/>
            <ac:spMk id="2" creationId="{D0CF59C9-6B33-4CB8-855B-43D2F5A16BB8}"/>
          </ac:spMkLst>
        </pc:spChg>
        <pc:spChg chg="mod">
          <ac:chgData name="Wojtek Krakowiak" userId="f72a0bb3b8a70e05" providerId="LiveId" clId="{2B3F89FC-1B5F-4E48-92A1-38B62DA546F5}" dt="2025-02-22T22:17:07.644" v="2994" actId="20577"/>
          <ac:spMkLst>
            <pc:docMk/>
            <pc:sldMk cId="1945882774" sldId="1590"/>
            <ac:spMk id="3" creationId="{39415443-7D6F-4D36-AAC8-D8D539C108C7}"/>
          </ac:spMkLst>
        </pc:spChg>
        <pc:picChg chg="add mod">
          <ac:chgData name="Wojtek Krakowiak" userId="f72a0bb3b8a70e05" providerId="LiveId" clId="{2B3F89FC-1B5F-4E48-92A1-38B62DA546F5}" dt="2025-02-22T22:19:36.413" v="3010"/>
          <ac:picMkLst>
            <pc:docMk/>
            <pc:sldMk cId="1945882774" sldId="1590"/>
            <ac:picMk id="4" creationId="{98FFA0E5-AED6-79EB-284A-9649B15319B7}"/>
          </ac:picMkLst>
        </pc:picChg>
        <pc:picChg chg="del">
          <ac:chgData name="Wojtek Krakowiak" userId="f72a0bb3b8a70e05" providerId="LiveId" clId="{2B3F89FC-1B5F-4E48-92A1-38B62DA546F5}" dt="2025-02-22T22:16:54.703" v="2978" actId="478"/>
          <ac:picMkLst>
            <pc:docMk/>
            <pc:sldMk cId="1945882774" sldId="1590"/>
            <ac:picMk id="6" creationId="{BFC07CCD-6C54-9F02-8ADF-BABB8308189F}"/>
          </ac:picMkLst>
        </pc:picChg>
      </pc:sldChg>
      <pc:sldChg chg="addSp delSp modSp add mod delAnim modAnim">
        <pc:chgData name="Wojtek Krakowiak" userId="f72a0bb3b8a70e05" providerId="LiveId" clId="{2B3F89FC-1B5F-4E48-92A1-38B62DA546F5}" dt="2025-02-22T22:22:53.497" v="3051"/>
        <pc:sldMkLst>
          <pc:docMk/>
          <pc:sldMk cId="2412664230" sldId="1591"/>
        </pc:sldMkLst>
        <pc:spChg chg="mod">
          <ac:chgData name="Wojtek Krakowiak" userId="f72a0bb3b8a70e05" providerId="LiveId" clId="{2B3F89FC-1B5F-4E48-92A1-38B62DA546F5}" dt="2025-02-22T22:21:52.571" v="3020" actId="20577"/>
          <ac:spMkLst>
            <pc:docMk/>
            <pc:sldMk cId="2412664230" sldId="1591"/>
            <ac:spMk id="2" creationId="{D0CF59C9-6B33-4CB8-855B-43D2F5A16BB8}"/>
          </ac:spMkLst>
        </pc:spChg>
        <pc:spChg chg="mod">
          <ac:chgData name="Wojtek Krakowiak" userId="f72a0bb3b8a70e05" providerId="LiveId" clId="{2B3F89FC-1B5F-4E48-92A1-38B62DA546F5}" dt="2025-02-22T22:22:21.965" v="3048" actId="20577"/>
          <ac:spMkLst>
            <pc:docMk/>
            <pc:sldMk cId="2412664230" sldId="1591"/>
            <ac:spMk id="3" creationId="{39415443-7D6F-4D36-AAC8-D8D539C108C7}"/>
          </ac:spMkLst>
        </pc:spChg>
        <pc:picChg chg="del">
          <ac:chgData name="Wojtek Krakowiak" userId="f72a0bb3b8a70e05" providerId="LiveId" clId="{2B3F89FC-1B5F-4E48-92A1-38B62DA546F5}" dt="2025-02-22T22:22:02.651" v="3034" actId="478"/>
          <ac:picMkLst>
            <pc:docMk/>
            <pc:sldMk cId="2412664230" sldId="1591"/>
            <ac:picMk id="4" creationId="{98FFA0E5-AED6-79EB-284A-9649B15319B7}"/>
          </ac:picMkLst>
        </pc:picChg>
        <pc:picChg chg="add mod">
          <ac:chgData name="Wojtek Krakowiak" userId="f72a0bb3b8a70e05" providerId="LiveId" clId="{2B3F89FC-1B5F-4E48-92A1-38B62DA546F5}" dt="2025-02-22T22:22:52.177" v="3049"/>
          <ac:picMkLst>
            <pc:docMk/>
            <pc:sldMk cId="2412664230" sldId="1591"/>
            <ac:picMk id="5" creationId="{0A83AFBC-E296-BEAF-8117-28D2B1BBAB12}"/>
          </ac:picMkLst>
        </pc:picChg>
      </pc:sldChg>
      <pc:sldChg chg="addSp delSp modSp add mod delAnim modAnim">
        <pc:chgData name="Wojtek Krakowiak" userId="f72a0bb3b8a70e05" providerId="LiveId" clId="{2B3F89FC-1B5F-4E48-92A1-38B62DA546F5}" dt="2025-02-22T22:25:42.711" v="3120"/>
        <pc:sldMkLst>
          <pc:docMk/>
          <pc:sldMk cId="567929554" sldId="1592"/>
        </pc:sldMkLst>
        <pc:spChg chg="mod">
          <ac:chgData name="Wojtek Krakowiak" userId="f72a0bb3b8a70e05" providerId="LiveId" clId="{2B3F89FC-1B5F-4E48-92A1-38B62DA546F5}" dt="2025-02-22T22:25:18.324" v="3117" actId="14100"/>
          <ac:spMkLst>
            <pc:docMk/>
            <pc:sldMk cId="567929554" sldId="1592"/>
            <ac:spMk id="2" creationId="{D0CF59C9-6B33-4CB8-855B-43D2F5A16BB8}"/>
          </ac:spMkLst>
        </pc:spChg>
        <pc:spChg chg="mod">
          <ac:chgData name="Wojtek Krakowiak" userId="f72a0bb3b8a70e05" providerId="LiveId" clId="{2B3F89FC-1B5F-4E48-92A1-38B62DA546F5}" dt="2025-02-22T22:24:32.323" v="3065" actId="20577"/>
          <ac:spMkLst>
            <pc:docMk/>
            <pc:sldMk cId="567929554" sldId="1592"/>
            <ac:spMk id="3" creationId="{39415443-7D6F-4D36-AAC8-D8D539C108C7}"/>
          </ac:spMkLst>
        </pc:spChg>
        <pc:picChg chg="add mod">
          <ac:chgData name="Wojtek Krakowiak" userId="f72a0bb3b8a70e05" providerId="LiveId" clId="{2B3F89FC-1B5F-4E48-92A1-38B62DA546F5}" dt="2025-02-22T22:25:40.963" v="3118"/>
          <ac:picMkLst>
            <pc:docMk/>
            <pc:sldMk cId="567929554" sldId="1592"/>
            <ac:picMk id="4" creationId="{1D43B84F-64E7-0675-3024-33E8D6329A8C}"/>
          </ac:picMkLst>
        </pc:picChg>
        <pc:picChg chg="del">
          <ac:chgData name="Wojtek Krakowiak" userId="f72a0bb3b8a70e05" providerId="LiveId" clId="{2B3F89FC-1B5F-4E48-92A1-38B62DA546F5}" dt="2025-02-22T22:24:22.794" v="3055" actId="478"/>
          <ac:picMkLst>
            <pc:docMk/>
            <pc:sldMk cId="567929554" sldId="1592"/>
            <ac:picMk id="5" creationId="{0A83AFBC-E296-BEAF-8117-28D2B1BBAB12}"/>
          </ac:picMkLst>
        </pc:picChg>
      </pc:sldChg>
      <pc:sldChg chg="addSp delSp modSp add mod delAnim modAnim">
        <pc:chgData name="Wojtek Krakowiak" userId="f72a0bb3b8a70e05" providerId="LiveId" clId="{2B3F89FC-1B5F-4E48-92A1-38B62DA546F5}" dt="2025-02-22T22:28:04.400" v="3175"/>
        <pc:sldMkLst>
          <pc:docMk/>
          <pc:sldMk cId="778484339" sldId="1593"/>
        </pc:sldMkLst>
        <pc:spChg chg="mod">
          <ac:chgData name="Wojtek Krakowiak" userId="f72a0bb3b8a70e05" providerId="LiveId" clId="{2B3F89FC-1B5F-4E48-92A1-38B62DA546F5}" dt="2025-02-22T22:27:41.470" v="3172" actId="20577"/>
          <ac:spMkLst>
            <pc:docMk/>
            <pc:sldMk cId="778484339" sldId="1593"/>
            <ac:spMk id="2" creationId="{D0CF59C9-6B33-4CB8-855B-43D2F5A16BB8}"/>
          </ac:spMkLst>
        </pc:spChg>
        <pc:spChg chg="mod">
          <ac:chgData name="Wojtek Krakowiak" userId="f72a0bb3b8a70e05" providerId="LiveId" clId="{2B3F89FC-1B5F-4E48-92A1-38B62DA546F5}" dt="2025-02-22T22:27:24.565" v="3145" actId="20577"/>
          <ac:spMkLst>
            <pc:docMk/>
            <pc:sldMk cId="778484339" sldId="1593"/>
            <ac:spMk id="3" creationId="{39415443-7D6F-4D36-AAC8-D8D539C108C7}"/>
          </ac:spMkLst>
        </pc:spChg>
        <pc:picChg chg="add mod">
          <ac:chgData name="Wojtek Krakowiak" userId="f72a0bb3b8a70e05" providerId="LiveId" clId="{2B3F89FC-1B5F-4E48-92A1-38B62DA546F5}" dt="2025-02-22T22:28:02.952" v="3173"/>
          <ac:picMkLst>
            <pc:docMk/>
            <pc:sldMk cId="778484339" sldId="1593"/>
            <ac:picMk id="4" creationId="{2B60B4F3-ABB9-F906-D0C8-7903CEC1D9D0}"/>
          </ac:picMkLst>
        </pc:picChg>
        <pc:picChg chg="del">
          <ac:chgData name="Wojtek Krakowiak" userId="f72a0bb3b8a70e05" providerId="LiveId" clId="{2B3F89FC-1B5F-4E48-92A1-38B62DA546F5}" dt="2025-02-22T22:26:57.989" v="3124" actId="478"/>
          <ac:picMkLst>
            <pc:docMk/>
            <pc:sldMk cId="778484339" sldId="1593"/>
            <ac:picMk id="5" creationId="{0A83AFBC-E296-BEAF-8117-28D2B1BBAB12}"/>
          </ac:picMkLst>
        </pc:picChg>
      </pc:sldChg>
      <pc:sldChg chg="addSp delSp modSp add mod delAnim modAnim">
        <pc:chgData name="Wojtek Krakowiak" userId="f72a0bb3b8a70e05" providerId="LiveId" clId="{2B3F89FC-1B5F-4E48-92A1-38B62DA546F5}" dt="2025-02-23T09:37:40.398" v="3234"/>
        <pc:sldMkLst>
          <pc:docMk/>
          <pc:sldMk cId="1455244613" sldId="1594"/>
        </pc:sldMkLst>
        <pc:spChg chg="mod">
          <ac:chgData name="Wojtek Krakowiak" userId="f72a0bb3b8a70e05" providerId="LiveId" clId="{2B3F89FC-1B5F-4E48-92A1-38B62DA546F5}" dt="2025-02-23T09:36:04.689" v="3204" actId="20577"/>
          <ac:spMkLst>
            <pc:docMk/>
            <pc:sldMk cId="1455244613" sldId="1594"/>
            <ac:spMk id="2" creationId="{D0CF59C9-6B33-4CB8-855B-43D2F5A16BB8}"/>
          </ac:spMkLst>
        </pc:spChg>
        <pc:spChg chg="mod">
          <ac:chgData name="Wojtek Krakowiak" userId="f72a0bb3b8a70e05" providerId="LiveId" clId="{2B3F89FC-1B5F-4E48-92A1-38B62DA546F5}" dt="2025-02-23T09:36:42.496" v="3230" actId="20577"/>
          <ac:spMkLst>
            <pc:docMk/>
            <pc:sldMk cId="1455244613" sldId="1594"/>
            <ac:spMk id="3" creationId="{39415443-7D6F-4D36-AAC8-D8D539C108C7}"/>
          </ac:spMkLst>
        </pc:spChg>
        <pc:picChg chg="del">
          <ac:chgData name="Wojtek Krakowiak" userId="f72a0bb3b8a70e05" providerId="LiveId" clId="{2B3F89FC-1B5F-4E48-92A1-38B62DA546F5}" dt="2025-02-23T09:36:45.339" v="3231" actId="478"/>
          <ac:picMkLst>
            <pc:docMk/>
            <pc:sldMk cId="1455244613" sldId="1594"/>
            <ac:picMk id="4" creationId="{5E335845-E69A-B205-AD2A-5B1F8D69AB66}"/>
          </ac:picMkLst>
        </pc:picChg>
        <pc:picChg chg="add mod">
          <ac:chgData name="Wojtek Krakowiak" userId="f72a0bb3b8a70e05" providerId="LiveId" clId="{2B3F89FC-1B5F-4E48-92A1-38B62DA546F5}" dt="2025-02-23T09:37:38.891" v="3232"/>
          <ac:picMkLst>
            <pc:docMk/>
            <pc:sldMk cId="1455244613" sldId="1594"/>
            <ac:picMk id="5" creationId="{82489126-3A93-5005-747E-FADC19DE5B54}"/>
          </ac:picMkLst>
        </pc:picChg>
      </pc:sldChg>
    </pc:docChg>
  </pc:docChgLst>
  <pc:docChgLst>
    <pc:chgData name="Wojtek Krakowiak" userId="f72a0bb3b8a70e05" providerId="LiveId" clId="{F8C154A1-4D83-4DD9-8C23-EB76ADF00261}"/>
    <pc:docChg chg="undo custSel addSld delSld modSld">
      <pc:chgData name="Wojtek Krakowiak" userId="f72a0bb3b8a70e05" providerId="LiveId" clId="{F8C154A1-4D83-4DD9-8C23-EB76ADF00261}" dt="2024-12-23T14:05:13.947" v="522"/>
      <pc:docMkLst>
        <pc:docMk/>
      </pc:docMkLst>
      <pc:sldChg chg="modSp mod">
        <pc:chgData name="Wojtek Krakowiak" userId="f72a0bb3b8a70e05" providerId="LiveId" clId="{F8C154A1-4D83-4DD9-8C23-EB76ADF00261}" dt="2024-12-22T22:04:07.048" v="13" actId="20577"/>
        <pc:sldMkLst>
          <pc:docMk/>
          <pc:sldMk cId="1582655019" sldId="1193"/>
        </pc:sldMkLst>
        <pc:spChg chg="mod">
          <ac:chgData name="Wojtek Krakowiak" userId="f72a0bb3b8a70e05" providerId="LiveId" clId="{F8C154A1-4D83-4DD9-8C23-EB76ADF00261}" dt="2024-12-22T22:04:07.048" v="13" actId="20577"/>
          <ac:spMkLst>
            <pc:docMk/>
            <pc:sldMk cId="1582655019" sldId="1193"/>
            <ac:spMk id="2" creationId="{D0CF59C9-6B33-4CB8-855B-43D2F5A16BB8}"/>
          </ac:spMkLst>
        </pc:spChg>
      </pc:sldChg>
      <pc:sldChg chg="addSp delSp modSp add del mod delAnim modAnim">
        <pc:chgData name="Wojtek Krakowiak" userId="f72a0bb3b8a70e05" providerId="LiveId" clId="{F8C154A1-4D83-4DD9-8C23-EB76ADF00261}" dt="2024-12-23T13:56:08.101" v="475"/>
        <pc:sldMkLst>
          <pc:docMk/>
          <pc:sldMk cId="1436841305" sldId="1536"/>
        </pc:sldMkLst>
        <pc:spChg chg="mod">
          <ac:chgData name="Wojtek Krakowiak" userId="f72a0bb3b8a70e05" providerId="LiveId" clId="{F8C154A1-4D83-4DD9-8C23-EB76ADF00261}" dt="2024-12-22T22:19:42.173" v="140" actId="20577"/>
          <ac:spMkLst>
            <pc:docMk/>
            <pc:sldMk cId="1436841305" sldId="1536"/>
            <ac:spMk id="2" creationId="{D0CF59C9-6B33-4CB8-855B-43D2F5A16BB8}"/>
          </ac:spMkLst>
        </pc:spChg>
        <pc:spChg chg="mod">
          <ac:chgData name="Wojtek Krakowiak" userId="f72a0bb3b8a70e05" providerId="LiveId" clId="{F8C154A1-4D83-4DD9-8C23-EB76ADF00261}" dt="2024-12-22T22:17:46.646" v="50" actId="20577"/>
          <ac:spMkLst>
            <pc:docMk/>
            <pc:sldMk cId="1436841305" sldId="1536"/>
            <ac:spMk id="3" creationId="{39415443-7D6F-4D36-AAC8-D8D539C108C7}"/>
          </ac:spMkLst>
        </pc:spChg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2198573684" sldId="1537"/>
        </pc:sldMkLst>
      </pc:sldChg>
      <pc:sldChg chg="addSp delSp modSp add mod addAnim delAnim modAnim chgLayout">
        <pc:chgData name="Wojtek Krakowiak" userId="f72a0bb3b8a70e05" providerId="LiveId" clId="{F8C154A1-4D83-4DD9-8C23-EB76ADF00261}" dt="2024-12-23T13:56:37.311" v="480"/>
        <pc:sldMkLst>
          <pc:docMk/>
          <pc:sldMk cId="2706261154" sldId="1537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820558802" sldId="1538"/>
        </pc:sldMkLst>
      </pc:sldChg>
      <pc:sldChg chg="addSp delSp modSp add mod delAnim modAnim">
        <pc:chgData name="Wojtek Krakowiak" userId="f72a0bb3b8a70e05" providerId="LiveId" clId="{F8C154A1-4D83-4DD9-8C23-EB76ADF00261}" dt="2024-12-23T13:57:14.675" v="483"/>
        <pc:sldMkLst>
          <pc:docMk/>
          <pc:sldMk cId="2769130409" sldId="1538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526319579" sldId="1539"/>
        </pc:sldMkLst>
      </pc:sldChg>
      <pc:sldChg chg="addSp modSp add mod modAnim">
        <pc:chgData name="Wojtek Krakowiak" userId="f72a0bb3b8a70e05" providerId="LiveId" clId="{F8C154A1-4D83-4DD9-8C23-EB76ADF00261}" dt="2024-12-23T13:57:47.683" v="486"/>
        <pc:sldMkLst>
          <pc:docMk/>
          <pc:sldMk cId="1533584481" sldId="1539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967402613" sldId="1540"/>
        </pc:sldMkLst>
      </pc:sldChg>
      <pc:sldChg chg="addSp modSp add mod modAnim">
        <pc:chgData name="Wojtek Krakowiak" userId="f72a0bb3b8a70e05" providerId="LiveId" clId="{F8C154A1-4D83-4DD9-8C23-EB76ADF00261}" dt="2024-12-23T13:58:11.617" v="489"/>
        <pc:sldMkLst>
          <pc:docMk/>
          <pc:sldMk cId="2315575793" sldId="1540"/>
        </pc:sldMkLst>
      </pc:sldChg>
      <pc:sldChg chg="addSp modSp add mod modAnim">
        <pc:chgData name="Wojtek Krakowiak" userId="f72a0bb3b8a70e05" providerId="LiveId" clId="{F8C154A1-4D83-4DD9-8C23-EB76ADF00261}" dt="2024-12-23T13:58:38.668" v="492"/>
        <pc:sldMkLst>
          <pc:docMk/>
          <pc:sldMk cId="1434753146" sldId="1541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3056023808" sldId="1541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3345113932" sldId="1542"/>
        </pc:sldMkLst>
      </pc:sldChg>
      <pc:sldChg chg="addSp modSp add mod modAnim">
        <pc:chgData name="Wojtek Krakowiak" userId="f72a0bb3b8a70e05" providerId="LiveId" clId="{F8C154A1-4D83-4DD9-8C23-EB76ADF00261}" dt="2024-12-23T13:59:07.551" v="495"/>
        <pc:sldMkLst>
          <pc:docMk/>
          <pc:sldMk cId="4198823191" sldId="1542"/>
        </pc:sldMkLst>
      </pc:sldChg>
      <pc:sldChg chg="addSp modSp add mod modAnim">
        <pc:chgData name="Wojtek Krakowiak" userId="f72a0bb3b8a70e05" providerId="LiveId" clId="{F8C154A1-4D83-4DD9-8C23-EB76ADF00261}" dt="2024-12-23T13:59:47.304" v="498"/>
        <pc:sldMkLst>
          <pc:docMk/>
          <pc:sldMk cId="1702514050" sldId="1543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3232527991" sldId="1543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2799724335" sldId="1544"/>
        </pc:sldMkLst>
      </pc:sldChg>
      <pc:sldChg chg="addSp modSp add mod modAnim">
        <pc:chgData name="Wojtek Krakowiak" userId="f72a0bb3b8a70e05" providerId="LiveId" clId="{F8C154A1-4D83-4DD9-8C23-EB76ADF00261}" dt="2024-12-23T14:00:20.247" v="501"/>
        <pc:sldMkLst>
          <pc:docMk/>
          <pc:sldMk cId="3872784629" sldId="1544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130009260" sldId="1545"/>
        </pc:sldMkLst>
      </pc:sldChg>
      <pc:sldChg chg="addSp modSp add mod modAnim">
        <pc:chgData name="Wojtek Krakowiak" userId="f72a0bb3b8a70e05" providerId="LiveId" clId="{F8C154A1-4D83-4DD9-8C23-EB76ADF00261}" dt="2024-12-23T14:00:52.467" v="504"/>
        <pc:sldMkLst>
          <pc:docMk/>
          <pc:sldMk cId="2143792043" sldId="1545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391221062" sldId="1546"/>
        </pc:sldMkLst>
      </pc:sldChg>
      <pc:sldChg chg="addSp modSp add mod modAnim">
        <pc:chgData name="Wojtek Krakowiak" userId="f72a0bb3b8a70e05" providerId="LiveId" clId="{F8C154A1-4D83-4DD9-8C23-EB76ADF00261}" dt="2024-12-23T14:01:29.726" v="507"/>
        <pc:sldMkLst>
          <pc:docMk/>
          <pc:sldMk cId="1913595377" sldId="1546"/>
        </pc:sldMkLst>
      </pc:sldChg>
      <pc:sldChg chg="add del">
        <pc:chgData name="Wojtek Krakowiak" userId="f72a0bb3b8a70e05" providerId="LiveId" clId="{F8C154A1-4D83-4DD9-8C23-EB76ADF00261}" dt="2024-12-23T14:02:23.537" v="510" actId="47"/>
        <pc:sldMkLst>
          <pc:docMk/>
          <pc:sldMk cId="655218186" sldId="1547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833483313" sldId="1547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086841712" sldId="1548"/>
        </pc:sldMkLst>
      </pc:sldChg>
      <pc:sldChg chg="addSp modSp add mod modAnim">
        <pc:chgData name="Wojtek Krakowiak" userId="f72a0bb3b8a70e05" providerId="LiveId" clId="{F8C154A1-4D83-4DD9-8C23-EB76ADF00261}" dt="2024-12-23T14:03:16.995" v="513"/>
        <pc:sldMkLst>
          <pc:docMk/>
          <pc:sldMk cId="1422236840" sldId="1548"/>
        </pc:sldMkLst>
      </pc:sldChg>
      <pc:sldChg chg="addSp modSp add mod modAnim">
        <pc:chgData name="Wojtek Krakowiak" userId="f72a0bb3b8a70e05" providerId="LiveId" clId="{F8C154A1-4D83-4DD9-8C23-EB76ADF00261}" dt="2024-12-23T14:03:47.084" v="516"/>
        <pc:sldMkLst>
          <pc:docMk/>
          <pc:sldMk cId="1733078469" sldId="1549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2626008089" sldId="1549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806706725" sldId="1550"/>
        </pc:sldMkLst>
      </pc:sldChg>
      <pc:sldChg chg="addSp modSp add mod modAnim">
        <pc:chgData name="Wojtek Krakowiak" userId="f72a0bb3b8a70e05" providerId="LiveId" clId="{F8C154A1-4D83-4DD9-8C23-EB76ADF00261}" dt="2024-12-23T14:04:18.570" v="519"/>
        <pc:sldMkLst>
          <pc:docMk/>
          <pc:sldMk cId="2126100864" sldId="1550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425965751" sldId="1551"/>
        </pc:sldMkLst>
      </pc:sldChg>
      <pc:sldChg chg="addSp modSp add mod modAnim">
        <pc:chgData name="Wojtek Krakowiak" userId="f72a0bb3b8a70e05" providerId="LiveId" clId="{F8C154A1-4D83-4DD9-8C23-EB76ADF00261}" dt="2024-12-23T14:05:13.947" v="522"/>
        <pc:sldMkLst>
          <pc:docMk/>
          <pc:sldMk cId="1432772689" sldId="1551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2554876264" sldId="1552"/>
        </pc:sldMkLst>
      </pc:sldChg>
      <pc:sldChg chg="add del">
        <pc:chgData name="Wojtek Krakowiak" userId="f72a0bb3b8a70e05" providerId="LiveId" clId="{F8C154A1-4D83-4DD9-8C23-EB76ADF00261}" dt="2024-12-23T14:02:22.318" v="509" actId="47"/>
        <pc:sldMkLst>
          <pc:docMk/>
          <pc:sldMk cId="3765499533" sldId="1552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2655570199" sldId="1553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2574645317" sldId="1554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3438650182" sldId="1555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924520805" sldId="1556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318923488" sldId="1557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2483117845" sldId="1558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037892226" sldId="1559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4254334823" sldId="1560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3384780921" sldId="1561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328236640" sldId="1562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892551816" sldId="1563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116143262" sldId="1564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790433172" sldId="1565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3503619224" sldId="1566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998056541" sldId="1567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80482478" sldId="1568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2655817947" sldId="1569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3496728488" sldId="1570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697122271" sldId="1571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792925584" sldId="1572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466925857" sldId="1573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4140321118" sldId="1574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2104800599" sldId="1575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3564927047" sldId="1576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3741576471" sldId="1577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821205344" sldId="1578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3510465459" sldId="1579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3219974905" sldId="1580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768315392" sldId="1581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2379753218" sldId="1582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2388000904" sldId="1583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42269575" sldId="1584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2934389282" sldId="1585"/>
        </pc:sldMkLst>
      </pc:sldChg>
    </pc:docChg>
  </pc:docChgLst>
  <pc:docChgLst>
    <pc:chgData name="Wojtek Krakowiak" userId="f72a0bb3b8a70e05" providerId="LiveId" clId="{3CD639F1-4E38-4140-9BDB-99FE4691354D}"/>
    <pc:docChg chg="undo custSel addSld delSld modSld">
      <pc:chgData name="Wojtek Krakowiak" userId="f72a0bb3b8a70e05" providerId="LiveId" clId="{3CD639F1-4E38-4140-9BDB-99FE4691354D}" dt="2024-09-28T11:17:06.024" v="477" actId="2696"/>
      <pc:docMkLst>
        <pc:docMk/>
      </pc:docMkLst>
      <pc:sldChg chg="modSp mod">
        <pc:chgData name="Wojtek Krakowiak" userId="f72a0bb3b8a70e05" providerId="LiveId" clId="{3CD639F1-4E38-4140-9BDB-99FE4691354D}" dt="2024-09-26T21:02:10.997" v="17" actId="20577"/>
        <pc:sldMkLst>
          <pc:docMk/>
          <pc:sldMk cId="1582655019" sldId="1193"/>
        </pc:sldMkLst>
      </pc:sldChg>
      <pc:sldChg chg="addSp delSp modSp mod delAnim modAnim">
        <pc:chgData name="Wojtek Krakowiak" userId="f72a0bb3b8a70e05" providerId="LiveId" clId="{3CD639F1-4E38-4140-9BDB-99FE4691354D}" dt="2024-09-28T10:56:21.226" v="420"/>
        <pc:sldMkLst>
          <pc:docMk/>
          <pc:sldMk cId="1436841305" sldId="1536"/>
        </pc:sldMkLst>
      </pc:sldChg>
      <pc:sldChg chg="addSp modSp add mod modAnim">
        <pc:chgData name="Wojtek Krakowiak" userId="f72a0bb3b8a70e05" providerId="LiveId" clId="{3CD639F1-4E38-4140-9BDB-99FE4691354D}" dt="2024-09-28T11:03:10.379" v="423"/>
        <pc:sldMkLst>
          <pc:docMk/>
          <pc:sldMk cId="2536254876" sldId="1537"/>
        </pc:sldMkLst>
      </pc:sldChg>
      <pc:sldChg chg="del">
        <pc:chgData name="Wojtek Krakowiak" userId="f72a0bb3b8a70e05" providerId="LiveId" clId="{3CD639F1-4E38-4140-9BDB-99FE4691354D}" dt="2024-09-26T21:01:47.569" v="0" actId="2696"/>
        <pc:sldMkLst>
          <pc:docMk/>
          <pc:sldMk cId="4033819473" sldId="1537"/>
        </pc:sldMkLst>
      </pc:sldChg>
      <pc:sldChg chg="addSp modSp add mod modAnim">
        <pc:chgData name="Wojtek Krakowiak" userId="f72a0bb3b8a70e05" providerId="LiveId" clId="{3CD639F1-4E38-4140-9BDB-99FE4691354D}" dt="2024-09-28T11:04:02.683" v="426"/>
        <pc:sldMkLst>
          <pc:docMk/>
          <pc:sldMk cId="2027347201" sldId="1538"/>
        </pc:sldMkLst>
      </pc:sldChg>
      <pc:sldChg chg="del">
        <pc:chgData name="Wojtek Krakowiak" userId="f72a0bb3b8a70e05" providerId="LiveId" clId="{3CD639F1-4E38-4140-9BDB-99FE4691354D}" dt="2024-09-26T21:01:47.569" v="0" actId="2696"/>
        <pc:sldMkLst>
          <pc:docMk/>
          <pc:sldMk cId="2133453897" sldId="1538"/>
        </pc:sldMkLst>
      </pc:sldChg>
      <pc:sldChg chg="del">
        <pc:chgData name="Wojtek Krakowiak" userId="f72a0bb3b8a70e05" providerId="LiveId" clId="{3CD639F1-4E38-4140-9BDB-99FE4691354D}" dt="2024-09-26T21:01:47.569" v="0" actId="2696"/>
        <pc:sldMkLst>
          <pc:docMk/>
          <pc:sldMk cId="2529116222" sldId="1539"/>
        </pc:sldMkLst>
      </pc:sldChg>
      <pc:sldChg chg="addSp modSp add mod modAnim">
        <pc:chgData name="Wojtek Krakowiak" userId="f72a0bb3b8a70e05" providerId="LiveId" clId="{3CD639F1-4E38-4140-9BDB-99FE4691354D}" dt="2024-09-28T11:04:40.436" v="429"/>
        <pc:sldMkLst>
          <pc:docMk/>
          <pc:sldMk cId="2589829692" sldId="1539"/>
        </pc:sldMkLst>
      </pc:sldChg>
      <pc:sldChg chg="addSp modSp add mod modAnim">
        <pc:chgData name="Wojtek Krakowiak" userId="f72a0bb3b8a70e05" providerId="LiveId" clId="{3CD639F1-4E38-4140-9BDB-99FE4691354D}" dt="2024-09-28T11:05:34.980" v="432"/>
        <pc:sldMkLst>
          <pc:docMk/>
          <pc:sldMk cId="781149020" sldId="1540"/>
        </pc:sldMkLst>
      </pc:sldChg>
      <pc:sldChg chg="del">
        <pc:chgData name="Wojtek Krakowiak" userId="f72a0bb3b8a70e05" providerId="LiveId" clId="{3CD639F1-4E38-4140-9BDB-99FE4691354D}" dt="2024-09-26T21:01:47.569" v="0" actId="2696"/>
        <pc:sldMkLst>
          <pc:docMk/>
          <pc:sldMk cId="2283566425" sldId="1540"/>
        </pc:sldMkLst>
      </pc:sldChg>
      <pc:sldChg chg="addSp modSp add mod modAnim">
        <pc:chgData name="Wojtek Krakowiak" userId="f72a0bb3b8a70e05" providerId="LiveId" clId="{3CD639F1-4E38-4140-9BDB-99FE4691354D}" dt="2024-09-28T11:06:54.362" v="437"/>
        <pc:sldMkLst>
          <pc:docMk/>
          <pc:sldMk cId="2733586578" sldId="1541"/>
        </pc:sldMkLst>
      </pc:sldChg>
      <pc:sldChg chg="del">
        <pc:chgData name="Wojtek Krakowiak" userId="f72a0bb3b8a70e05" providerId="LiveId" clId="{3CD639F1-4E38-4140-9BDB-99FE4691354D}" dt="2024-09-26T21:01:47.569" v="0" actId="2696"/>
        <pc:sldMkLst>
          <pc:docMk/>
          <pc:sldMk cId="3363240421" sldId="1541"/>
        </pc:sldMkLst>
      </pc:sldChg>
      <pc:sldChg chg="addSp modSp add mod modAnim">
        <pc:chgData name="Wojtek Krakowiak" userId="f72a0bb3b8a70e05" providerId="LiveId" clId="{3CD639F1-4E38-4140-9BDB-99FE4691354D}" dt="2024-09-28T11:08:02.393" v="440"/>
        <pc:sldMkLst>
          <pc:docMk/>
          <pc:sldMk cId="2230537904" sldId="1542"/>
        </pc:sldMkLst>
      </pc:sldChg>
      <pc:sldChg chg="del">
        <pc:chgData name="Wojtek Krakowiak" userId="f72a0bb3b8a70e05" providerId="LiveId" clId="{3CD639F1-4E38-4140-9BDB-99FE4691354D}" dt="2024-09-26T21:01:47.569" v="0" actId="2696"/>
        <pc:sldMkLst>
          <pc:docMk/>
          <pc:sldMk cId="2232559712" sldId="1542"/>
        </pc:sldMkLst>
      </pc:sldChg>
      <pc:sldChg chg="del">
        <pc:chgData name="Wojtek Krakowiak" userId="f72a0bb3b8a70e05" providerId="LiveId" clId="{3CD639F1-4E38-4140-9BDB-99FE4691354D}" dt="2024-09-26T21:01:47.569" v="0" actId="2696"/>
        <pc:sldMkLst>
          <pc:docMk/>
          <pc:sldMk cId="191346416" sldId="1543"/>
        </pc:sldMkLst>
      </pc:sldChg>
      <pc:sldChg chg="addSp modSp add mod modAnim">
        <pc:chgData name="Wojtek Krakowiak" userId="f72a0bb3b8a70e05" providerId="LiveId" clId="{3CD639F1-4E38-4140-9BDB-99FE4691354D}" dt="2024-09-28T11:08:46.187" v="443"/>
        <pc:sldMkLst>
          <pc:docMk/>
          <pc:sldMk cId="514692777" sldId="1543"/>
        </pc:sldMkLst>
      </pc:sldChg>
      <pc:sldChg chg="del">
        <pc:chgData name="Wojtek Krakowiak" userId="f72a0bb3b8a70e05" providerId="LiveId" clId="{3CD639F1-4E38-4140-9BDB-99FE4691354D}" dt="2024-09-26T21:01:47.569" v="0" actId="2696"/>
        <pc:sldMkLst>
          <pc:docMk/>
          <pc:sldMk cId="2893001995" sldId="1544"/>
        </pc:sldMkLst>
      </pc:sldChg>
      <pc:sldChg chg="addSp modSp add mod modAnim">
        <pc:chgData name="Wojtek Krakowiak" userId="f72a0bb3b8a70e05" providerId="LiveId" clId="{3CD639F1-4E38-4140-9BDB-99FE4691354D}" dt="2024-09-28T11:09:26.074" v="446"/>
        <pc:sldMkLst>
          <pc:docMk/>
          <pc:sldMk cId="3623161485" sldId="1544"/>
        </pc:sldMkLst>
      </pc:sldChg>
      <pc:sldChg chg="del">
        <pc:chgData name="Wojtek Krakowiak" userId="f72a0bb3b8a70e05" providerId="LiveId" clId="{3CD639F1-4E38-4140-9BDB-99FE4691354D}" dt="2024-09-26T21:01:47.569" v="0" actId="2696"/>
        <pc:sldMkLst>
          <pc:docMk/>
          <pc:sldMk cId="557445377" sldId="1545"/>
        </pc:sldMkLst>
      </pc:sldChg>
      <pc:sldChg chg="addSp modSp add mod modAnim">
        <pc:chgData name="Wojtek Krakowiak" userId="f72a0bb3b8a70e05" providerId="LiveId" clId="{3CD639F1-4E38-4140-9BDB-99FE4691354D}" dt="2024-09-28T11:10:17.912" v="449"/>
        <pc:sldMkLst>
          <pc:docMk/>
          <pc:sldMk cId="2016419207" sldId="1545"/>
        </pc:sldMkLst>
      </pc:sldChg>
      <pc:sldChg chg="del">
        <pc:chgData name="Wojtek Krakowiak" userId="f72a0bb3b8a70e05" providerId="LiveId" clId="{3CD639F1-4E38-4140-9BDB-99FE4691354D}" dt="2024-09-26T21:01:47.569" v="0" actId="2696"/>
        <pc:sldMkLst>
          <pc:docMk/>
          <pc:sldMk cId="2283042143" sldId="1546"/>
        </pc:sldMkLst>
      </pc:sldChg>
      <pc:sldChg chg="addSp modSp add mod modAnim">
        <pc:chgData name="Wojtek Krakowiak" userId="f72a0bb3b8a70e05" providerId="LiveId" clId="{3CD639F1-4E38-4140-9BDB-99FE4691354D}" dt="2024-09-28T11:11:02.688" v="452"/>
        <pc:sldMkLst>
          <pc:docMk/>
          <pc:sldMk cId="2526628054" sldId="1546"/>
        </pc:sldMkLst>
      </pc:sldChg>
      <pc:sldChg chg="addSp modSp add mod modAnim">
        <pc:chgData name="Wojtek Krakowiak" userId="f72a0bb3b8a70e05" providerId="LiveId" clId="{3CD639F1-4E38-4140-9BDB-99FE4691354D}" dt="2024-09-28T11:11:46.434" v="455"/>
        <pc:sldMkLst>
          <pc:docMk/>
          <pc:sldMk cId="2374808882" sldId="1547"/>
        </pc:sldMkLst>
      </pc:sldChg>
      <pc:sldChg chg="addSp modSp add mod modAnim">
        <pc:chgData name="Wojtek Krakowiak" userId="f72a0bb3b8a70e05" providerId="LiveId" clId="{3CD639F1-4E38-4140-9BDB-99FE4691354D}" dt="2024-09-28T11:12:35.879" v="458"/>
        <pc:sldMkLst>
          <pc:docMk/>
          <pc:sldMk cId="492620811" sldId="1548"/>
        </pc:sldMkLst>
      </pc:sldChg>
      <pc:sldChg chg="addSp modSp add mod modAnim">
        <pc:chgData name="Wojtek Krakowiak" userId="f72a0bb3b8a70e05" providerId="LiveId" clId="{3CD639F1-4E38-4140-9BDB-99FE4691354D}" dt="2024-09-28T11:13:21.193" v="461"/>
        <pc:sldMkLst>
          <pc:docMk/>
          <pc:sldMk cId="890537909" sldId="1549"/>
        </pc:sldMkLst>
      </pc:sldChg>
      <pc:sldChg chg="addSp modSp add mod modAnim">
        <pc:chgData name="Wojtek Krakowiak" userId="f72a0bb3b8a70e05" providerId="LiveId" clId="{3CD639F1-4E38-4140-9BDB-99FE4691354D}" dt="2024-09-28T11:14:07.189" v="464"/>
        <pc:sldMkLst>
          <pc:docMk/>
          <pc:sldMk cId="1449752342" sldId="1550"/>
        </pc:sldMkLst>
      </pc:sldChg>
      <pc:sldChg chg="addSp delSp modSp add mod modAnim">
        <pc:chgData name="Wojtek Krakowiak" userId="f72a0bb3b8a70e05" providerId="LiveId" clId="{3CD639F1-4E38-4140-9BDB-99FE4691354D}" dt="2024-09-28T11:14:37.674" v="467"/>
        <pc:sldMkLst>
          <pc:docMk/>
          <pc:sldMk cId="3448814210" sldId="1551"/>
        </pc:sldMkLst>
      </pc:sldChg>
      <pc:sldChg chg="addSp modSp add mod modAnim">
        <pc:chgData name="Wojtek Krakowiak" userId="f72a0bb3b8a70e05" providerId="LiveId" clId="{3CD639F1-4E38-4140-9BDB-99FE4691354D}" dt="2024-09-28T11:15:30.265" v="470"/>
        <pc:sldMkLst>
          <pc:docMk/>
          <pc:sldMk cId="3640690013" sldId="1552"/>
        </pc:sldMkLst>
      </pc:sldChg>
      <pc:sldChg chg="addSp modSp add mod modAnim">
        <pc:chgData name="Wojtek Krakowiak" userId="f72a0bb3b8a70e05" providerId="LiveId" clId="{3CD639F1-4E38-4140-9BDB-99FE4691354D}" dt="2024-09-28T11:16:11.521" v="473"/>
        <pc:sldMkLst>
          <pc:docMk/>
          <pc:sldMk cId="818123351" sldId="1553"/>
        </pc:sldMkLst>
      </pc:sldChg>
      <pc:sldChg chg="addSp modSp add mod modAnim">
        <pc:chgData name="Wojtek Krakowiak" userId="f72a0bb3b8a70e05" providerId="LiveId" clId="{3CD639F1-4E38-4140-9BDB-99FE4691354D}" dt="2024-09-28T11:17:01.007" v="476"/>
        <pc:sldMkLst>
          <pc:docMk/>
          <pc:sldMk cId="3198797024" sldId="1554"/>
        </pc:sldMkLst>
      </pc:sldChg>
      <pc:sldChg chg="add del">
        <pc:chgData name="Wojtek Krakowiak" userId="f72a0bb3b8a70e05" providerId="LiveId" clId="{3CD639F1-4E38-4140-9BDB-99FE4691354D}" dt="2024-09-28T11:17:06.024" v="477" actId="2696"/>
        <pc:sldMkLst>
          <pc:docMk/>
          <pc:sldMk cId="903981950" sldId="1555"/>
        </pc:sldMkLst>
      </pc:sldChg>
    </pc:docChg>
  </pc:docChgLst>
  <pc:docChgLst>
    <pc:chgData name="Wojtek Krakowiak" userId="f72a0bb3b8a70e05" providerId="LiveId" clId="{796D8754-81B5-47E0-B92F-00D37F8C2924}"/>
    <pc:docChg chg="undo custSel addSld delSld modSld">
      <pc:chgData name="Wojtek Krakowiak" userId="f72a0bb3b8a70e05" providerId="LiveId" clId="{796D8754-81B5-47E0-B92F-00D37F8C2924}" dt="2024-12-22T21:51:28.638" v="32337" actId="20577"/>
      <pc:docMkLst>
        <pc:docMk/>
      </pc:docMkLst>
      <pc:sldChg chg="modSp add del mod">
        <pc:chgData name="Wojtek Krakowiak" userId="f72a0bb3b8a70e05" providerId="LiveId" clId="{796D8754-81B5-47E0-B92F-00D37F8C2924}" dt="2024-12-22T16:10:53.029" v="23" actId="20577"/>
        <pc:sldMkLst>
          <pc:docMk/>
          <pc:sldMk cId="1582655019" sldId="1193"/>
        </pc:sldMkLst>
        <pc:spChg chg="mod">
          <ac:chgData name="Wojtek Krakowiak" userId="f72a0bb3b8a70e05" providerId="LiveId" clId="{796D8754-81B5-47E0-B92F-00D37F8C2924}" dt="2024-12-22T16:10:53.029" v="23" actId="20577"/>
          <ac:spMkLst>
            <pc:docMk/>
            <pc:sldMk cId="1582655019" sldId="1193"/>
            <ac:spMk id="2" creationId="{D0CF59C9-6B33-4CB8-855B-43D2F5A16BB8}"/>
          </ac:spMkLst>
        </pc:spChg>
      </pc:sldChg>
      <pc:sldChg chg="delSp modSp add del mod delAnim modAnim">
        <pc:chgData name="Wojtek Krakowiak" userId="f72a0bb3b8a70e05" providerId="LiveId" clId="{796D8754-81B5-47E0-B92F-00D37F8C2924}" dt="2024-12-22T16:14:38.576" v="59" actId="478"/>
        <pc:sldMkLst>
          <pc:docMk/>
          <pc:sldMk cId="1436841305" sldId="1536"/>
        </pc:sldMkLst>
        <pc:spChg chg="mod">
          <ac:chgData name="Wojtek Krakowiak" userId="f72a0bb3b8a70e05" providerId="LiveId" clId="{796D8754-81B5-47E0-B92F-00D37F8C2924}" dt="2024-12-22T16:12:11.928" v="42" actId="20577"/>
          <ac:spMkLst>
            <pc:docMk/>
            <pc:sldMk cId="1436841305" sldId="1536"/>
            <ac:spMk id="2" creationId="{D0CF59C9-6B33-4CB8-855B-43D2F5A16BB8}"/>
          </ac:spMkLst>
        </pc:spChg>
        <pc:spChg chg="mod">
          <ac:chgData name="Wojtek Krakowiak" userId="f72a0bb3b8a70e05" providerId="LiveId" clId="{796D8754-81B5-47E0-B92F-00D37F8C2924}" dt="2024-12-22T16:12:27.370" v="58" actId="20577"/>
          <ac:spMkLst>
            <pc:docMk/>
            <pc:sldMk cId="1436841305" sldId="1536"/>
            <ac:spMk id="3" creationId="{39415443-7D6F-4D36-AAC8-D8D539C108C7}"/>
          </ac:spMkLst>
        </pc:spChg>
      </pc:sldChg>
      <pc:sldChg chg="modSp add mod modAnim">
        <pc:chgData name="Wojtek Krakowiak" userId="f72a0bb3b8a70e05" providerId="LiveId" clId="{796D8754-81B5-47E0-B92F-00D37F8C2924}" dt="2024-12-22T16:15:45.603" v="89" actId="20577"/>
        <pc:sldMkLst>
          <pc:docMk/>
          <pc:sldMk cId="2198573684" sldId="1537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2536254876" sldId="1537"/>
        </pc:sldMkLst>
      </pc:sldChg>
      <pc:sldChg chg="modSp add mod modAnim">
        <pc:chgData name="Wojtek Krakowiak" userId="f72a0bb3b8a70e05" providerId="LiveId" clId="{796D8754-81B5-47E0-B92F-00D37F8C2924}" dt="2024-12-22T16:17:16.319" v="134" actId="20577"/>
        <pc:sldMkLst>
          <pc:docMk/>
          <pc:sldMk cId="820558802" sldId="1538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2027347201" sldId="1538"/>
        </pc:sldMkLst>
      </pc:sldChg>
      <pc:sldChg chg="modSp add mod">
        <pc:chgData name="Wojtek Krakowiak" userId="f72a0bb3b8a70e05" providerId="LiveId" clId="{796D8754-81B5-47E0-B92F-00D37F8C2924}" dt="2024-12-22T16:17:37.757" v="152" actId="20577"/>
        <pc:sldMkLst>
          <pc:docMk/>
          <pc:sldMk cId="1526319579" sldId="1539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2589829692" sldId="1539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781149020" sldId="1540"/>
        </pc:sldMkLst>
      </pc:sldChg>
      <pc:sldChg chg="modSp add mod">
        <pc:chgData name="Wojtek Krakowiak" userId="f72a0bb3b8a70e05" providerId="LiveId" clId="{796D8754-81B5-47E0-B92F-00D37F8C2924}" dt="2024-12-22T16:18:13.546" v="175" actId="313"/>
        <pc:sldMkLst>
          <pc:docMk/>
          <pc:sldMk cId="967402613" sldId="1540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2733586578" sldId="1541"/>
        </pc:sldMkLst>
      </pc:sldChg>
      <pc:sldChg chg="modSp add mod modAnim">
        <pc:chgData name="Wojtek Krakowiak" userId="f72a0bb3b8a70e05" providerId="LiveId" clId="{796D8754-81B5-47E0-B92F-00D37F8C2924}" dt="2024-12-22T16:18:34.637" v="193" actId="20577"/>
        <pc:sldMkLst>
          <pc:docMk/>
          <pc:sldMk cId="3056023808" sldId="1541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2230537904" sldId="1542"/>
        </pc:sldMkLst>
      </pc:sldChg>
      <pc:sldChg chg="modSp add mod modAnim">
        <pc:chgData name="Wojtek Krakowiak" userId="f72a0bb3b8a70e05" providerId="LiveId" clId="{796D8754-81B5-47E0-B92F-00D37F8C2924}" dt="2024-12-22T16:24:21.664" v="225" actId="20577"/>
        <pc:sldMkLst>
          <pc:docMk/>
          <pc:sldMk cId="3345113932" sldId="1542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514692777" sldId="1543"/>
        </pc:sldMkLst>
      </pc:sldChg>
      <pc:sldChg chg="modSp add mod modAnim">
        <pc:chgData name="Wojtek Krakowiak" userId="f72a0bb3b8a70e05" providerId="LiveId" clId="{796D8754-81B5-47E0-B92F-00D37F8C2924}" dt="2024-12-22T16:25:07.949" v="273" actId="20577"/>
        <pc:sldMkLst>
          <pc:docMk/>
          <pc:sldMk cId="3232527991" sldId="1543"/>
        </pc:sldMkLst>
      </pc:sldChg>
      <pc:sldChg chg="modSp add mod modAnim">
        <pc:chgData name="Wojtek Krakowiak" userId="f72a0bb3b8a70e05" providerId="LiveId" clId="{796D8754-81B5-47E0-B92F-00D37F8C2924}" dt="2024-12-22T16:25:45.017" v="317" actId="20577"/>
        <pc:sldMkLst>
          <pc:docMk/>
          <pc:sldMk cId="2799724335" sldId="1544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3623161485" sldId="1544"/>
        </pc:sldMkLst>
      </pc:sldChg>
      <pc:sldChg chg="modSp add mod modAnim">
        <pc:chgData name="Wojtek Krakowiak" userId="f72a0bb3b8a70e05" providerId="LiveId" clId="{796D8754-81B5-47E0-B92F-00D37F8C2924}" dt="2024-12-22T16:26:44.059" v="381" actId="20577"/>
        <pc:sldMkLst>
          <pc:docMk/>
          <pc:sldMk cId="1130009260" sldId="1545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2016419207" sldId="1545"/>
        </pc:sldMkLst>
      </pc:sldChg>
      <pc:sldChg chg="modSp add mod modAnim">
        <pc:chgData name="Wojtek Krakowiak" userId="f72a0bb3b8a70e05" providerId="LiveId" clId="{796D8754-81B5-47E0-B92F-00D37F8C2924}" dt="2024-12-22T16:27:15.784" v="410" actId="20577"/>
        <pc:sldMkLst>
          <pc:docMk/>
          <pc:sldMk cId="1391221062" sldId="1546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2526628054" sldId="1546"/>
        </pc:sldMkLst>
      </pc:sldChg>
      <pc:sldChg chg="modSp add mod modAnim">
        <pc:chgData name="Wojtek Krakowiak" userId="f72a0bb3b8a70e05" providerId="LiveId" clId="{796D8754-81B5-47E0-B92F-00D37F8C2924}" dt="2024-12-22T16:27:38.701" v="429" actId="20577"/>
        <pc:sldMkLst>
          <pc:docMk/>
          <pc:sldMk cId="1833483313" sldId="1547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2374808882" sldId="1547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492620811" sldId="1548"/>
        </pc:sldMkLst>
      </pc:sldChg>
      <pc:sldChg chg="modSp add mod">
        <pc:chgData name="Wojtek Krakowiak" userId="f72a0bb3b8a70e05" providerId="LiveId" clId="{796D8754-81B5-47E0-B92F-00D37F8C2924}" dt="2024-12-22T16:28:08.942" v="448" actId="20577"/>
        <pc:sldMkLst>
          <pc:docMk/>
          <pc:sldMk cId="1086841712" sldId="1548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890537909" sldId="1549"/>
        </pc:sldMkLst>
      </pc:sldChg>
      <pc:sldChg chg="modSp add mod">
        <pc:chgData name="Wojtek Krakowiak" userId="f72a0bb3b8a70e05" providerId="LiveId" clId="{796D8754-81B5-47E0-B92F-00D37F8C2924}" dt="2024-12-22T16:28:31.481" v="458" actId="20577"/>
        <pc:sldMkLst>
          <pc:docMk/>
          <pc:sldMk cId="2626008089" sldId="1549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1449752342" sldId="1550"/>
        </pc:sldMkLst>
      </pc:sldChg>
      <pc:sldChg chg="modSp add mod modAnim">
        <pc:chgData name="Wojtek Krakowiak" userId="f72a0bb3b8a70e05" providerId="LiveId" clId="{796D8754-81B5-47E0-B92F-00D37F8C2924}" dt="2024-12-22T16:28:51.790" v="477" actId="20577"/>
        <pc:sldMkLst>
          <pc:docMk/>
          <pc:sldMk cId="1806706725" sldId="1550"/>
        </pc:sldMkLst>
      </pc:sldChg>
      <pc:sldChg chg="modSp add mod modAnim">
        <pc:chgData name="Wojtek Krakowiak" userId="f72a0bb3b8a70e05" providerId="LiveId" clId="{796D8754-81B5-47E0-B92F-00D37F8C2924}" dt="2024-12-22T16:29:16.100" v="508" actId="20577"/>
        <pc:sldMkLst>
          <pc:docMk/>
          <pc:sldMk cId="425965751" sldId="1551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3448814210" sldId="1551"/>
        </pc:sldMkLst>
      </pc:sldChg>
      <pc:sldChg chg="modSp add mod modAnim">
        <pc:chgData name="Wojtek Krakowiak" userId="f72a0bb3b8a70e05" providerId="LiveId" clId="{796D8754-81B5-47E0-B92F-00D37F8C2924}" dt="2024-12-22T16:29:34.314" v="533" actId="20577"/>
        <pc:sldMkLst>
          <pc:docMk/>
          <pc:sldMk cId="2554876264" sldId="1552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3640690013" sldId="1552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818123351" sldId="1553"/>
        </pc:sldMkLst>
      </pc:sldChg>
      <pc:sldChg chg="modSp add mod modAnim">
        <pc:chgData name="Wojtek Krakowiak" userId="f72a0bb3b8a70e05" providerId="LiveId" clId="{796D8754-81B5-47E0-B92F-00D37F8C2924}" dt="2024-12-22T16:30:10.070" v="573" actId="20577"/>
        <pc:sldMkLst>
          <pc:docMk/>
          <pc:sldMk cId="2655570199" sldId="1553"/>
        </pc:sldMkLst>
      </pc:sldChg>
      <pc:sldChg chg="add">
        <pc:chgData name="Wojtek Krakowiak" userId="f72a0bb3b8a70e05" providerId="LiveId" clId="{796D8754-81B5-47E0-B92F-00D37F8C2924}" dt="2024-12-22T16:30:18.133" v="574" actId="2890"/>
        <pc:sldMkLst>
          <pc:docMk/>
          <pc:sldMk cId="2574645317" sldId="1554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3198797024" sldId="1554"/>
        </pc:sldMkLst>
      </pc:sldChg>
      <pc:sldChg chg="modSp add mod modAnim">
        <pc:chgData name="Wojtek Krakowiak" userId="f72a0bb3b8a70e05" providerId="LiveId" clId="{796D8754-81B5-47E0-B92F-00D37F8C2924}" dt="2024-12-22T16:31:12.768" v="594" actId="20577"/>
        <pc:sldMkLst>
          <pc:docMk/>
          <pc:sldMk cId="3438650182" sldId="1555"/>
        </pc:sldMkLst>
      </pc:sldChg>
      <pc:sldChg chg="modSp add mod modAnim">
        <pc:chgData name="Wojtek Krakowiak" userId="f72a0bb3b8a70e05" providerId="LiveId" clId="{796D8754-81B5-47E0-B92F-00D37F8C2924}" dt="2024-12-22T16:32:48.886" v="627" actId="20577"/>
        <pc:sldMkLst>
          <pc:docMk/>
          <pc:sldMk cId="1924520805" sldId="1556"/>
        </pc:sldMkLst>
      </pc:sldChg>
      <pc:sldChg chg="modSp add mod">
        <pc:chgData name="Wojtek Krakowiak" userId="f72a0bb3b8a70e05" providerId="LiveId" clId="{796D8754-81B5-47E0-B92F-00D37F8C2924}" dt="2024-12-22T16:33:09.752" v="640" actId="5793"/>
        <pc:sldMkLst>
          <pc:docMk/>
          <pc:sldMk cId="1318923488" sldId="1557"/>
        </pc:sldMkLst>
      </pc:sldChg>
      <pc:sldChg chg="modSp add mod">
        <pc:chgData name="Wojtek Krakowiak" userId="f72a0bb3b8a70e05" providerId="LiveId" clId="{796D8754-81B5-47E0-B92F-00D37F8C2924}" dt="2024-12-22T16:33:36.670" v="665" actId="20577"/>
        <pc:sldMkLst>
          <pc:docMk/>
          <pc:sldMk cId="2483117845" sldId="1558"/>
        </pc:sldMkLst>
      </pc:sldChg>
      <pc:sldChg chg="modSp add mod modAnim">
        <pc:chgData name="Wojtek Krakowiak" userId="f72a0bb3b8a70e05" providerId="LiveId" clId="{796D8754-81B5-47E0-B92F-00D37F8C2924}" dt="2024-12-22T16:38:21.618" v="922" actId="20577"/>
        <pc:sldMkLst>
          <pc:docMk/>
          <pc:sldMk cId="1037892226" sldId="1559"/>
        </pc:sldMkLst>
      </pc:sldChg>
      <pc:sldChg chg="modSp add mod modAnim">
        <pc:chgData name="Wojtek Krakowiak" userId="f72a0bb3b8a70e05" providerId="LiveId" clId="{796D8754-81B5-47E0-B92F-00D37F8C2924}" dt="2024-12-22T16:35:37.310" v="732" actId="20577"/>
        <pc:sldMkLst>
          <pc:docMk/>
          <pc:sldMk cId="4254334823" sldId="1560"/>
        </pc:sldMkLst>
      </pc:sldChg>
      <pc:sldChg chg="modSp add mod modAnim">
        <pc:chgData name="Wojtek Krakowiak" userId="f72a0bb3b8a70e05" providerId="LiveId" clId="{796D8754-81B5-47E0-B92F-00D37F8C2924}" dt="2024-12-22T16:38:18.589" v="920" actId="20577"/>
        <pc:sldMkLst>
          <pc:docMk/>
          <pc:sldMk cId="3384780921" sldId="1561"/>
        </pc:sldMkLst>
      </pc:sldChg>
      <pc:sldChg chg="modSp add mod modAnim">
        <pc:chgData name="Wojtek Krakowiak" userId="f72a0bb3b8a70e05" providerId="LiveId" clId="{796D8754-81B5-47E0-B92F-00D37F8C2924}" dt="2024-12-22T16:38:15.545" v="918" actId="20577"/>
        <pc:sldMkLst>
          <pc:docMk/>
          <pc:sldMk cId="1328236640" sldId="1562"/>
        </pc:sldMkLst>
      </pc:sldChg>
      <pc:sldChg chg="modSp add mod">
        <pc:chgData name="Wojtek Krakowiak" userId="f72a0bb3b8a70e05" providerId="LiveId" clId="{796D8754-81B5-47E0-B92F-00D37F8C2924}" dt="2024-12-22T16:38:13.050" v="916" actId="20577"/>
        <pc:sldMkLst>
          <pc:docMk/>
          <pc:sldMk cId="1892551816" sldId="1563"/>
        </pc:sldMkLst>
      </pc:sldChg>
      <pc:sldChg chg="modSp add mod">
        <pc:chgData name="Wojtek Krakowiak" userId="f72a0bb3b8a70e05" providerId="LiveId" clId="{796D8754-81B5-47E0-B92F-00D37F8C2924}" dt="2024-12-22T16:38:08.800" v="914" actId="20577"/>
        <pc:sldMkLst>
          <pc:docMk/>
          <pc:sldMk cId="1116143262" sldId="1564"/>
        </pc:sldMkLst>
      </pc:sldChg>
      <pc:sldChg chg="modSp add mod modAnim">
        <pc:chgData name="Wojtek Krakowiak" userId="f72a0bb3b8a70e05" providerId="LiveId" clId="{796D8754-81B5-47E0-B92F-00D37F8C2924}" dt="2024-12-22T16:39:37.721" v="980" actId="20577"/>
        <pc:sldMkLst>
          <pc:docMk/>
          <pc:sldMk cId="1790433172" sldId="1565"/>
        </pc:sldMkLst>
      </pc:sldChg>
      <pc:sldChg chg="modSp add mod modAnim">
        <pc:chgData name="Wojtek Krakowiak" userId="f72a0bb3b8a70e05" providerId="LiveId" clId="{796D8754-81B5-47E0-B92F-00D37F8C2924}" dt="2024-12-22T16:40:04.571" v="1010" actId="20577"/>
        <pc:sldMkLst>
          <pc:docMk/>
          <pc:sldMk cId="3503619224" sldId="1566"/>
        </pc:sldMkLst>
      </pc:sldChg>
      <pc:sldChg chg="modSp add mod">
        <pc:chgData name="Wojtek Krakowiak" userId="f72a0bb3b8a70e05" providerId="LiveId" clId="{796D8754-81B5-47E0-B92F-00D37F8C2924}" dt="2024-12-22T16:40:38.248" v="1032" actId="20577"/>
        <pc:sldMkLst>
          <pc:docMk/>
          <pc:sldMk cId="1998056541" sldId="1567"/>
        </pc:sldMkLst>
      </pc:sldChg>
      <pc:sldChg chg="modSp add mod modAnim">
        <pc:chgData name="Wojtek Krakowiak" userId="f72a0bb3b8a70e05" providerId="LiveId" clId="{796D8754-81B5-47E0-B92F-00D37F8C2924}" dt="2024-12-22T17:45:58.705" v="31790" actId="20577"/>
        <pc:sldMkLst>
          <pc:docMk/>
          <pc:sldMk cId="80482478" sldId="1568"/>
        </pc:sldMkLst>
      </pc:sldChg>
      <pc:sldChg chg="modSp add mod">
        <pc:chgData name="Wojtek Krakowiak" userId="f72a0bb3b8a70e05" providerId="LiveId" clId="{796D8754-81B5-47E0-B92F-00D37F8C2924}" dt="2024-12-22T20:19:03.493" v="31831" actId="20577"/>
        <pc:sldMkLst>
          <pc:docMk/>
          <pc:sldMk cId="2655817947" sldId="1569"/>
        </pc:sldMkLst>
      </pc:sldChg>
      <pc:sldChg chg="modSp add mod">
        <pc:chgData name="Wojtek Krakowiak" userId="f72a0bb3b8a70e05" providerId="LiveId" clId="{796D8754-81B5-47E0-B92F-00D37F8C2924}" dt="2024-12-22T20:20:27.320" v="31882" actId="20577"/>
        <pc:sldMkLst>
          <pc:docMk/>
          <pc:sldMk cId="3496728488" sldId="1570"/>
        </pc:sldMkLst>
      </pc:sldChg>
      <pc:sldChg chg="modSp add mod">
        <pc:chgData name="Wojtek Krakowiak" userId="f72a0bb3b8a70e05" providerId="LiveId" clId="{796D8754-81B5-47E0-B92F-00D37F8C2924}" dt="2024-12-22T20:21:17.681" v="31920" actId="20577"/>
        <pc:sldMkLst>
          <pc:docMk/>
          <pc:sldMk cId="1697122271" sldId="1571"/>
        </pc:sldMkLst>
      </pc:sldChg>
      <pc:sldChg chg="modSp add mod">
        <pc:chgData name="Wojtek Krakowiak" userId="f72a0bb3b8a70e05" providerId="LiveId" clId="{796D8754-81B5-47E0-B92F-00D37F8C2924}" dt="2024-12-22T20:21:47.990" v="31954" actId="20577"/>
        <pc:sldMkLst>
          <pc:docMk/>
          <pc:sldMk cId="792925584" sldId="1572"/>
        </pc:sldMkLst>
      </pc:sldChg>
      <pc:sldChg chg="modSp add mod">
        <pc:chgData name="Wojtek Krakowiak" userId="f72a0bb3b8a70e05" providerId="LiveId" clId="{796D8754-81B5-47E0-B92F-00D37F8C2924}" dt="2024-12-22T20:22:07.024" v="31972" actId="20577"/>
        <pc:sldMkLst>
          <pc:docMk/>
          <pc:sldMk cId="1466925857" sldId="1573"/>
        </pc:sldMkLst>
      </pc:sldChg>
      <pc:sldChg chg="modSp add mod">
        <pc:chgData name="Wojtek Krakowiak" userId="f72a0bb3b8a70e05" providerId="LiveId" clId="{796D8754-81B5-47E0-B92F-00D37F8C2924}" dt="2024-12-22T20:22:41.510" v="32003" actId="20577"/>
        <pc:sldMkLst>
          <pc:docMk/>
          <pc:sldMk cId="4140321118" sldId="1574"/>
        </pc:sldMkLst>
      </pc:sldChg>
      <pc:sldChg chg="modSp add mod">
        <pc:chgData name="Wojtek Krakowiak" userId="f72a0bb3b8a70e05" providerId="LiveId" clId="{796D8754-81B5-47E0-B92F-00D37F8C2924}" dt="2024-12-22T20:23:14.281" v="32023" actId="20577"/>
        <pc:sldMkLst>
          <pc:docMk/>
          <pc:sldMk cId="2104800599" sldId="1575"/>
        </pc:sldMkLst>
      </pc:sldChg>
      <pc:sldChg chg="modSp add mod">
        <pc:chgData name="Wojtek Krakowiak" userId="f72a0bb3b8a70e05" providerId="LiveId" clId="{796D8754-81B5-47E0-B92F-00D37F8C2924}" dt="2024-12-22T20:24:03.075" v="32073" actId="20577"/>
        <pc:sldMkLst>
          <pc:docMk/>
          <pc:sldMk cId="3564927047" sldId="1576"/>
        </pc:sldMkLst>
      </pc:sldChg>
      <pc:sldChg chg="modSp add mod">
        <pc:chgData name="Wojtek Krakowiak" userId="f72a0bb3b8a70e05" providerId="LiveId" clId="{796D8754-81B5-47E0-B92F-00D37F8C2924}" dt="2024-12-22T20:24:46.527" v="32098" actId="20577"/>
        <pc:sldMkLst>
          <pc:docMk/>
          <pc:sldMk cId="3741576471" sldId="1577"/>
        </pc:sldMkLst>
      </pc:sldChg>
      <pc:sldChg chg="modSp add mod">
        <pc:chgData name="Wojtek Krakowiak" userId="f72a0bb3b8a70e05" providerId="LiveId" clId="{796D8754-81B5-47E0-B92F-00D37F8C2924}" dt="2024-12-22T20:25:05.056" v="32107" actId="20577"/>
        <pc:sldMkLst>
          <pc:docMk/>
          <pc:sldMk cId="821205344" sldId="1578"/>
        </pc:sldMkLst>
      </pc:sldChg>
      <pc:sldChg chg="modSp add mod">
        <pc:chgData name="Wojtek Krakowiak" userId="f72a0bb3b8a70e05" providerId="LiveId" clId="{796D8754-81B5-47E0-B92F-00D37F8C2924}" dt="2024-12-22T20:26:02.899" v="32129" actId="20577"/>
        <pc:sldMkLst>
          <pc:docMk/>
          <pc:sldMk cId="3510465459" sldId="1579"/>
        </pc:sldMkLst>
      </pc:sldChg>
      <pc:sldChg chg="modSp add mod">
        <pc:chgData name="Wojtek Krakowiak" userId="f72a0bb3b8a70e05" providerId="LiveId" clId="{796D8754-81B5-47E0-B92F-00D37F8C2924}" dt="2024-12-22T21:49:29.229" v="32187" actId="20577"/>
        <pc:sldMkLst>
          <pc:docMk/>
          <pc:sldMk cId="3219974905" sldId="1580"/>
        </pc:sldMkLst>
      </pc:sldChg>
      <pc:sldChg chg="modSp add mod">
        <pc:chgData name="Wojtek Krakowiak" userId="f72a0bb3b8a70e05" providerId="LiveId" clId="{796D8754-81B5-47E0-B92F-00D37F8C2924}" dt="2024-12-22T21:49:47.432" v="32210" actId="20577"/>
        <pc:sldMkLst>
          <pc:docMk/>
          <pc:sldMk cId="1768315392" sldId="1581"/>
        </pc:sldMkLst>
      </pc:sldChg>
      <pc:sldChg chg="modSp add mod">
        <pc:chgData name="Wojtek Krakowiak" userId="f72a0bb3b8a70e05" providerId="LiveId" clId="{796D8754-81B5-47E0-B92F-00D37F8C2924}" dt="2024-12-22T21:50:15.852" v="32264" actId="20577"/>
        <pc:sldMkLst>
          <pc:docMk/>
          <pc:sldMk cId="2379753218" sldId="1582"/>
        </pc:sldMkLst>
      </pc:sldChg>
      <pc:sldChg chg="add">
        <pc:chgData name="Wojtek Krakowiak" userId="f72a0bb3b8a70e05" providerId="LiveId" clId="{796D8754-81B5-47E0-B92F-00D37F8C2924}" dt="2024-12-22T21:50:18.438" v="32265" actId="2890"/>
        <pc:sldMkLst>
          <pc:docMk/>
          <pc:sldMk cId="2388000904" sldId="1583"/>
        </pc:sldMkLst>
      </pc:sldChg>
      <pc:sldChg chg="modSp add mod">
        <pc:chgData name="Wojtek Krakowiak" userId="f72a0bb3b8a70e05" providerId="LiveId" clId="{796D8754-81B5-47E0-B92F-00D37F8C2924}" dt="2024-12-22T21:51:28.638" v="32337" actId="20577"/>
        <pc:sldMkLst>
          <pc:docMk/>
          <pc:sldMk cId="42269575" sldId="1584"/>
        </pc:sldMkLst>
      </pc:sldChg>
      <pc:sldChg chg="modSp add mod">
        <pc:chgData name="Wojtek Krakowiak" userId="f72a0bb3b8a70e05" providerId="LiveId" clId="{796D8754-81B5-47E0-B92F-00D37F8C2924}" dt="2024-12-22T21:51:22.923" v="32335" actId="20577"/>
        <pc:sldMkLst>
          <pc:docMk/>
          <pc:sldMk cId="2934389282" sldId="158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3921EC4-EAB7-419D-AA92-EFAC713056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D8CD32E-B3EF-4BB7-9087-FC556C55FA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6FCF072-E0AD-4995-98D1-01A463F40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23.02.2025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9B94581-9053-4885-B747-4D11B2E69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67BA141-90D4-43B5-9B79-7A8AABB08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76653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DDD083A-9D1C-4C91-8895-277BB6D14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EC2F94E-197F-458C-89E9-645E34458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D1A9D01-F8E9-42EA-8AD3-75E9CD20D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23.02.2025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88CF2E2-CFAC-46E6-89E8-39C596141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25D68F7-E4B8-45BB-8727-11113F3C4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0515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460989D-EFA5-4607-92FF-E385F6FDC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84E1CDF6-D6EC-4826-8B2F-3254DBDEA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6F4F5DB-9700-4A7F-A0E7-2492A5E68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23.02.2025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E41039D-DF05-49CF-A8FD-9A8B6F46F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8F514A1-F403-4980-B0C9-D835C9227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60291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5133645-71B7-4FDF-B8A2-C358D10E3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E6AD115-62A8-480B-9189-D21B5D8A5B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8537C153-4A2E-40B5-BF02-F37834FC32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AA1D1747-4492-4F86-B2B4-9BB3DE75D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23.02.2025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8C896157-A8DE-4AE4-8B1B-96D37B85B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FEDC477-749B-49B4-8961-D95D17750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25614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E79C183-58E0-4563-8923-57E4C0097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3939FEC-2F86-4F31-B6CE-7BDCC3D75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D3A0FE68-72DC-435D-9B3C-BC87508D2F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B68FCC60-2FC3-4416-9280-B2830AD7F3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043D7FFB-743E-4928-B03A-73906F9640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3BC21A3E-20EB-4EF9-A82E-59819C593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23.02.2025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BB9B477A-B893-4728-8482-EA09CCC05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1460F094-BD17-41E5-9B47-242D6D768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57196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F5CE496-3EF6-41F7-BE77-AACC0415E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37CDEC83-A9B2-41F2-8ADB-AEBBF8051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23.02.2025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BA6E95F5-49ED-4580-93DB-17D9B7FAC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BDB566B7-385E-4399-A212-E9826A3E9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16058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44A1314F-3186-488E-B0CB-88508AC80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23.02.2025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54470DD-8D47-472A-BF52-7AE7CA35E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C2B53DDE-F168-4046-B429-B122A26AA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79280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BF6BAB2-D8A8-4CA3-AE67-CB2E0B34C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EAE51AC-D673-4C65-876F-046396EB6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A8059E8-E8EE-4BB0-B805-CBACC8C15B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FC63BB4-7F61-424C-9401-36DDA2BD4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23.02.2025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5994D591-0C14-4392-9C0C-49D471229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DEE5004B-242E-4092-82D7-40380C8B5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48545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B3D500E-FFB6-4CDB-A916-56D4656D3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D281F8F2-61CA-4B6E-89E3-B97E14321B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52FE05F1-0449-4938-A7F8-5C2AAABAF6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8DA18418-67F1-4A0E-BF45-EF08C711D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23.02.2025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F83B392-697C-4783-8E2B-73ECE0E3F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B6F4653-AABB-453E-AA1D-AF66E5923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70669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5B1117E-8896-4BC5-888B-D0F219F1F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28A6BE3-47EB-4249-BAFF-DD88A45D3A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3943FC2-91BB-4722-B87D-A5A5E4FE9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23.02.2025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A55E191-6AAF-483E-A725-BF34D3709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EA161D8-5EFB-4508-8020-B270250BB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41145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8B19B07B-0F2E-4E22-B09F-E907431F11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CD294D7A-3F4D-4658-8B10-D21C3E5592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6C8A2C7-C2CF-46AD-BB86-552A1EF3D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23.02.2025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8E4453A-B8EE-4217-BB76-A99C0E587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D2B9351-4178-4F4C-A78A-5A1C4CD83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74978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363EC774-FCE7-4A08-947F-DE2E6EA7E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9A9C1E8E-6FC5-4D10-877B-4CA71B645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20E9AD8-D556-4904-812A-C674D2EDF7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B6B8D0-A159-4557-B63A-419B24A74F77}" type="datetimeFigureOut">
              <a:rPr lang="pl-PL" smtClean="0"/>
              <a:t>23.02.2025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2D19AAE-A1E3-4581-83E0-0A7CC09D59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4A93E77-A5E0-4146-90E8-ABB933EE50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64352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0.mp3"/><Relationship Id="rId1" Type="http://schemas.microsoft.com/office/2007/relationships/media" Target="../media/media10.mp3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1.mp3"/><Relationship Id="rId1" Type="http://schemas.microsoft.com/office/2007/relationships/media" Target="../media/media11.mp3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2.mp3"/><Relationship Id="rId1" Type="http://schemas.microsoft.com/office/2007/relationships/media" Target="../media/media12.mp3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3.mp3"/><Relationship Id="rId1" Type="http://schemas.microsoft.com/office/2007/relationships/media" Target="../media/media13.mp3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4.mp3"/><Relationship Id="rId1" Type="http://schemas.microsoft.com/office/2007/relationships/media" Target="../media/media14.mp3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5.mp3"/><Relationship Id="rId1" Type="http://schemas.microsoft.com/office/2007/relationships/media" Target="../media/media15.mp3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6.mp3"/><Relationship Id="rId1" Type="http://schemas.microsoft.com/office/2007/relationships/media" Target="../media/media16.mp3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7.mp3"/><Relationship Id="rId1" Type="http://schemas.microsoft.com/office/2007/relationships/media" Target="../media/media17.mp3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8.mp3"/><Relationship Id="rId1" Type="http://schemas.microsoft.com/office/2007/relationships/media" Target="../media/media18.mp3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9.mp3"/><Relationship Id="rId1" Type="http://schemas.microsoft.com/office/2007/relationships/media" Target="../media/media19.mp3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0.mp3"/><Relationship Id="rId1" Type="http://schemas.microsoft.com/office/2007/relationships/media" Target="../media/media20.mp3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1.mp3"/><Relationship Id="rId1" Type="http://schemas.microsoft.com/office/2007/relationships/media" Target="../media/media21.mp3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2.mp3"/><Relationship Id="rId1" Type="http://schemas.microsoft.com/office/2007/relationships/media" Target="../media/media22.mp3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3.mp3"/><Relationship Id="rId1" Type="http://schemas.microsoft.com/office/2007/relationships/media" Target="../media/media23.mp3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4.mp3"/><Relationship Id="rId1" Type="http://schemas.microsoft.com/office/2007/relationships/media" Target="../media/media24.mp3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5.mp3"/><Relationship Id="rId1" Type="http://schemas.microsoft.com/office/2007/relationships/media" Target="../media/media25.mp3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6.mp3"/><Relationship Id="rId1" Type="http://schemas.microsoft.com/office/2007/relationships/media" Target="../media/media26.mp3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7.mp3"/><Relationship Id="rId1" Type="http://schemas.microsoft.com/office/2007/relationships/media" Target="../media/media27.mp3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8.mp3"/><Relationship Id="rId1" Type="http://schemas.microsoft.com/office/2007/relationships/media" Target="../media/media28.mp3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9.mp3"/><Relationship Id="rId1" Type="http://schemas.microsoft.com/office/2007/relationships/media" Target="../media/media29.mp3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0.mp3"/><Relationship Id="rId1" Type="http://schemas.microsoft.com/office/2007/relationships/media" Target="../media/media30.mp3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1.mp3"/><Relationship Id="rId1" Type="http://schemas.microsoft.com/office/2007/relationships/media" Target="../media/media31.mp3"/><Relationship Id="rId4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2.mp3"/><Relationship Id="rId1" Type="http://schemas.microsoft.com/office/2007/relationships/media" Target="../media/media32.mp3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3.mp3"/><Relationship Id="rId1" Type="http://schemas.microsoft.com/office/2007/relationships/media" Target="../media/media33.mp3"/><Relationship Id="rId4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4.mp3"/><Relationship Id="rId1" Type="http://schemas.microsoft.com/office/2007/relationships/media" Target="../media/media34.mp3"/><Relationship Id="rId4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5.mp3"/><Relationship Id="rId1" Type="http://schemas.microsoft.com/office/2007/relationships/media" Target="../media/media35.mp3"/><Relationship Id="rId4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6.mp3"/><Relationship Id="rId1" Type="http://schemas.microsoft.com/office/2007/relationships/media" Target="../media/media36.mp3"/><Relationship Id="rId4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7.mp3"/><Relationship Id="rId1" Type="http://schemas.microsoft.com/office/2007/relationships/media" Target="../media/media37.mp3"/><Relationship Id="rId4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8.mp3"/><Relationship Id="rId1" Type="http://schemas.microsoft.com/office/2007/relationships/media" Target="../media/media38.mp3"/><Relationship Id="rId4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9.mp3"/><Relationship Id="rId1" Type="http://schemas.microsoft.com/office/2007/relationships/media" Target="../media/media39.mp3"/><Relationship Id="rId4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0.mp3"/><Relationship Id="rId1" Type="http://schemas.microsoft.com/office/2007/relationships/media" Target="../media/media40.mp3"/><Relationship Id="rId4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1.mp3"/><Relationship Id="rId1" Type="http://schemas.microsoft.com/office/2007/relationships/media" Target="../media/media41.mp3"/><Relationship Id="rId4" Type="http://schemas.openxmlformats.org/officeDocument/2006/relationships/image" Target="../media/image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2.mp3"/><Relationship Id="rId1" Type="http://schemas.microsoft.com/office/2007/relationships/media" Target="../media/media42.mp3"/><Relationship Id="rId4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3.mp3"/><Relationship Id="rId1" Type="http://schemas.microsoft.com/office/2007/relationships/media" Target="../media/media43.mp3"/><Relationship Id="rId4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4.mp3"/><Relationship Id="rId1" Type="http://schemas.microsoft.com/office/2007/relationships/media" Target="../media/media44.mp3"/><Relationship Id="rId4" Type="http://schemas.openxmlformats.org/officeDocument/2006/relationships/image" Target="../media/image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5.mp3"/><Relationship Id="rId1" Type="http://schemas.microsoft.com/office/2007/relationships/media" Target="../media/media45.mp3"/><Relationship Id="rId4" Type="http://schemas.openxmlformats.org/officeDocument/2006/relationships/image" Target="../media/image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6.mp3"/><Relationship Id="rId1" Type="http://schemas.microsoft.com/office/2007/relationships/media" Target="../media/media46.mp3"/><Relationship Id="rId4" Type="http://schemas.openxmlformats.org/officeDocument/2006/relationships/image" Target="../media/image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7.mp3"/><Relationship Id="rId1" Type="http://schemas.microsoft.com/office/2007/relationships/media" Target="../media/media47.mp3"/><Relationship Id="rId4" Type="http://schemas.openxmlformats.org/officeDocument/2006/relationships/image" Target="../media/image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8.mp3"/><Relationship Id="rId1" Type="http://schemas.microsoft.com/office/2007/relationships/media" Target="../media/media48.mp3"/><Relationship Id="rId4" Type="http://schemas.openxmlformats.org/officeDocument/2006/relationships/image" Target="../media/image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9.mp3"/><Relationship Id="rId1" Type="http://schemas.microsoft.com/office/2007/relationships/media" Target="../media/media49.mp3"/><Relationship Id="rId4" Type="http://schemas.openxmlformats.org/officeDocument/2006/relationships/image" Target="../media/image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0.mp3"/><Relationship Id="rId1" Type="http://schemas.microsoft.com/office/2007/relationships/media" Target="../media/media50.mp3"/><Relationship Id="rId4" Type="http://schemas.openxmlformats.org/officeDocument/2006/relationships/image" Target="../media/image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1.mp3"/><Relationship Id="rId1" Type="http://schemas.microsoft.com/office/2007/relationships/media" Target="../media/media51.mp3"/><Relationship Id="rId4" Type="http://schemas.openxmlformats.org/officeDocument/2006/relationships/image" Target="../media/image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2.mp3"/><Relationship Id="rId1" Type="http://schemas.microsoft.com/office/2007/relationships/media" Target="../media/media52.mp3"/><Relationship Id="rId4" Type="http://schemas.openxmlformats.org/officeDocument/2006/relationships/image" Target="../media/image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3.mp3"/><Relationship Id="rId1" Type="http://schemas.microsoft.com/office/2007/relationships/media" Target="../media/media53.mp3"/><Relationship Id="rId4" Type="http://schemas.openxmlformats.org/officeDocument/2006/relationships/image" Target="../media/image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4.mp3"/><Relationship Id="rId1" Type="http://schemas.microsoft.com/office/2007/relationships/media" Target="../media/media54.mp3"/><Relationship Id="rId4" Type="http://schemas.openxmlformats.org/officeDocument/2006/relationships/image" Target="../media/image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5.mp3"/><Relationship Id="rId1" Type="http://schemas.microsoft.com/office/2007/relationships/media" Target="../media/media55.mp3"/><Relationship Id="rId4" Type="http://schemas.openxmlformats.org/officeDocument/2006/relationships/image" Target="../media/image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6.mp3"/><Relationship Id="rId1" Type="http://schemas.microsoft.com/office/2007/relationships/media" Target="../media/media56.mp3"/><Relationship Id="rId4" Type="http://schemas.openxmlformats.org/officeDocument/2006/relationships/image" Target="../media/image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7.mp3"/><Relationship Id="rId1" Type="http://schemas.microsoft.com/office/2007/relationships/media" Target="../media/media57.mp3"/><Relationship Id="rId4" Type="http://schemas.openxmlformats.org/officeDocument/2006/relationships/image" Target="../media/image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8.mp3"/><Relationship Id="rId1" Type="http://schemas.microsoft.com/office/2007/relationships/media" Target="../media/media58.mp3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5" y="0"/>
            <a:ext cx="11131290" cy="4151575"/>
          </a:xfrm>
        </p:spPr>
        <p:txBody>
          <a:bodyPr>
            <a:normAutofit/>
          </a:bodyPr>
          <a:lstStyle/>
          <a:p>
            <a:r>
              <a:rPr lang="pl-PL" sz="9600" b="1" dirty="0">
                <a:latin typeface="+mn-lt"/>
              </a:rPr>
              <a:t>Klasa 1L</a:t>
            </a:r>
            <a:br>
              <a:rPr lang="pl-PL" sz="9600" b="1" dirty="0">
                <a:latin typeface="+mn-lt"/>
              </a:rPr>
            </a:br>
            <a:r>
              <a:rPr lang="en-GB" sz="9600" b="1" dirty="0">
                <a:latin typeface="+mn-lt"/>
              </a:rPr>
              <a:t>Cities</a:t>
            </a:r>
            <a:endParaRPr lang="pl-PL" sz="73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82655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Odbić się w górę/Wyrastać (Nie chodzi o rośliny)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To spring </a:t>
            </a:r>
            <a:r>
              <a:rPr lang="en-GB" sz="7200" b="1" dirty="0">
                <a:solidFill>
                  <a:srgbClr val="FF0000"/>
                </a:solidFill>
              </a:rPr>
              <a:t>up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890FDA57-EB6D-8AF9-FEF1-315D43F5631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841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9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Zacząć od zera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To start from</a:t>
            </a:r>
            <a:r>
              <a:rPr lang="en-GB" sz="7200" b="1" dirty="0">
                <a:solidFill>
                  <a:srgbClr val="FF0000"/>
                </a:solidFill>
              </a:rPr>
              <a:t> scratch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E335845-E69A-B205-AD2A-5B1F8D69AB6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176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67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Odnawialna (np. energia)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Renewable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82489126-3A93-5005-747E-FADC19DE5B5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244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9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Udogodnienia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Amenities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6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FC07CCD-6C54-9F02-8ADF-BABB8308189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965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4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966158"/>
            <a:ext cx="11032478" cy="1276710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Śmiały projekt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Moonshot project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98FFA0E5-AED6-79EB-284A-9649B15319B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882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61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966158"/>
            <a:ext cx="11032478" cy="1276710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Zlecać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commission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0A83AFBC-E296-BEAF-8117-28D2B1BBAB1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664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49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966158"/>
            <a:ext cx="11032478" cy="1276710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Zachowania anty-społeczne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Antisocial behaviours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2B60B4F3-ABB9-F906-D0C8-7903CEC1D9D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484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90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2955" y="966158"/>
            <a:ext cx="11293090" cy="1276710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Skrajny/Poboczny/Nieistotny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Peripheral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D43B84F-64E7-0675-3024-33E8D6329A8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929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7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Przeszkoda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Hurdle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747CD06F-5012-F216-29C6-8A424E3FB8A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453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9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A1BBC-6984-FB1B-F975-07354B04D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031A19-4701-1F28-4A89-8521C9638B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Szum(o czymś)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061200C-C24E-1B61-2264-F5846B0F8D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 buzz (about something) 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AE124351-3D30-ED1B-AFB3-32AF88F20E9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693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82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A1BBC-6984-FB1B-F975-07354B04D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031A19-4701-1F28-4A89-8521C9638B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Strzeżone sąsiedztwa/osiedla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061200C-C24E-1B61-2264-F5846B0F8D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Gated neighbourhoods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64E3423-0703-53B0-E879-59B332EFF22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919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6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A1BBC-6984-FB1B-F975-07354B04D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031A19-4701-1F28-4A89-8521C9638B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en-GB" sz="7200" b="1" dirty="0">
                <a:latin typeface="+mn-lt"/>
              </a:rPr>
              <a:t>Co</a:t>
            </a:r>
            <a:r>
              <a:rPr lang="pl-PL" sz="7200" b="1" dirty="0">
                <a:latin typeface="+mn-lt"/>
              </a:rPr>
              <a:t>ś idzie płynnie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061200C-C24E-1B61-2264-F5846B0F8D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(</a:t>
            </a:r>
            <a:r>
              <a:rPr lang="pl-PL" sz="7200" b="1" dirty="0" err="1">
                <a:solidFill>
                  <a:srgbClr val="FF0000"/>
                </a:solidFill>
              </a:rPr>
              <a:t>something</a:t>
            </a:r>
            <a:r>
              <a:rPr lang="pl-PL" sz="7200" b="1" dirty="0">
                <a:solidFill>
                  <a:srgbClr val="FF0000"/>
                </a:solidFill>
              </a:rPr>
              <a:t>) </a:t>
            </a:r>
            <a:r>
              <a:rPr lang="en-GB" sz="7200" b="1" dirty="0">
                <a:solidFill>
                  <a:srgbClr val="FF0000"/>
                </a:solidFill>
              </a:rPr>
              <a:t>runs </a:t>
            </a:r>
            <a:r>
              <a:rPr lang="pl-PL" sz="7200" b="1" dirty="0" err="1">
                <a:solidFill>
                  <a:srgbClr val="FF0000"/>
                </a:solidFill>
              </a:rPr>
              <a:t>smoothly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3D827CAB-2A7A-578B-6977-C8CF38AFFA3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829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11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A1BBC-6984-FB1B-F975-07354B04D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031A19-4701-1F28-4A89-8521C9638B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Infrastruktura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061200C-C24E-1B61-2264-F5846B0F8D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Infrastructure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0D593A09-826E-78B4-7688-648D1A2D646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399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5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A1BBC-6984-FB1B-F975-07354B04D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031A19-4701-1F28-4A89-8521C9638B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Ślad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061200C-C24E-1B61-2264-F5846B0F8D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Trace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A0A29104-A174-581D-D6A2-20688EBFA52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162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1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A1BBC-6984-FB1B-F975-07354B04D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031A19-4701-1F28-4A89-8521C9638B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Krztusić się spalinami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061200C-C24E-1B61-2264-F5846B0F8D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Choke on fumes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A894CA73-1527-E5D8-0606-A0DFA985AA6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585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1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A1BBC-6984-FB1B-F975-07354B04D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031A19-4701-1F28-4A89-8521C9638B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Zaśmiecać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061200C-C24E-1B61-2264-F5846B0F8D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To</a:t>
            </a:r>
            <a:r>
              <a:rPr lang="en-GB" sz="7200" b="1" dirty="0">
                <a:solidFill>
                  <a:srgbClr val="FF0000"/>
                </a:solidFill>
              </a:rPr>
              <a:t> litter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DBFCD237-DAEB-C982-35F4-49FC0DCDE13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10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6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A1BBC-6984-FB1B-F975-07354B04D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031A19-4701-1F28-4A89-8521C9638B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Zatrzymać się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061200C-C24E-1B61-2264-F5846B0F8D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Grind/Come to a halt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3D2AAA60-F76A-9965-BF3D-6F7633D5362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042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72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A1BBC-6984-FB1B-F975-07354B04D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031A19-4701-1F28-4A89-8521C9638B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Trąbić (samochodem)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061200C-C24E-1B61-2264-F5846B0F8D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To </a:t>
            </a:r>
            <a:r>
              <a:rPr lang="en-GB" sz="7200" b="1" dirty="0">
                <a:solidFill>
                  <a:srgbClr val="FF0000"/>
                </a:solidFill>
              </a:rPr>
              <a:t>sound your horn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3A34610-823A-E748-6602-8D6B8B6C03E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416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64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A1BBC-6984-FB1B-F975-07354B04D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031A19-4701-1F28-4A89-8521C9638B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Doznać satysfakcji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061200C-C24E-1B61-2264-F5846B0F8D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Experience gratification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72F61A1-3175-B480-81D1-D04AD404209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300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06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A1BBC-6984-FB1B-F975-07354B04D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031A19-4701-1F28-4A89-8521C9638B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Ustatkować się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061200C-C24E-1B61-2264-F5846B0F8D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settle down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88E81E17-5F85-3800-42E5-CFAC2ABD908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040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6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A1BBC-6984-FB1B-F975-07354B04D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031A19-4701-1F28-4A89-8521C9638B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Nieco zaniedbane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061200C-C24E-1B61-2264-F5846B0F8D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Somewhat neglected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29D40FB-840A-6735-5686-4D0EDDD5692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164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1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A1BBC-6984-FB1B-F975-07354B04D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031A19-4701-1F28-4A89-8521C9638B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Opuszczone budynki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061200C-C24E-1B61-2264-F5846B0F8D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Derelict buildings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720CBBA-78AB-E1F8-0535-768F4A4D2ED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6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67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A1BBC-6984-FB1B-F975-07354B04D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031A19-4701-1F28-4A89-8521C9638B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Peryferie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061200C-C24E-1B61-2264-F5846B0F8D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Outskirts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23880289-4CF4-B0CF-CE77-FA4210FE887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793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0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A1BBC-6984-FB1B-F975-07354B04D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031A19-4701-1F28-4A89-8521C9638B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Zatłoczony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061200C-C24E-1B61-2264-F5846B0F8D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Crammed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7EDB307B-CF4D-042C-5112-C273C9B6792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39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9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A1BBC-6984-FB1B-F975-07354B04D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031A19-4701-1F28-4A89-8521C9638B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Zatłoczony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061200C-C24E-1B61-2264-F5846B0F8D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Congested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364846E-0494-4C94-ED61-DCD6779785D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863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4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A1BBC-6984-FB1B-F975-07354B04D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031A19-4701-1F28-4A89-8521C9638B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en-GB" sz="7200" b="1" dirty="0">
                <a:latin typeface="+mn-lt"/>
              </a:rPr>
              <a:t> </a:t>
            </a:r>
            <a:r>
              <a:rPr lang="pl-PL" sz="7200" b="1" dirty="0">
                <a:latin typeface="+mn-lt"/>
              </a:rPr>
              <a:t>Obskurnie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061200C-C24E-1B61-2264-F5846B0F8D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Dingy 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8783FE0E-1727-D8BD-CA9F-C420D47CDDE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82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1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A1BBC-6984-FB1B-F975-07354B04D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031A19-4701-1F28-4A89-8521C9638B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Zamożny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061200C-C24E-1B61-2264-F5846B0F8D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Affluent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2E7062A4-AAD3-E680-F70E-84B2EAD135F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615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2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A1BBC-6984-FB1B-F975-07354B04D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031A19-4701-1F28-4A89-8521C9638B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Rozciągający się (np. miasto)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061200C-C24E-1B61-2264-F5846B0F8D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Sprawling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98A9DCF4-EC69-5AAF-8157-F86F831BB59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967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2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A1BBC-6984-FB1B-F975-07354B04D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031A19-4701-1F28-4A89-8521C9638B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Pozbawiony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061200C-C24E-1B61-2264-F5846B0F8D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Deprived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0BEB1991-4521-6EBC-4A42-C1FB64C006C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4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9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A1BBC-6984-FB1B-F975-07354B04D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031A19-4701-1F28-4A89-8521C9638B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Konsultacja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061200C-C24E-1B61-2264-F5846B0F8D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Consultation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2E03FD35-E01E-7931-B5B9-98736C5D522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367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1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A1BBC-6984-FB1B-F975-07354B04D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031A19-4701-1F28-4A89-8521C9638B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en-GB" sz="7200" b="1" dirty="0">
                <a:latin typeface="+mn-lt"/>
              </a:rPr>
              <a:t>N</a:t>
            </a:r>
            <a:r>
              <a:rPr lang="pl-PL" sz="7200" b="1" dirty="0" err="1">
                <a:latin typeface="+mn-lt"/>
              </a:rPr>
              <a:t>arzucone</a:t>
            </a:r>
            <a:endParaRPr lang="pl-PL" sz="7200" b="1" dirty="0">
              <a:latin typeface="+mn-lt"/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061200C-C24E-1B61-2264-F5846B0F8D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Imposed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E89B9E8B-47F6-0930-7DD9-CEB32836169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406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7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A1BBC-6984-FB1B-F975-07354B04D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031A19-4701-1F28-4A89-8521C9638B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Zburzony/Zniszczony 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061200C-C24E-1B61-2264-F5846B0F8D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Demolished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7D25A1B-70F8-B118-2055-DC170FE90A0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794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49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A1BBC-6984-FB1B-F975-07354B04D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031A19-4701-1F28-4A89-8521C9638B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Zapoczątkowany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061200C-C24E-1B61-2264-F5846B0F8D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Initiated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D8C24E0-8333-BA09-3204-1F4F3BDEAE4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84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5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A1BBC-6984-FB1B-F975-07354B04D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031A19-4701-1F28-4A89-8521C9638B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284672"/>
            <a:ext cx="11032478" cy="2001328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Bezustannie/gwałtownie wzrastający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061200C-C24E-1B61-2264-F5846B0F8D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Spiralling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7A2F912A-2CEC-6206-F54E-A0A4C33D164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158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8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A1BBC-6984-FB1B-F975-07354B04D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031A19-4701-1F28-4A89-8521C9638B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284672"/>
            <a:ext cx="11032478" cy="2001328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Bezustannie/gwałtownie spadający 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061200C-C24E-1B61-2264-F5846B0F8D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Spiralling down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9E442489-27E7-9C6E-0124-9B3BE4D2BF5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34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67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0554B-C9F7-C446-DF62-CB181876B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2A5D0A7-769B-DA38-A2DD-3522E028F2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310551"/>
            <a:ext cx="11032478" cy="1975449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Latarnia(światło naprowadzające)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49E109C-16B9-0FBC-DD9C-9D7919051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Beacon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D5660528-EC49-40E6-0A99-45D4E816310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344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1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0554B-C9F7-C446-DF62-CB181876B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2A5D0A7-769B-DA38-A2DD-3522E028F2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1204204"/>
            <a:ext cx="11032478" cy="1081796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Podjąć się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49E109C-16B9-0FBC-DD9C-9D7919051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To</a:t>
            </a:r>
            <a:r>
              <a:rPr lang="en-GB" sz="7200" b="1" dirty="0">
                <a:solidFill>
                  <a:srgbClr val="FF0000"/>
                </a:solidFill>
              </a:rPr>
              <a:t> undertake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69FF870-E0C8-4D1E-CECB-7FEB2195D87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792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8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0554B-C9F7-C446-DF62-CB181876B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2A5D0A7-769B-DA38-A2DD-3522E028F2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1204204"/>
            <a:ext cx="11032478" cy="1081796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Przewidzieć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49E109C-16B9-0FBC-DD9C-9D7919051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To</a:t>
            </a:r>
            <a:r>
              <a:rPr lang="en-GB" sz="7200" b="1" dirty="0">
                <a:solidFill>
                  <a:srgbClr val="FF0000"/>
                </a:solidFill>
              </a:rPr>
              <a:t> envisage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5DEF48B-8C99-2FA3-DBDA-D8FF33C7473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061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2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0554B-C9F7-C446-DF62-CB181876B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2A5D0A7-769B-DA38-A2DD-3522E028F2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1204204"/>
            <a:ext cx="11032478" cy="1081796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Urzeczywistnić</a:t>
            </a:r>
            <a:r>
              <a:rPr lang="en-GB" sz="7200" b="1" dirty="0">
                <a:latin typeface="+mn-lt"/>
              </a:rPr>
              <a:t>/</a:t>
            </a:r>
            <a:r>
              <a:rPr lang="pl-PL" sz="7200" b="1" dirty="0">
                <a:latin typeface="+mn-lt"/>
              </a:rPr>
              <a:t>Ucieleśnić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49E109C-16B9-0FBC-DD9C-9D7919051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Materialize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D66CF629-3CB1-9E02-4B87-823D63FC922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708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6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0554B-C9F7-C446-DF62-CB181876B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2A5D0A7-769B-DA38-A2DD-3522E028F2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23" y="293298"/>
            <a:ext cx="11842954" cy="1975449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Uprząż/Okiełznać (wykorzystać) 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49E109C-16B9-0FBC-DD9C-9D7919051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Harness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D3649235-9E63-CC89-9DB2-F5759B41DB8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830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6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0554B-C9F7-C446-DF62-CB181876B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2A5D0A7-769B-DA38-A2DD-3522E028F2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23" y="1078302"/>
            <a:ext cx="11842954" cy="119044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Wyremontować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49E109C-16B9-0FBC-DD9C-9D7919051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renovate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8C936DE-F4DA-0BFB-E437-345CC03A2E7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056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3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0554B-C9F7-C446-DF62-CB181876B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2A5D0A7-769B-DA38-A2DD-3522E028F2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23" y="1078302"/>
            <a:ext cx="11842954" cy="119044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Do wewnątrz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49E109C-16B9-0FBC-DD9C-9D7919051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Inward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6C9A87EB-DF25-8E88-2CFB-9B7EF605219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867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4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0554B-C9F7-C446-DF62-CB181876B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2A5D0A7-769B-DA38-A2DD-3522E028F2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23" y="1078302"/>
            <a:ext cx="11842954" cy="119044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Prosperujący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49E109C-16B9-0FBC-DD9C-9D7919051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Thriving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3E7AD167-689E-5A36-DEF7-870747C325A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964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7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4C4E7-60DB-1FB4-941F-605ABDA5A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755312A-0C38-CBE7-C234-C77CFCB542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23" y="1078302"/>
            <a:ext cx="11842954" cy="119044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Przemysł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4185AA7-E5AC-EDB0-A1B3-D904065F1F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Industry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9218B7D3-BB30-150D-9D00-33C395E61CF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319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1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0554B-C9F7-C446-DF62-CB181876B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2A5D0A7-769B-DA38-A2DD-3522E028F2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23" y="1078302"/>
            <a:ext cx="11842954" cy="119044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Powiększyć coś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49E109C-16B9-0FBC-DD9C-9D7919051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Scale something up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C89375A1-B261-B081-FF25-403CE4E2545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791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64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0554B-C9F7-C446-DF62-CB181876B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2A5D0A7-769B-DA38-A2DD-3522E028F2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23" y="1078302"/>
            <a:ext cx="11842954" cy="119044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Ustanowić/tworzyć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49E109C-16B9-0FBC-DD9C-9D7919051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establish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9D1DFC7D-7ED1-3883-2B34-D4B9A07DFE6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547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2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0554B-C9F7-C446-DF62-CB181876B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2A5D0A7-769B-DA38-A2DD-3522E028F2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23" y="1078302"/>
            <a:ext cx="11842954" cy="119044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Dwór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49E109C-16B9-0FBC-DD9C-9D7919051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s-ES" sz="7200" b="1" dirty="0">
                <a:solidFill>
                  <a:srgbClr val="FF0000"/>
                </a:solidFill>
              </a:rPr>
              <a:t>A manor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A5843E00-12CE-9861-F998-0EDC6A77F7C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791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6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0554B-C9F7-C446-DF62-CB181876B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2A5D0A7-769B-DA38-A2DD-3522E028F2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23" y="1078302"/>
            <a:ext cx="11842954" cy="119044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Całkowity/kompletny(np. nudziarz)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49E109C-16B9-0FBC-DD9C-9D7919051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Complete and utter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DD29E6ED-03E6-8F5E-934F-2FB8CD6A02D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042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8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A480C-7B79-92CE-959F-149BC4BD3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7A6E13A-6179-8C39-3931-BD6F8D8711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23" y="1078302"/>
            <a:ext cx="11842954" cy="119044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Tu i tam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E3CB41E-B66A-F15E-A7B6-E6D0618421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Here and there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30A74D4-32DB-059D-201C-39BDB877B5C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969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2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639BD-A601-42E2-DD29-AF041E1FC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68AB9CC-E58A-560A-E8EE-CF4E9E8279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23" y="1078302"/>
            <a:ext cx="11842954" cy="119044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Ryzyk fizyk/Na oślep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ECE689E-5926-B5F1-D6C2-C8011E2444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Hit or miss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3841A98-44C7-C092-EF66-1D24A42BF94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098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9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02D9D-B2A5-A91F-5E4D-8EF3D88DC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147F888-BFFD-C991-1609-AC778438DB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23" y="1078302"/>
            <a:ext cx="11842954" cy="119044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Zgiełk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6F6421E-C564-440E-867A-050F7DBBA3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Hustle and bustle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BC5BAAE-5696-0D5C-C893-441DFC3BC49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173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8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60D0F-52AA-68FB-9797-EFE5E2D99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4E3E89E-7CA3-4ECC-CB39-F2527342F3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23" y="1078302"/>
            <a:ext cx="11842954" cy="119044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Ład i porządek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9465376-D079-C75C-8F4D-76724EF451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Law and order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EA7678EA-4FA3-00F9-3A7A-33B8C1D89D9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715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2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0134E-5886-FBD3-2F0B-CC1703D33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7A23B64-6200-105D-5100-CA2AF20121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23" y="1078302"/>
            <a:ext cx="11842954" cy="119044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Wzlot i upadek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FCE7CA3-ADFC-9B02-8277-9D55EF8B4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Raise and fall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61D94924-DB60-FE69-45AF-F091C40CA7E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469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8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99B24-E5F4-CB6D-A880-1EA69B335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FEDBE7D-B0E8-08AD-6F39-342211B0F5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23" y="1078302"/>
            <a:ext cx="11842954" cy="119044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Zasady/Przepisy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3DBA354-EC22-4C4D-95FC-FB7AC70C32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Rules and regulations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67CB1B4-D46F-566E-5E73-22B8483B900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114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90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A7B02-96F2-BB46-25B9-2D10A2351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FDD3DC3-4DFD-9B6A-3B99-5A0BF5C223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23" y="1078302"/>
            <a:ext cx="11842954" cy="119044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Cały i zdrowy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6346D1C-57A3-5866-562C-D09493329B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Safe and sound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1E5F9D3-B627-3216-C7C8-1386561695A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172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6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771D2-87CB-EBE9-60E3-5E149033D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B6373FD-8F0F-CE12-F3E9-224703E16E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23" y="1078302"/>
            <a:ext cx="11842954" cy="119044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Tam i </a:t>
            </a:r>
            <a:r>
              <a:rPr lang="pl-PL" sz="7200" b="1" dirty="0" err="1">
                <a:latin typeface="+mn-lt"/>
              </a:rPr>
              <a:t>spowrotem</a:t>
            </a:r>
            <a:endParaRPr lang="pl-PL" sz="7200" b="1" dirty="0">
              <a:latin typeface="+mn-lt"/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FACB5BE5-8B87-EC5D-85C8-7DF0913850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and </a:t>
            </a:r>
            <a:r>
              <a:rPr lang="en-GB" sz="7200" b="1" dirty="0" err="1">
                <a:solidFill>
                  <a:srgbClr val="FF0000"/>
                </a:solidFill>
              </a:rPr>
              <a:t>fro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30A9425-CD00-D104-E264-406A96CD8E1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098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2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4C4E7-60DB-1FB4-941F-605ABDA5A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755312A-0C38-CBE7-C234-C77CFCB542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23" y="1078302"/>
            <a:ext cx="11842954" cy="119044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Poza domem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4185AA7-E5AC-EDB0-A1B3-D904065F1F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Out and about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71282779-D5CF-CF0C-1FDA-52213DA5E29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175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2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0554B-C9F7-C446-DF62-CB181876B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2A5D0A7-769B-DA38-A2DD-3522E028F2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23" y="1078302"/>
            <a:ext cx="11842954" cy="1190445"/>
          </a:xfrm>
        </p:spPr>
        <p:txBody>
          <a:bodyPr>
            <a:noAutofit/>
          </a:bodyPr>
          <a:lstStyle/>
          <a:p>
            <a:endParaRPr lang="pl-PL" sz="7200" b="1" dirty="0">
              <a:latin typeface="+mn-lt"/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49E109C-16B9-0FBC-DD9C-9D7919051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Checks and balances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2BEAE17-070E-D866-3CCC-4742282ADFD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261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64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7174</TotalTime>
  <Words>283</Words>
  <Application>Microsoft Office PowerPoint</Application>
  <PresentationFormat>Panoramiczny</PresentationFormat>
  <Paragraphs>116</Paragraphs>
  <Slides>59</Slides>
  <Notes>0</Notes>
  <HiddenSlides>0</HiddenSlides>
  <MMClips>58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59</vt:i4>
      </vt:variant>
    </vt:vector>
  </HeadingPairs>
  <TitlesOfParts>
    <vt:vector size="63" baseType="lpstr">
      <vt:lpstr>Arial</vt:lpstr>
      <vt:lpstr>Calibri</vt:lpstr>
      <vt:lpstr>Calibri Light</vt:lpstr>
      <vt:lpstr>Motyw pakietu Office</vt:lpstr>
      <vt:lpstr>Klasa 1L Cities</vt:lpstr>
      <vt:lpstr>Odbić się w górę/Wyrastać (Nie chodzi o rośliny)</vt:lpstr>
      <vt:lpstr>Zacząć od zera</vt:lpstr>
      <vt:lpstr>Odnawialna (np. energia)</vt:lpstr>
      <vt:lpstr>Udogodnienia</vt:lpstr>
      <vt:lpstr>Śmiały projekt</vt:lpstr>
      <vt:lpstr>Zlecać</vt:lpstr>
      <vt:lpstr>Zachowania anty-społeczne</vt:lpstr>
      <vt:lpstr>Skrajny/Poboczny/Nieistotny</vt:lpstr>
      <vt:lpstr>Przeszkoda</vt:lpstr>
      <vt:lpstr>Szum(o czymś)</vt:lpstr>
      <vt:lpstr>Strzeżone sąsiedztwa/osiedla</vt:lpstr>
      <vt:lpstr>Coś idzie płynnie</vt:lpstr>
      <vt:lpstr>Infrastruktura</vt:lpstr>
      <vt:lpstr>Ślad</vt:lpstr>
      <vt:lpstr>Krztusić się spalinami</vt:lpstr>
      <vt:lpstr>Zaśmiecać</vt:lpstr>
      <vt:lpstr>Zatrzymać się</vt:lpstr>
      <vt:lpstr>Trąbić (samochodem)</vt:lpstr>
      <vt:lpstr>Doznać satysfakcji</vt:lpstr>
      <vt:lpstr>Ustatkować się</vt:lpstr>
      <vt:lpstr>Nieco zaniedbane</vt:lpstr>
      <vt:lpstr>Opuszczone budynki</vt:lpstr>
      <vt:lpstr>Peryferie</vt:lpstr>
      <vt:lpstr>Zatłoczony</vt:lpstr>
      <vt:lpstr>Zatłoczony</vt:lpstr>
      <vt:lpstr> Obskurnie</vt:lpstr>
      <vt:lpstr>Zamożny</vt:lpstr>
      <vt:lpstr>Rozciągający się (np. miasto)</vt:lpstr>
      <vt:lpstr>Pozbawiony</vt:lpstr>
      <vt:lpstr>Konsultacja</vt:lpstr>
      <vt:lpstr>Narzucone</vt:lpstr>
      <vt:lpstr>Zburzony/Zniszczony </vt:lpstr>
      <vt:lpstr>Zapoczątkowany</vt:lpstr>
      <vt:lpstr>Bezustannie/gwałtownie wzrastający</vt:lpstr>
      <vt:lpstr>Bezustannie/gwałtownie spadający </vt:lpstr>
      <vt:lpstr>Latarnia(światło naprowadzające)</vt:lpstr>
      <vt:lpstr>Podjąć się</vt:lpstr>
      <vt:lpstr>Przewidzieć</vt:lpstr>
      <vt:lpstr>Urzeczywistnić/Ucieleśnić</vt:lpstr>
      <vt:lpstr>Uprząż/Okiełznać (wykorzystać) </vt:lpstr>
      <vt:lpstr>Wyremontować</vt:lpstr>
      <vt:lpstr>Do wewnątrz</vt:lpstr>
      <vt:lpstr>Prosperujący</vt:lpstr>
      <vt:lpstr>Przemysł</vt:lpstr>
      <vt:lpstr>Powiększyć coś</vt:lpstr>
      <vt:lpstr>Ustanowić/tworzyć</vt:lpstr>
      <vt:lpstr>Dwór</vt:lpstr>
      <vt:lpstr>Całkowity/kompletny(np. nudziarz)</vt:lpstr>
      <vt:lpstr>Tu i tam</vt:lpstr>
      <vt:lpstr>Ryzyk fizyk/Na oślep</vt:lpstr>
      <vt:lpstr>Zgiełk</vt:lpstr>
      <vt:lpstr>Ład i porządek</vt:lpstr>
      <vt:lpstr>Wzlot i upadek</vt:lpstr>
      <vt:lpstr>Zasady/Przepisy</vt:lpstr>
      <vt:lpstr>Cały i zdrowy</vt:lpstr>
      <vt:lpstr>Tam i spowrotem</vt:lpstr>
      <vt:lpstr>Poza domem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Tomasz Krakowiak</dc:creator>
  <cp:lastModifiedBy>Wojtek Krakowiak</cp:lastModifiedBy>
  <cp:revision>1516</cp:revision>
  <dcterms:created xsi:type="dcterms:W3CDTF">2018-09-30T05:35:06Z</dcterms:created>
  <dcterms:modified xsi:type="dcterms:W3CDTF">2025-02-23T09:37:47Z</dcterms:modified>
</cp:coreProperties>
</file>