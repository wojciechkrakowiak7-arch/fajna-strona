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493" r:id="rId3"/>
    <p:sldId id="1494" r:id="rId4"/>
    <p:sldId id="1495" r:id="rId5"/>
    <p:sldId id="1496" r:id="rId6"/>
    <p:sldId id="1497" r:id="rId7"/>
    <p:sldId id="1498" r:id="rId8"/>
    <p:sldId id="1499" r:id="rId9"/>
    <p:sldId id="1501" r:id="rId10"/>
    <p:sldId id="1502" r:id="rId11"/>
    <p:sldId id="1503" r:id="rId12"/>
    <p:sldId id="1504" r:id="rId13"/>
    <p:sldId id="1505" r:id="rId14"/>
    <p:sldId id="1506" r:id="rId15"/>
    <p:sldId id="1507" r:id="rId16"/>
    <p:sldId id="1508" r:id="rId17"/>
    <p:sldId id="1509" r:id="rId18"/>
    <p:sldId id="1510" r:id="rId19"/>
    <p:sldId id="1511" r:id="rId20"/>
    <p:sldId id="1512" r:id="rId21"/>
    <p:sldId id="1513" r:id="rId22"/>
    <p:sldId id="1514" r:id="rId23"/>
    <p:sldId id="1515" r:id="rId24"/>
    <p:sldId id="1516" r:id="rId25"/>
    <p:sldId id="1517" r:id="rId26"/>
    <p:sldId id="1518" r:id="rId27"/>
    <p:sldId id="1519" r:id="rId28"/>
    <p:sldId id="1520" r:id="rId29"/>
    <p:sldId id="1521" r:id="rId30"/>
    <p:sldId id="1522" r:id="rId31"/>
    <p:sldId id="1523" r:id="rId32"/>
    <p:sldId id="1524" r:id="rId33"/>
    <p:sldId id="1525" r:id="rId34"/>
    <p:sldId id="1531" r:id="rId35"/>
    <p:sldId id="1526" r:id="rId36"/>
    <p:sldId id="1527" r:id="rId37"/>
    <p:sldId id="1528" r:id="rId38"/>
    <p:sldId id="1529" r:id="rId39"/>
    <p:sldId id="1530" r:id="rId4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7E878E-C960-489A-AEDC-664E8DB90A6B}" v="793" dt="2025-08-25T12:02:08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02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ciech Krakowiak" userId="86718142a3635522" providerId="LiveId" clId="{26BA3A9B-B69E-46E9-B3AD-45EBD15A9BA9}"/>
    <pc:docChg chg="custSel addSld modSld">
      <pc:chgData name="Wojciech Krakowiak" userId="86718142a3635522" providerId="LiveId" clId="{26BA3A9B-B69E-46E9-B3AD-45EBD15A9BA9}" dt="2025-07-08T22:16:32.178" v="231"/>
      <pc:docMkLst>
        <pc:docMk/>
      </pc:docMkLst>
      <pc:sldChg chg="addSp modSp mod modAnim">
        <pc:chgData name="Wojciech Krakowiak" userId="86718142a3635522" providerId="LiveId" clId="{26BA3A9B-B69E-46E9-B3AD-45EBD15A9BA9}" dt="2025-07-08T21:23:55.376" v="15"/>
        <pc:sldMkLst>
          <pc:docMk/>
          <pc:sldMk cId="43237198" sldId="1497"/>
        </pc:sldMkLst>
      </pc:sldChg>
      <pc:sldChg chg="addSp delSp modSp add mod delAnim modAnim">
        <pc:chgData name="Wojciech Krakowiak" userId="86718142a3635522" providerId="LiveId" clId="{26BA3A9B-B69E-46E9-B3AD-45EBD15A9BA9}" dt="2025-07-08T21:25:50.749" v="41"/>
        <pc:sldMkLst>
          <pc:docMk/>
          <pc:sldMk cId="3006842627" sldId="1498"/>
        </pc:sldMkLst>
      </pc:sldChg>
      <pc:sldChg chg="addSp delSp modSp add mod delAnim modAnim">
        <pc:chgData name="Wojciech Krakowiak" userId="86718142a3635522" providerId="LiveId" clId="{26BA3A9B-B69E-46E9-B3AD-45EBD15A9BA9}" dt="2025-07-08T21:43:37.082" v="77"/>
        <pc:sldMkLst>
          <pc:docMk/>
          <pc:sldMk cId="2361599004" sldId="1499"/>
        </pc:sldMkLst>
      </pc:sldChg>
      <pc:sldChg chg="addSp delSp modSp add mod delAnim modAnim">
        <pc:chgData name="Wojciech Krakowiak" userId="86718142a3635522" providerId="LiveId" clId="{26BA3A9B-B69E-46E9-B3AD-45EBD15A9BA9}" dt="2025-07-08T21:52:59.176" v="109" actId="20577"/>
        <pc:sldMkLst>
          <pc:docMk/>
          <pc:sldMk cId="3297848511" sldId="1500"/>
        </pc:sldMkLst>
      </pc:sldChg>
      <pc:sldChg chg="addSp delSp modSp add mod delAnim modAnim">
        <pc:chgData name="Wojciech Krakowiak" userId="86718142a3635522" providerId="LiveId" clId="{26BA3A9B-B69E-46E9-B3AD-45EBD15A9BA9}" dt="2025-07-08T22:03:54.124" v="151" actId="20577"/>
        <pc:sldMkLst>
          <pc:docMk/>
          <pc:sldMk cId="4125144861" sldId="1501"/>
        </pc:sldMkLst>
      </pc:sldChg>
      <pc:sldChg chg="addSp delSp modSp add mod delAnim modAnim">
        <pc:chgData name="Wojciech Krakowiak" userId="86718142a3635522" providerId="LiveId" clId="{26BA3A9B-B69E-46E9-B3AD-45EBD15A9BA9}" dt="2025-07-08T22:05:34.241" v="187" actId="20577"/>
        <pc:sldMkLst>
          <pc:docMk/>
          <pc:sldMk cId="261605351" sldId="1502"/>
        </pc:sldMkLst>
      </pc:sldChg>
      <pc:sldChg chg="addSp delSp modSp add mod delAnim modAnim">
        <pc:chgData name="Wojciech Krakowiak" userId="86718142a3635522" providerId="LiveId" clId="{26BA3A9B-B69E-46E9-B3AD-45EBD15A9BA9}" dt="2025-07-08T22:16:32.178" v="231"/>
        <pc:sldMkLst>
          <pc:docMk/>
          <pc:sldMk cId="4252460294" sldId="1503"/>
        </pc:sldMkLst>
      </pc:sldChg>
    </pc:docChg>
  </pc:docChgLst>
  <pc:docChgLst>
    <pc:chgData name="Wojtek Krakowiak" userId="f72a0bb3b8a70e05" providerId="LiveId" clId="{D27E878E-C960-489A-AEDC-664E8DB90A6B}"/>
    <pc:docChg chg="undo custSel addSld delSld modSld sldOrd">
      <pc:chgData name="Wojtek Krakowiak" userId="f72a0bb3b8a70e05" providerId="LiveId" clId="{D27E878E-C960-489A-AEDC-664E8DB90A6B}" dt="2025-08-26T16:04:14.709" v="1564" actId="20577"/>
      <pc:docMkLst>
        <pc:docMk/>
      </pc:docMkLst>
      <pc:sldChg chg="addSp modSp mod modAnim">
        <pc:chgData name="Wojtek Krakowiak" userId="f72a0bb3b8a70e05" providerId="LiveId" clId="{D27E878E-C960-489A-AEDC-664E8DB90A6B}" dt="2025-08-13T19:29:25.525" v="26"/>
        <pc:sldMkLst>
          <pc:docMk/>
          <pc:sldMk cId="3351162817" sldId="1493"/>
        </pc:sldMkLst>
        <pc:spChg chg="mod">
          <ac:chgData name="Wojtek Krakowiak" userId="f72a0bb3b8a70e05" providerId="LiveId" clId="{D27E878E-C960-489A-AEDC-664E8DB90A6B}" dt="2025-08-13T19:28:43.970" v="23" actId="313"/>
          <ac:spMkLst>
            <pc:docMk/>
            <pc:sldMk cId="3351162817" sldId="1493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3T19:24:47.878" v="7" actId="20577"/>
          <ac:spMkLst>
            <pc:docMk/>
            <pc:sldMk cId="3351162817" sldId="1493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3T19:29:23.998" v="24"/>
          <ac:picMkLst>
            <pc:docMk/>
            <pc:sldMk cId="3351162817" sldId="1493"/>
            <ac:picMk id="4" creationId="{65B1D9CB-BB0D-130F-9029-0EC3F71705ED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13T19:40:22.647" v="89"/>
        <pc:sldMkLst>
          <pc:docMk/>
          <pc:sldMk cId="3391737994" sldId="1494"/>
        </pc:sldMkLst>
        <pc:spChg chg="mod">
          <ac:chgData name="Wojtek Krakowiak" userId="f72a0bb3b8a70e05" providerId="LiveId" clId="{D27E878E-C960-489A-AEDC-664E8DB90A6B}" dt="2025-08-13T19:39:46.843" v="84" actId="20577"/>
          <ac:spMkLst>
            <pc:docMk/>
            <pc:sldMk cId="3391737994" sldId="1494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3T19:30:45.747" v="45" actId="20577"/>
          <ac:spMkLst>
            <pc:docMk/>
            <pc:sldMk cId="3391737994" sldId="1494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3T19:40:20.352" v="85"/>
          <ac:picMkLst>
            <pc:docMk/>
            <pc:sldMk cId="3391737994" sldId="1494"/>
            <ac:picMk id="5" creationId="{2A44046E-66EA-89DF-C7C7-0509C30AA1AB}"/>
          </ac:picMkLst>
        </pc:picChg>
      </pc:sldChg>
      <pc:sldChg chg="addSp delSp modSp add del mod delAnim modAnim">
        <pc:chgData name="Wojtek Krakowiak" userId="f72a0bb3b8a70e05" providerId="LiveId" clId="{D27E878E-C960-489A-AEDC-664E8DB90A6B}" dt="2025-08-13T19:44:31.073" v="177" actId="2696"/>
        <pc:sldMkLst>
          <pc:docMk/>
          <pc:sldMk cId="2020360564" sldId="1495"/>
        </pc:sldMkLst>
        <pc:spChg chg="mod">
          <ac:chgData name="Wojtek Krakowiak" userId="f72a0bb3b8a70e05" providerId="LiveId" clId="{D27E878E-C960-489A-AEDC-664E8DB90A6B}" dt="2025-08-13T19:43:12.493" v="120" actId="20577"/>
          <ac:spMkLst>
            <pc:docMk/>
            <pc:sldMk cId="2020360564" sldId="1495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3T19:43:58.089" v="172" actId="20577"/>
          <ac:spMkLst>
            <pc:docMk/>
            <pc:sldMk cId="2020360564" sldId="1495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3T19:44:18.234" v="173"/>
          <ac:picMkLst>
            <pc:docMk/>
            <pc:sldMk cId="2020360564" sldId="1495"/>
            <ac:picMk id="4" creationId="{CEF5E342-8FE1-4111-1898-62820C1B8DFA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13T19:52:51.925" v="246" actId="20577"/>
        <pc:sldMkLst>
          <pc:docMk/>
          <pc:sldMk cId="2505442624" sldId="1496"/>
        </pc:sldMkLst>
        <pc:spChg chg="mod">
          <ac:chgData name="Wojtek Krakowiak" userId="f72a0bb3b8a70e05" providerId="LiveId" clId="{D27E878E-C960-489A-AEDC-664E8DB90A6B}" dt="2025-08-13T19:52:51.925" v="246" actId="20577"/>
          <ac:spMkLst>
            <pc:docMk/>
            <pc:sldMk cId="2505442624" sldId="1496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3T19:48:49.577" v="190" actId="20577"/>
          <ac:spMkLst>
            <pc:docMk/>
            <pc:sldMk cId="2505442624" sldId="1496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3T19:49:45.372" v="205"/>
          <ac:picMkLst>
            <pc:docMk/>
            <pc:sldMk cId="2505442624" sldId="1496"/>
            <ac:picMk id="5" creationId="{40A930FD-8ACE-A9B5-4CE3-1C22FDE64AF2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13T19:51:53.826" v="237"/>
        <pc:sldMkLst>
          <pc:docMk/>
          <pc:sldMk cId="2023262341" sldId="1497"/>
        </pc:sldMkLst>
        <pc:spChg chg="mod">
          <ac:chgData name="Wojtek Krakowiak" userId="f72a0bb3b8a70e05" providerId="LiveId" clId="{D27E878E-C960-489A-AEDC-664E8DB90A6B}" dt="2025-08-13T19:51:29.591" v="234" actId="20577"/>
          <ac:spMkLst>
            <pc:docMk/>
            <pc:sldMk cId="2023262341" sldId="1497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3T19:50:51.213" v="223" actId="20577"/>
          <ac:spMkLst>
            <pc:docMk/>
            <pc:sldMk cId="2023262341" sldId="1497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3T19:51:52.549" v="235"/>
          <ac:picMkLst>
            <pc:docMk/>
            <pc:sldMk cId="2023262341" sldId="1497"/>
            <ac:picMk id="4" creationId="{FA80CB0B-1E86-F2E0-D412-218545978A9C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13T19:55:19.151" v="269"/>
        <pc:sldMkLst>
          <pc:docMk/>
          <pc:sldMk cId="1766043016" sldId="1498"/>
        </pc:sldMkLst>
        <pc:spChg chg="mod">
          <ac:chgData name="Wojtek Krakowiak" userId="f72a0bb3b8a70e05" providerId="LiveId" clId="{D27E878E-C960-489A-AEDC-664E8DB90A6B}" dt="2025-08-13T19:54:40.712" v="259" actId="20577"/>
          <ac:spMkLst>
            <pc:docMk/>
            <pc:sldMk cId="1766043016" sldId="1498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3T19:54:54.750" v="266" actId="313"/>
          <ac:spMkLst>
            <pc:docMk/>
            <pc:sldMk cId="1766043016" sldId="1498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3T19:55:17.080" v="267"/>
          <ac:picMkLst>
            <pc:docMk/>
            <pc:sldMk cId="1766043016" sldId="1498"/>
            <ac:picMk id="5" creationId="{938FD71C-74C8-B540-841C-E09C07558A85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13T20:32:32.218" v="309"/>
        <pc:sldMkLst>
          <pc:docMk/>
          <pc:sldMk cId="1418187975" sldId="1499"/>
        </pc:sldMkLst>
        <pc:spChg chg="mod">
          <ac:chgData name="Wojtek Krakowiak" userId="f72a0bb3b8a70e05" providerId="LiveId" clId="{D27E878E-C960-489A-AEDC-664E8DB90A6B}" dt="2025-08-13T20:31:41.255" v="306" actId="20577"/>
          <ac:spMkLst>
            <pc:docMk/>
            <pc:sldMk cId="1418187975" sldId="1499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3T20:31:28.878" v="285" actId="20577"/>
          <ac:spMkLst>
            <pc:docMk/>
            <pc:sldMk cId="1418187975" sldId="1499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3T20:32:31.009" v="307"/>
          <ac:picMkLst>
            <pc:docMk/>
            <pc:sldMk cId="1418187975" sldId="1499"/>
            <ac:picMk id="4" creationId="{B83A9E1E-F9F4-7A45-6244-758CB87E4C64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13T21:21:42.125" v="334"/>
        <pc:sldMkLst>
          <pc:docMk/>
          <pc:sldMk cId="1567669284" sldId="1500"/>
        </pc:sldMkLst>
      </pc:sldChg>
      <pc:sldChg chg="addSp delSp modSp add mod delAnim modAnim">
        <pc:chgData name="Wojtek Krakowiak" userId="f72a0bb3b8a70e05" providerId="LiveId" clId="{D27E878E-C960-489A-AEDC-664E8DB90A6B}" dt="2025-08-13T21:24:24.504" v="379" actId="20577"/>
        <pc:sldMkLst>
          <pc:docMk/>
          <pc:sldMk cId="278273184" sldId="1501"/>
        </pc:sldMkLst>
        <pc:spChg chg="mod">
          <ac:chgData name="Wojtek Krakowiak" userId="f72a0bb3b8a70e05" providerId="LiveId" clId="{D27E878E-C960-489A-AEDC-664E8DB90A6B}" dt="2025-08-13T21:24:24.504" v="379" actId="20577"/>
          <ac:spMkLst>
            <pc:docMk/>
            <pc:sldMk cId="278273184" sldId="1501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3T21:22:42.027" v="358" actId="20577"/>
          <ac:spMkLst>
            <pc:docMk/>
            <pc:sldMk cId="278273184" sldId="1501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3T21:23:19.619" v="359"/>
          <ac:picMkLst>
            <pc:docMk/>
            <pc:sldMk cId="278273184" sldId="1501"/>
            <ac:picMk id="4" creationId="{78035A46-F0C2-DBD0-908A-22237F0C32EF}"/>
          </ac:picMkLst>
        </pc:picChg>
      </pc:sldChg>
      <pc:sldChg chg="delSp modSp add mod delAnim modAnim">
        <pc:chgData name="Wojtek Krakowiak" userId="f72a0bb3b8a70e05" providerId="LiveId" clId="{D27E878E-C960-489A-AEDC-664E8DB90A6B}" dt="2025-08-13T21:24:34.159" v="383" actId="20577"/>
        <pc:sldMkLst>
          <pc:docMk/>
          <pc:sldMk cId="241281649" sldId="1502"/>
        </pc:sldMkLst>
        <pc:spChg chg="mod">
          <ac:chgData name="Wojtek Krakowiak" userId="f72a0bb3b8a70e05" providerId="LiveId" clId="{D27E878E-C960-489A-AEDC-664E8DB90A6B}" dt="2025-08-13T21:24:32.204" v="381" actId="20577"/>
          <ac:spMkLst>
            <pc:docMk/>
            <pc:sldMk cId="241281649" sldId="1502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3T21:24:34.159" v="383" actId="20577"/>
          <ac:spMkLst>
            <pc:docMk/>
            <pc:sldMk cId="241281649" sldId="1502"/>
            <ac:spMk id="3" creationId="{39415443-7D6F-4D36-AAC8-D8D539C108C7}"/>
          </ac:spMkLst>
        </pc:spChg>
      </pc:sldChg>
      <pc:sldChg chg="addSp modSp mod modAnim">
        <pc:chgData name="Wojtek Krakowiak" userId="f72a0bb3b8a70e05" providerId="LiveId" clId="{D27E878E-C960-489A-AEDC-664E8DB90A6B}" dt="2025-08-18T11:17:24" v="772" actId="1076"/>
        <pc:sldMkLst>
          <pc:docMk/>
          <pc:sldMk cId="2802901093" sldId="1520"/>
        </pc:sldMkLst>
        <pc:spChg chg="mod">
          <ac:chgData name="Wojtek Krakowiak" userId="f72a0bb3b8a70e05" providerId="LiveId" clId="{D27E878E-C960-489A-AEDC-664E8DB90A6B}" dt="2025-08-18T11:17:24" v="772" actId="1076"/>
          <ac:spMkLst>
            <pc:docMk/>
            <pc:sldMk cId="2802901093" sldId="1520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8T11:09:45.534" v="476" actId="14100"/>
          <ac:spMkLst>
            <pc:docMk/>
            <pc:sldMk cId="2802901093" sldId="1520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8T11:10:07.537" v="477"/>
          <ac:picMkLst>
            <pc:docMk/>
            <pc:sldMk cId="2802901093" sldId="1520"/>
            <ac:picMk id="4" creationId="{26497950-E5AB-896E-EBA3-E55D681E0D97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18T11:17:19.584" v="771" actId="1076"/>
        <pc:sldMkLst>
          <pc:docMk/>
          <pc:sldMk cId="3893312236" sldId="1521"/>
        </pc:sldMkLst>
        <pc:spChg chg="mod">
          <ac:chgData name="Wojtek Krakowiak" userId="f72a0bb3b8a70e05" providerId="LiveId" clId="{D27E878E-C960-489A-AEDC-664E8DB90A6B}" dt="2025-08-18T11:17:19.584" v="771" actId="1076"/>
          <ac:spMkLst>
            <pc:docMk/>
            <pc:sldMk cId="3893312236" sldId="1521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8T11:11:35.394" v="520" actId="313"/>
          <ac:spMkLst>
            <pc:docMk/>
            <pc:sldMk cId="3893312236" sldId="1521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8T11:12:01.227" v="521"/>
          <ac:picMkLst>
            <pc:docMk/>
            <pc:sldMk cId="3893312236" sldId="1521"/>
            <ac:picMk id="5" creationId="{7B0F7000-32C0-05F1-C23F-6145298045B8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18T11:17:16.415" v="770" actId="1076"/>
        <pc:sldMkLst>
          <pc:docMk/>
          <pc:sldMk cId="1773138233" sldId="1522"/>
        </pc:sldMkLst>
        <pc:spChg chg="mod">
          <ac:chgData name="Wojtek Krakowiak" userId="f72a0bb3b8a70e05" providerId="LiveId" clId="{D27E878E-C960-489A-AEDC-664E8DB90A6B}" dt="2025-08-18T11:17:16.415" v="770" actId="1076"/>
          <ac:spMkLst>
            <pc:docMk/>
            <pc:sldMk cId="1773138233" sldId="1522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8T11:14:07.389" v="656" actId="20577"/>
          <ac:spMkLst>
            <pc:docMk/>
            <pc:sldMk cId="1773138233" sldId="1522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8T11:14:29.603" v="657"/>
          <ac:picMkLst>
            <pc:docMk/>
            <pc:sldMk cId="1773138233" sldId="1522"/>
            <ac:picMk id="4" creationId="{670DE8E1-0A6D-CB78-B002-20B6DC71D1BF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25T12:02:08.557" v="1563"/>
        <pc:sldMkLst>
          <pc:docMk/>
          <pc:sldMk cId="860431663" sldId="1523"/>
        </pc:sldMkLst>
        <pc:spChg chg="mod">
          <ac:chgData name="Wojtek Krakowiak" userId="f72a0bb3b8a70e05" providerId="LiveId" clId="{D27E878E-C960-489A-AEDC-664E8DB90A6B}" dt="2025-08-18T11:17:11.802" v="769" actId="1076"/>
          <ac:spMkLst>
            <pc:docMk/>
            <pc:sldMk cId="860431663" sldId="1523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8T11:19:04.725" v="898" actId="1076"/>
          <ac:spMkLst>
            <pc:docMk/>
            <pc:sldMk cId="860431663" sldId="1523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25T12:02:07.089" v="1561"/>
          <ac:picMkLst>
            <pc:docMk/>
            <pc:sldMk cId="860431663" sldId="1523"/>
            <ac:picMk id="4" creationId="{225E8186-AC51-1454-23FA-BEF28A585C1A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18T11:19:41.744" v="902"/>
        <pc:sldMkLst>
          <pc:docMk/>
          <pc:sldMk cId="613345399" sldId="1524"/>
        </pc:sldMkLst>
        <pc:spChg chg="mod">
          <ac:chgData name="Wojtek Krakowiak" userId="f72a0bb3b8a70e05" providerId="LiveId" clId="{D27E878E-C960-489A-AEDC-664E8DB90A6B}" dt="2025-08-18T11:18:05.186" v="815" actId="1076"/>
          <ac:spMkLst>
            <pc:docMk/>
            <pc:sldMk cId="613345399" sldId="1524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8T11:19:21.841" v="899" actId="1076"/>
          <ac:spMkLst>
            <pc:docMk/>
            <pc:sldMk cId="613345399" sldId="1524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8T11:19:40.450" v="900"/>
          <ac:picMkLst>
            <pc:docMk/>
            <pc:sldMk cId="613345399" sldId="1524"/>
            <ac:picMk id="4" creationId="{4C47E293-3276-F246-E8D3-2EE04A943E5A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18T11:21:50.768" v="999" actId="20577"/>
        <pc:sldMkLst>
          <pc:docMk/>
          <pc:sldMk cId="4089706453" sldId="1525"/>
        </pc:sldMkLst>
        <pc:spChg chg="mod">
          <ac:chgData name="Wojtek Krakowiak" userId="f72a0bb3b8a70e05" providerId="LiveId" clId="{D27E878E-C960-489A-AEDC-664E8DB90A6B}" dt="2025-08-18T11:21:50.768" v="999" actId="20577"/>
          <ac:spMkLst>
            <pc:docMk/>
            <pc:sldMk cId="4089706453" sldId="1525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8T11:20:27.107" v="936" actId="20577"/>
          <ac:spMkLst>
            <pc:docMk/>
            <pc:sldMk cId="4089706453" sldId="1525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8T11:20:47.473" v="937"/>
          <ac:picMkLst>
            <pc:docMk/>
            <pc:sldMk cId="4089706453" sldId="1525"/>
            <ac:picMk id="5" creationId="{3CDCEF4E-0E77-9178-DBB5-671466D9E741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18T11:49:18.149" v="1560" actId="1076"/>
        <pc:sldMkLst>
          <pc:docMk/>
          <pc:sldMk cId="4255942762" sldId="1526"/>
        </pc:sldMkLst>
        <pc:spChg chg="mod">
          <ac:chgData name="Wojtek Krakowiak" userId="f72a0bb3b8a70e05" providerId="LiveId" clId="{D27E878E-C960-489A-AEDC-664E8DB90A6B}" dt="2025-08-18T11:48:54.890" v="1559" actId="1076"/>
          <ac:spMkLst>
            <pc:docMk/>
            <pc:sldMk cId="4255942762" sldId="1526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8T11:49:18.149" v="1560" actId="1076"/>
          <ac:spMkLst>
            <pc:docMk/>
            <pc:sldMk cId="4255942762" sldId="1526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8T11:24:01.415" v="1053"/>
          <ac:picMkLst>
            <pc:docMk/>
            <pc:sldMk cId="4255942762" sldId="1526"/>
            <ac:picMk id="4" creationId="{E00B0B0E-07C0-DEB1-862C-209423AE7B47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18T11:48:01.484" v="1531" actId="1076"/>
        <pc:sldMkLst>
          <pc:docMk/>
          <pc:sldMk cId="3167296417" sldId="1527"/>
        </pc:sldMkLst>
        <pc:spChg chg="mod">
          <ac:chgData name="Wojtek Krakowiak" userId="f72a0bb3b8a70e05" providerId="LiveId" clId="{D27E878E-C960-489A-AEDC-664E8DB90A6B}" dt="2025-08-18T11:48:01.484" v="1531" actId="1076"/>
          <ac:spMkLst>
            <pc:docMk/>
            <pc:sldMk cId="3167296417" sldId="1527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8T11:36:17.055" v="1122" actId="20577"/>
          <ac:spMkLst>
            <pc:docMk/>
            <pc:sldMk cId="3167296417" sldId="1527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8T11:36:54.731" v="1123"/>
          <ac:picMkLst>
            <pc:docMk/>
            <pc:sldMk cId="3167296417" sldId="1527"/>
            <ac:picMk id="5" creationId="{38C00A33-AF9F-9D23-652D-12FF10F1C3C9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26T16:04:14.709" v="1564" actId="20577"/>
        <pc:sldMkLst>
          <pc:docMk/>
          <pc:sldMk cId="1363962017" sldId="1528"/>
        </pc:sldMkLst>
        <pc:spChg chg="mod">
          <ac:chgData name="Wojtek Krakowiak" userId="f72a0bb3b8a70e05" providerId="LiveId" clId="{D27E878E-C960-489A-AEDC-664E8DB90A6B}" dt="2025-08-26T16:04:14.709" v="1564" actId="20577"/>
          <ac:spMkLst>
            <pc:docMk/>
            <pc:sldMk cId="1363962017" sldId="1528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8T11:37:39.285" v="1168" actId="20577"/>
          <ac:spMkLst>
            <pc:docMk/>
            <pc:sldMk cId="1363962017" sldId="1528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8T11:38:08.941" v="1169"/>
          <ac:picMkLst>
            <pc:docMk/>
            <pc:sldMk cId="1363962017" sldId="1528"/>
            <ac:picMk id="4" creationId="{4EB5B234-B439-B696-2E70-96F470B211BF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18T11:46:30.279" v="1426" actId="1076"/>
        <pc:sldMkLst>
          <pc:docMk/>
          <pc:sldMk cId="2727309979" sldId="1529"/>
        </pc:sldMkLst>
        <pc:spChg chg="mod">
          <ac:chgData name="Wojtek Krakowiak" userId="f72a0bb3b8a70e05" providerId="LiveId" clId="{D27E878E-C960-489A-AEDC-664E8DB90A6B}" dt="2025-08-18T11:46:30.279" v="1426" actId="1076"/>
          <ac:spMkLst>
            <pc:docMk/>
            <pc:sldMk cId="2727309979" sldId="1529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8T11:38:52.075" v="1216" actId="20577"/>
          <ac:spMkLst>
            <pc:docMk/>
            <pc:sldMk cId="2727309979" sldId="1529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8T11:39:32.474" v="1217"/>
          <ac:picMkLst>
            <pc:docMk/>
            <pc:sldMk cId="2727309979" sldId="1529"/>
            <ac:picMk id="5" creationId="{A7E09B25-6526-A73D-91F3-92D6855A3E77}"/>
          </ac:picMkLst>
        </pc:picChg>
      </pc:sldChg>
      <pc:sldChg chg="addSp delSp modSp add mod delAnim modAnim">
        <pc:chgData name="Wojtek Krakowiak" userId="f72a0bb3b8a70e05" providerId="LiveId" clId="{D27E878E-C960-489A-AEDC-664E8DB90A6B}" dt="2025-08-18T11:45:40.732" v="1392" actId="20577"/>
        <pc:sldMkLst>
          <pc:docMk/>
          <pc:sldMk cId="4073508071" sldId="1530"/>
        </pc:sldMkLst>
        <pc:spChg chg="mod">
          <ac:chgData name="Wojtek Krakowiak" userId="f72a0bb3b8a70e05" providerId="LiveId" clId="{D27E878E-C960-489A-AEDC-664E8DB90A6B}" dt="2025-08-18T11:45:40.732" v="1392" actId="20577"/>
          <ac:spMkLst>
            <pc:docMk/>
            <pc:sldMk cId="4073508071" sldId="1530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8T11:40:02.803" v="1266" actId="20577"/>
          <ac:spMkLst>
            <pc:docMk/>
            <pc:sldMk cId="4073508071" sldId="1530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8T11:40:29.777" v="1267"/>
          <ac:picMkLst>
            <pc:docMk/>
            <pc:sldMk cId="4073508071" sldId="1530"/>
            <ac:picMk id="4" creationId="{142F795B-D154-19C2-5F7B-9B20CEA74CEF}"/>
          </ac:picMkLst>
        </pc:picChg>
      </pc:sldChg>
      <pc:sldChg chg="addSp delSp modSp add mod ord delAnim modAnim">
        <pc:chgData name="Wojtek Krakowiak" userId="f72a0bb3b8a70e05" providerId="LiveId" clId="{D27E878E-C960-489A-AEDC-664E8DB90A6B}" dt="2025-08-18T11:42:29.860" v="1364"/>
        <pc:sldMkLst>
          <pc:docMk/>
          <pc:sldMk cId="387567964" sldId="1531"/>
        </pc:sldMkLst>
        <pc:spChg chg="mod">
          <ac:chgData name="Wojtek Krakowiak" userId="f72a0bb3b8a70e05" providerId="LiveId" clId="{D27E878E-C960-489A-AEDC-664E8DB90A6B}" dt="2025-08-18T11:42:19.014" v="1360" actId="1076"/>
          <ac:spMkLst>
            <pc:docMk/>
            <pc:sldMk cId="387567964" sldId="1531"/>
            <ac:spMk id="2" creationId="{D0CF59C9-6B33-4CB8-855B-43D2F5A16BB8}"/>
          </ac:spMkLst>
        </pc:spChg>
        <pc:spChg chg="mod">
          <ac:chgData name="Wojtek Krakowiak" userId="f72a0bb3b8a70e05" providerId="LiveId" clId="{D27E878E-C960-489A-AEDC-664E8DB90A6B}" dt="2025-08-18T11:41:28.261" v="1321" actId="20577"/>
          <ac:spMkLst>
            <pc:docMk/>
            <pc:sldMk cId="387567964" sldId="1531"/>
            <ac:spMk id="3" creationId="{39415443-7D6F-4D36-AAC8-D8D539C108C7}"/>
          </ac:spMkLst>
        </pc:spChg>
        <pc:picChg chg="add mod">
          <ac:chgData name="Wojtek Krakowiak" userId="f72a0bb3b8a70e05" providerId="LiveId" clId="{D27E878E-C960-489A-AEDC-664E8DB90A6B}" dt="2025-08-18T11:41:53.577" v="1322"/>
          <ac:picMkLst>
            <pc:docMk/>
            <pc:sldMk cId="387567964" sldId="1531"/>
            <ac:picMk id="5" creationId="{75E2CFF8-AB02-CD56-2D9C-0D3D69039B23}"/>
          </ac:picMkLst>
        </pc:picChg>
      </pc:sldChg>
    </pc:docChg>
  </pc:docChgLst>
  <pc:docChgLst>
    <pc:chgData name="Wojtek Krakowiak" userId="f72a0bb3b8a70e05" providerId="LiveId" clId="{F78FE461-272D-4191-B46C-9B9F54D26061}"/>
    <pc:docChg chg="custSel addSld modSld">
      <pc:chgData name="Wojtek Krakowiak" userId="f72a0bb3b8a70e05" providerId="LiveId" clId="{F78FE461-272D-4191-B46C-9B9F54D26061}" dt="2025-07-14T12:08:41.835" v="776"/>
      <pc:docMkLst>
        <pc:docMk/>
      </pc:docMkLst>
      <pc:sldChg chg="modSp mod">
        <pc:chgData name="Wojtek Krakowiak" userId="f72a0bb3b8a70e05" providerId="LiveId" clId="{F78FE461-272D-4191-B46C-9B9F54D26061}" dt="2025-07-14T09:47:48.080" v="288" actId="20577"/>
        <pc:sldMkLst>
          <pc:docMk/>
          <pc:sldMk cId="1582655019" sldId="1193"/>
        </pc:sldMkLst>
      </pc:sldChg>
      <pc:sldChg chg="addSp delSp modSp add mod delAnim modAnim">
        <pc:chgData name="Wojtek Krakowiak" userId="f72a0bb3b8a70e05" providerId="LiveId" clId="{F78FE461-272D-4191-B46C-9B9F54D26061}" dt="2025-07-13T21:39:09.559" v="25" actId="20577"/>
        <pc:sldMkLst>
          <pc:docMk/>
          <pc:sldMk cId="4171990198" sldId="1507"/>
        </pc:sldMkLst>
      </pc:sldChg>
      <pc:sldChg chg="addSp delSp modSp add mod delAnim modAnim">
        <pc:chgData name="Wojtek Krakowiak" userId="f72a0bb3b8a70e05" providerId="LiveId" clId="{F78FE461-272D-4191-B46C-9B9F54D26061}" dt="2025-07-13T21:49:00.653" v="70" actId="20577"/>
        <pc:sldMkLst>
          <pc:docMk/>
          <pc:sldMk cId="2227088355" sldId="1508"/>
        </pc:sldMkLst>
      </pc:sldChg>
      <pc:sldChg chg="addSp delSp modSp add mod delAnim modAnim">
        <pc:chgData name="Wojtek Krakowiak" userId="f72a0bb3b8a70e05" providerId="LiveId" clId="{F78FE461-272D-4191-B46C-9B9F54D26061}" dt="2025-07-13T21:51:23.571" v="99" actId="20577"/>
        <pc:sldMkLst>
          <pc:docMk/>
          <pc:sldMk cId="4209508218" sldId="1509"/>
        </pc:sldMkLst>
      </pc:sldChg>
      <pc:sldChg chg="addSp delSp modSp add mod delAnim modAnim">
        <pc:chgData name="Wojtek Krakowiak" userId="f72a0bb3b8a70e05" providerId="LiveId" clId="{F78FE461-272D-4191-B46C-9B9F54D26061}" dt="2025-07-13T22:01:33.007" v="169" actId="20577"/>
        <pc:sldMkLst>
          <pc:docMk/>
          <pc:sldMk cId="152206522" sldId="1510"/>
        </pc:sldMkLst>
      </pc:sldChg>
      <pc:sldChg chg="addSp delSp modSp add mod delAnim modAnim">
        <pc:chgData name="Wojtek Krakowiak" userId="f72a0bb3b8a70e05" providerId="LiveId" clId="{F78FE461-272D-4191-B46C-9B9F54D26061}" dt="2025-07-13T22:05:24.453" v="278"/>
        <pc:sldMkLst>
          <pc:docMk/>
          <pc:sldMk cId="2032420578" sldId="1511"/>
        </pc:sldMkLst>
      </pc:sldChg>
      <pc:sldChg chg="addSp modSp add mod modAnim">
        <pc:chgData name="Wojtek Krakowiak" userId="f72a0bb3b8a70e05" providerId="LiveId" clId="{F78FE461-272D-4191-B46C-9B9F54D26061}" dt="2025-07-13T22:05:49.007" v="281"/>
        <pc:sldMkLst>
          <pc:docMk/>
          <pc:sldMk cId="3353753454" sldId="1512"/>
        </pc:sldMkLst>
      </pc:sldChg>
      <pc:sldChg chg="addSp modSp add mod modAnim">
        <pc:chgData name="Wojtek Krakowiak" userId="f72a0bb3b8a70e05" providerId="LiveId" clId="{F78FE461-272D-4191-B46C-9B9F54D26061}" dt="2025-07-13T22:06:14.720" v="284"/>
        <pc:sldMkLst>
          <pc:docMk/>
          <pc:sldMk cId="2111534738" sldId="1513"/>
        </pc:sldMkLst>
      </pc:sldChg>
      <pc:sldChg chg="addSp delSp modSp add mod delAnim modAnim">
        <pc:chgData name="Wojtek Krakowiak" userId="f72a0bb3b8a70e05" providerId="LiveId" clId="{F78FE461-272D-4191-B46C-9B9F54D26061}" dt="2025-07-14T10:09:47.570" v="371" actId="20577"/>
        <pc:sldMkLst>
          <pc:docMk/>
          <pc:sldMk cId="2562348965" sldId="1514"/>
        </pc:sldMkLst>
      </pc:sldChg>
      <pc:sldChg chg="addSp delSp modSp add mod delAnim modAnim">
        <pc:chgData name="Wojtek Krakowiak" userId="f72a0bb3b8a70e05" providerId="LiveId" clId="{F78FE461-272D-4191-B46C-9B9F54D26061}" dt="2025-07-14T11:42:41.086" v="457"/>
        <pc:sldMkLst>
          <pc:docMk/>
          <pc:sldMk cId="216501489" sldId="1515"/>
        </pc:sldMkLst>
      </pc:sldChg>
      <pc:sldChg chg="addSp delSp modSp add mod delAnim modAnim">
        <pc:chgData name="Wojtek Krakowiak" userId="f72a0bb3b8a70e05" providerId="LiveId" clId="{F78FE461-272D-4191-B46C-9B9F54D26061}" dt="2025-07-14T11:44:20.512" v="486" actId="20577"/>
        <pc:sldMkLst>
          <pc:docMk/>
          <pc:sldMk cId="3463503377" sldId="1516"/>
        </pc:sldMkLst>
      </pc:sldChg>
      <pc:sldChg chg="addSp delSp modSp add mod delAnim modAnim">
        <pc:chgData name="Wojtek Krakowiak" userId="f72a0bb3b8a70e05" providerId="LiveId" clId="{F78FE461-272D-4191-B46C-9B9F54D26061}" dt="2025-07-14T11:45:36.528" v="520"/>
        <pc:sldMkLst>
          <pc:docMk/>
          <pc:sldMk cId="2786600915" sldId="1517"/>
        </pc:sldMkLst>
      </pc:sldChg>
      <pc:sldChg chg="add">
        <pc:chgData name="Wojtek Krakowiak" userId="f72a0bb3b8a70e05" providerId="LiveId" clId="{F78FE461-272D-4191-B46C-9B9F54D26061}" dt="2025-07-14T11:46:12.428" v="521"/>
        <pc:sldMkLst>
          <pc:docMk/>
          <pc:sldMk cId="855101804" sldId="1518"/>
        </pc:sldMkLst>
      </pc:sldChg>
      <pc:sldChg chg="addSp delSp modSp add mod delAnim modAnim">
        <pc:chgData name="Wojtek Krakowiak" userId="f72a0bb3b8a70e05" providerId="LiveId" clId="{F78FE461-272D-4191-B46C-9B9F54D26061}" dt="2025-07-14T11:47:53.086" v="547"/>
        <pc:sldMkLst>
          <pc:docMk/>
          <pc:sldMk cId="1542106733" sldId="1519"/>
        </pc:sldMkLst>
      </pc:sldChg>
      <pc:sldChg chg="addSp delSp modSp add mod delAnim modAnim">
        <pc:chgData name="Wojtek Krakowiak" userId="f72a0bb3b8a70e05" providerId="LiveId" clId="{F78FE461-272D-4191-B46C-9B9F54D26061}" dt="2025-07-14T11:51:39.368" v="594" actId="20577"/>
        <pc:sldMkLst>
          <pc:docMk/>
          <pc:sldMk cId="3861860652" sldId="1520"/>
        </pc:sldMkLst>
      </pc:sldChg>
      <pc:sldChg chg="addSp delSp modSp add mod delAnim modAnim">
        <pc:chgData name="Wojtek Krakowiak" userId="f72a0bb3b8a70e05" providerId="LiveId" clId="{F78FE461-272D-4191-B46C-9B9F54D26061}" dt="2025-07-14T11:58:09.312" v="643"/>
        <pc:sldMkLst>
          <pc:docMk/>
          <pc:sldMk cId="2484044630" sldId="1521"/>
        </pc:sldMkLst>
      </pc:sldChg>
      <pc:sldChg chg="addSp delSp modSp add mod delAnim modAnim">
        <pc:chgData name="Wojtek Krakowiak" userId="f72a0bb3b8a70e05" providerId="LiveId" clId="{F78FE461-272D-4191-B46C-9B9F54D26061}" dt="2025-07-14T12:01:02.969" v="720"/>
        <pc:sldMkLst>
          <pc:docMk/>
          <pc:sldMk cId="2710384634" sldId="1522"/>
        </pc:sldMkLst>
      </pc:sldChg>
      <pc:sldChg chg="addSp delSp modSp add mod delAnim modAnim">
        <pc:chgData name="Wojtek Krakowiak" userId="f72a0bb3b8a70e05" providerId="LiveId" clId="{F78FE461-272D-4191-B46C-9B9F54D26061}" dt="2025-07-14T12:05:58.397" v="750" actId="20577"/>
        <pc:sldMkLst>
          <pc:docMk/>
          <pc:sldMk cId="3526412603" sldId="1523"/>
        </pc:sldMkLst>
      </pc:sldChg>
      <pc:sldChg chg="addSp delSp modSp add mod delAnim modAnim">
        <pc:chgData name="Wojtek Krakowiak" userId="f72a0bb3b8a70e05" providerId="LiveId" clId="{F78FE461-272D-4191-B46C-9B9F54D26061}" dt="2025-07-14T12:08:41.835" v="776"/>
        <pc:sldMkLst>
          <pc:docMk/>
          <pc:sldMk cId="1361402875" sldId="1524"/>
        </pc:sldMkLst>
      </pc:sldChg>
    </pc:docChg>
  </pc:docChgLst>
  <pc:docChgLst>
    <pc:chgData name="Wojtek Krakowiak" userId="f72a0bb3b8a70e05" providerId="LiveId" clId="{96FE0691-54DA-44C6-89DD-5F0AB99B6E72}"/>
    <pc:docChg chg="custSel delSld modSld">
      <pc:chgData name="Wojtek Krakowiak" userId="f72a0bb3b8a70e05" providerId="LiveId" clId="{96FE0691-54DA-44C6-89DD-5F0AB99B6E72}" dt="2025-08-13T18:44:29.545" v="35" actId="20577"/>
      <pc:docMkLst>
        <pc:docMk/>
      </pc:docMkLst>
      <pc:sldChg chg="modSp mod">
        <pc:chgData name="Wojtek Krakowiak" userId="f72a0bb3b8a70e05" providerId="LiveId" clId="{96FE0691-54DA-44C6-89DD-5F0AB99B6E72}" dt="2025-08-13T18:44:29.545" v="35" actId="20577"/>
        <pc:sldMkLst>
          <pc:docMk/>
          <pc:sldMk cId="1582655019" sldId="1193"/>
        </pc:sldMkLst>
        <pc:spChg chg="mod">
          <ac:chgData name="Wojtek Krakowiak" userId="f72a0bb3b8a70e05" providerId="LiveId" clId="{96FE0691-54DA-44C6-89DD-5F0AB99B6E72}" dt="2025-08-13T18:44:29.545" v="35" actId="20577"/>
          <ac:spMkLst>
            <pc:docMk/>
            <pc:sldMk cId="1582655019" sldId="1193"/>
            <ac:spMk id="2" creationId="{D0CF59C9-6B33-4CB8-855B-43D2F5A16BB8}"/>
          </ac:spMkLst>
        </pc:spChg>
      </pc:sldChg>
      <pc:sldChg chg="delSp modSp mod delAnim modAnim">
        <pc:chgData name="Wojtek Krakowiak" userId="f72a0bb3b8a70e05" providerId="LiveId" clId="{96FE0691-54DA-44C6-89DD-5F0AB99B6E72}" dt="2025-08-13T18:39:49.162" v="16" actId="20577"/>
        <pc:sldMkLst>
          <pc:docMk/>
          <pc:sldMk cId="3351162817" sldId="1493"/>
        </pc:sldMkLst>
        <pc:spChg chg="mod">
          <ac:chgData name="Wojtek Krakowiak" userId="f72a0bb3b8a70e05" providerId="LiveId" clId="{96FE0691-54DA-44C6-89DD-5F0AB99B6E72}" dt="2025-08-13T18:39:47.424" v="14" actId="20577"/>
          <ac:spMkLst>
            <pc:docMk/>
            <pc:sldMk cId="3351162817" sldId="1493"/>
            <ac:spMk id="2" creationId="{D0CF59C9-6B33-4CB8-855B-43D2F5A16BB8}"/>
          </ac:spMkLst>
        </pc:spChg>
        <pc:spChg chg="mod">
          <ac:chgData name="Wojtek Krakowiak" userId="f72a0bb3b8a70e05" providerId="LiveId" clId="{96FE0691-54DA-44C6-89DD-5F0AB99B6E72}" dt="2025-08-13T18:39:49.162" v="16" actId="20577"/>
          <ac:spMkLst>
            <pc:docMk/>
            <pc:sldMk cId="3351162817" sldId="1493"/>
            <ac:spMk id="3" creationId="{39415443-7D6F-4D36-AAC8-D8D539C108C7}"/>
          </ac:spMkLst>
        </pc:spChg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2826707428" sldId="1494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3994839688" sldId="1495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3768027299" sldId="1496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43237198" sldId="1497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3006842627" sldId="1498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2361599004" sldId="1499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3297848511" sldId="1500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4125144861" sldId="1501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261605351" sldId="1502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4252460294" sldId="1503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1881858433" sldId="1504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2328320797" sldId="1505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1897061910" sldId="1506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4171990198" sldId="1507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2227088355" sldId="1508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4209508218" sldId="1509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152206522" sldId="1510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2032420578" sldId="1511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3353753454" sldId="1512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2111534738" sldId="1513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2562348965" sldId="1514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216501489" sldId="1515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3463503377" sldId="1516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2786600915" sldId="1517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855101804" sldId="1518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1542106733" sldId="1519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3861860652" sldId="1520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2484044630" sldId="1521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2710384634" sldId="1522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3526412603" sldId="1523"/>
        </pc:sldMkLst>
      </pc:sldChg>
      <pc:sldChg chg="del">
        <pc:chgData name="Wojtek Krakowiak" userId="f72a0bb3b8a70e05" providerId="LiveId" clId="{96FE0691-54DA-44C6-89DD-5F0AB99B6E72}" dt="2025-08-13T18:37:54.297" v="13" actId="47"/>
        <pc:sldMkLst>
          <pc:docMk/>
          <pc:sldMk cId="1361402875" sldId="1524"/>
        </pc:sldMkLst>
      </pc:sldChg>
    </pc:docChg>
  </pc:docChgLst>
  <pc:docChgLst>
    <pc:chgData name="Wojtek Krakowiak" userId="f72a0bb3b8a70e05" providerId="LiveId" clId="{EB2AAE5E-F441-4B21-A173-D9609660A338}"/>
    <pc:docChg chg="delSld">
      <pc:chgData name="Wojtek Krakowiak" userId="f72a0bb3b8a70e05" providerId="LiveId" clId="{EB2AAE5E-F441-4B21-A173-D9609660A338}" dt="2025-08-29T14:03:06.975" v="0" actId="47"/>
      <pc:docMkLst>
        <pc:docMk/>
      </pc:docMkLst>
      <pc:sldChg chg="del">
        <pc:chgData name="Wojtek Krakowiak" userId="f72a0bb3b8a70e05" providerId="LiveId" clId="{EB2AAE5E-F441-4B21-A173-D9609660A338}" dt="2025-08-29T14:03:06.975" v="0" actId="47"/>
        <pc:sldMkLst>
          <pc:docMk/>
          <pc:sldMk cId="1567669284" sldId="150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29.08.2025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2.mp3"/><Relationship Id="rId1" Type="http://schemas.microsoft.com/office/2007/relationships/media" Target="../media/media32.mp3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3.mp3"/><Relationship Id="rId1" Type="http://schemas.microsoft.com/office/2007/relationships/media" Target="../media/media33.mp3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4.mp3"/><Relationship Id="rId1" Type="http://schemas.microsoft.com/office/2007/relationships/media" Target="../media/media34.mp3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5.mp3"/><Relationship Id="rId1" Type="http://schemas.microsoft.com/office/2007/relationships/media" Target="../media/media35.mp3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6.mp3"/><Relationship Id="rId1" Type="http://schemas.microsoft.com/office/2007/relationships/media" Target="../media/media36.mp3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7.mp3"/><Relationship Id="rId1" Type="http://schemas.microsoft.com/office/2007/relationships/media" Target="../media/media37.mp3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8.mp3"/><Relationship Id="rId1" Type="http://schemas.microsoft.com/office/2007/relationships/media" Target="../media/media38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1885241"/>
            <a:ext cx="11131290" cy="2262689"/>
          </a:xfrm>
        </p:spPr>
        <p:txBody>
          <a:bodyPr>
            <a:normAutofit fontScale="90000"/>
          </a:bodyPr>
          <a:lstStyle/>
          <a:p>
            <a:r>
              <a:rPr lang="pl-PL" sz="9600" b="1" dirty="0">
                <a:latin typeface="+mn-lt"/>
              </a:rPr>
              <a:t>Klasa 2</a:t>
            </a:r>
            <a:r>
              <a:rPr lang="en-US" sz="9600" b="1" dirty="0">
                <a:latin typeface="+mn-lt"/>
              </a:rPr>
              <a:t> LO</a:t>
            </a:r>
            <a:br>
              <a:rPr lang="pl-PL" sz="9600" b="1" dirty="0">
                <a:latin typeface="+mn-lt"/>
              </a:rPr>
            </a:br>
            <a:r>
              <a:rPr lang="en-GB" sz="6600" b="1" dirty="0">
                <a:latin typeface="+mn-lt"/>
              </a:rPr>
              <a:t>News and media</a:t>
            </a: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Biuletyn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Bulletin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5B1D9CB-BB0D-130F-9029-0EC3F71705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6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Być zadowolony (z czegoś)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content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A44046E-66EA-89DF-C7C7-0509C30AA1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3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 uzależnionym od czegoś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hooked to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EF5E342-8FE1-4111-1898-62820C1B8D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6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Uleganie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Pandering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0A930FD-8ACE-A9B5-4CE3-1C22FDE64A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4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Uprzedzenia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Prejudices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A80CB0B-1E86-F2E0-D412-218545978A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26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Trywialne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Trivial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38FD71C-74C8-B540-841C-E09C07558A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04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Ucichnąć (o sytuacji)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blow over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83A9E1E-F9F4-7A45-6244-758CB87E4C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8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Szacunek dla kogoś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Hats off to someone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8035A46-F0C2-DBD0-908A-22237F0C32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7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Pobojowisko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Shambles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A3C640A-68E5-8334-5912-CC39AC4B63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8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146649"/>
            <a:ext cx="11032478" cy="1963301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Wzbogacać się (często ma to negatywny wydźwięk)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line one’s pockets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28E7A0B-C219-7954-5877-C81147FDCE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074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5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Gafa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Gaffe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C20F2E1-0847-7EA9-6BE8-8280257D58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2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Pies rasowy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Pedigree dog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98F12FE-D212-8D25-8F52-DFEDCFAB17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20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Łapówka/,,Koperta”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backhander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3542081-C9FE-CB79-7085-2B8475213A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5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Poseł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MP (Member of parliament)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C98E8F3-6190-5BC0-6789-DB4322B080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2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Pędzić/Uciekać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scuttle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A983421-86F1-46B2-EA46-DDCD220EC2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6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Wstręt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Revulsion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14744F3-4841-18B5-5199-449D852A67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2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Żyć przemocą</a:t>
            </a:r>
            <a:endParaRPr lang="pl-PL" b="1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live by the sword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5C8371B-3211-C1C6-8BD6-3AF8555FBC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5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6264"/>
            <a:ext cx="11032478" cy="199270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Gadżety/Przybory (związane z czymś konkretnym)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Paraphernalia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2B5C860-F873-BD9B-29C3-5F87098E10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96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Wątpliwe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Doubtful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CA5CB79-09AE-5726-BBB4-09366BA3AB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14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52450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Wartościowe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Worthwhile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FD37726-89F3-C1FC-EDEA-712185C975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35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891"/>
            <a:ext cx="11032478" cy="2064001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Usunąć </a:t>
            </a:r>
            <a:r>
              <a:rPr lang="en-GB" sz="7200" b="1" dirty="0">
                <a:latin typeface="+mn-lt"/>
              </a:rPr>
              <a:t>(</a:t>
            </a:r>
            <a:r>
              <a:rPr lang="pl-PL" sz="7200" b="1" dirty="0">
                <a:latin typeface="+mn-lt"/>
              </a:rPr>
              <a:t>kogoś ze stanowiska</a:t>
            </a:r>
            <a:r>
              <a:rPr lang="en-GB" sz="7200" b="1" dirty="0">
                <a:latin typeface="+mn-lt"/>
              </a:rPr>
              <a:t>)</a:t>
            </a:r>
            <a:r>
              <a:rPr lang="pl-PL" sz="7200" b="1" dirty="0">
                <a:latin typeface="+mn-lt"/>
              </a:rPr>
              <a:t>/Wyrzucić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oust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D8DC92B-805C-9885-A657-CB2004423A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2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0"/>
            <a:ext cx="11032478" cy="195185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Masowo zwalniać pracowników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slash jobs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FA00109-F740-0A20-BF50-392408EEA6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6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759483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Gwałtowny wzrost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Soar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1BAA07C-D116-7853-4F88-58826F2BA1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759483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Zniesławienie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Libel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CF2D0B3-F6B5-B3C7-BC23-7797BB28FB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5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759483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Zobowiązanie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Pledge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18C5B09-F178-BAA4-3A65-460BBD1F59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30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759483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Obowiązkowe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Compulsory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0DB6BB3-379F-EC42-A674-672429FD72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22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646556"/>
            <a:ext cx="11032478" cy="199498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 dziel skóry na niedźwiedziu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4699110"/>
            <a:ext cx="12191999" cy="1994988"/>
          </a:xfrm>
        </p:spPr>
        <p:txBody>
          <a:bodyPr>
            <a:no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Don’t count your chickens until they hatch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6497950-E5AB-896E-EBA3-E55D681E0D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0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63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0" y="410473"/>
            <a:ext cx="11032478" cy="201427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 ma tego złego co by na dobre nie wyszło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132715"/>
            <a:ext cx="12191999" cy="1095555"/>
          </a:xfrm>
        </p:spPr>
        <p:txBody>
          <a:bodyPr>
            <a:no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Every cloud has a silver lining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B0F7000-32C0-05F1-C23F-6145298045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31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0" y="384593"/>
            <a:ext cx="11032478" cy="204014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Gdzie kucharek sześć, tam nie ma co jeść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132715"/>
            <a:ext cx="12191999" cy="1095555"/>
          </a:xfrm>
        </p:spPr>
        <p:txBody>
          <a:bodyPr>
            <a:no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Too many cooks spoil the broth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70DE8E1-0A6D-CB78-B002-20B6DC71D1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3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600253"/>
            <a:ext cx="11032478" cy="1923693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Darownemu koniowi w zęby się nie zagląda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35899"/>
            <a:ext cx="12191999" cy="1923693"/>
          </a:xfrm>
        </p:spPr>
        <p:txBody>
          <a:bodyPr>
            <a:no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Never look a gift horse in the mouth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25E8186-AC51-1454-23FA-BEF28A585C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3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5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155275"/>
            <a:ext cx="11032478" cy="1923693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Kto rano wstaje temu Pan Bóg daje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79033"/>
            <a:ext cx="12191999" cy="1923693"/>
          </a:xfrm>
        </p:spPr>
        <p:txBody>
          <a:bodyPr>
            <a:no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The early bird catches the worm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C47E293-3276-F246-E8D3-2EE04A943E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34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3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0" y="155275"/>
            <a:ext cx="11032478" cy="296892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Kiedy wejdziesz między wrony, musisz krakać jak i 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79033"/>
            <a:ext cx="12191999" cy="1923693"/>
          </a:xfrm>
        </p:spPr>
        <p:txBody>
          <a:bodyPr>
            <a:no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When in Rome, do as the Romans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CDCEF4E-0E77-9178-DBB5-671466D9E7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0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61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327805"/>
            <a:ext cx="11032478" cy="1923693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Wszędzie dobrze gdzie nas nie ma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79033"/>
            <a:ext cx="12191999" cy="1923693"/>
          </a:xfrm>
        </p:spPr>
        <p:txBody>
          <a:bodyPr>
            <a:no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The grass is always greener on the other side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5E2CFF8-AB02-CD56-2D9C-0D3D69039B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6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8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05774"/>
            <a:ext cx="11032478" cy="1173193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Przyganiał kocioł garnkowi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4425350"/>
            <a:ext cx="12191999" cy="1923693"/>
          </a:xfrm>
        </p:spPr>
        <p:txBody>
          <a:bodyPr>
            <a:no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People in glass houses shouldn’t throw stones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00B0B0E-07C0-DEB1-862C-209423AE7B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94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1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473015"/>
            <a:ext cx="11032478" cy="1992703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Twardy orzech do zgryzienia nie złamie silnych zębów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79033"/>
            <a:ext cx="12191999" cy="1923693"/>
          </a:xfrm>
        </p:spPr>
        <p:txBody>
          <a:bodyPr>
            <a:no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When the going gets tough, the tough get going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8C00A33-AF9F-9D23-652D-12FF10F1C3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9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0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507520"/>
            <a:ext cx="11032478" cy="1923693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 </a:t>
            </a:r>
            <a:r>
              <a:rPr lang="pl-PL" sz="7200" b="1">
                <a:latin typeface="+mn-lt"/>
              </a:rPr>
              <a:t>możesz wygrać, </a:t>
            </a:r>
            <a:r>
              <a:rPr lang="pl-PL" sz="7200" b="1" dirty="0">
                <a:latin typeface="+mn-lt"/>
              </a:rPr>
              <a:t>graj z nimi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79033"/>
            <a:ext cx="12191999" cy="1923693"/>
          </a:xfrm>
        </p:spPr>
        <p:txBody>
          <a:bodyPr>
            <a:no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If you can’t beat them, join them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EB5B234-B439-B696-2E70-96F470B211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96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9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013" y="983410"/>
            <a:ext cx="11525974" cy="109555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Świat jest pełen różnych ludzi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79033"/>
            <a:ext cx="12191999" cy="1923693"/>
          </a:xfrm>
        </p:spPr>
        <p:txBody>
          <a:bodyPr>
            <a:no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It takes all sorts to make a world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7E09B25-6526-A73D-91F3-92D6855A3E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30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45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0" y="1104182"/>
            <a:ext cx="11032478" cy="97478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 naprawiaj tego co działa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79033"/>
            <a:ext cx="12191999" cy="1923693"/>
          </a:xfrm>
        </p:spPr>
        <p:txBody>
          <a:bodyPr>
            <a:no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If it ain’t broke, don’t fix it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42F795B-D154-19C2-5F7B-9B20CEA74C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50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48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6577</TotalTime>
  <Words>308</Words>
  <Application>Microsoft Office PowerPoint</Application>
  <PresentationFormat>Panoramiczny</PresentationFormat>
  <Paragraphs>77</Paragraphs>
  <Slides>39</Slides>
  <Notes>0</Notes>
  <HiddenSlides>0</HiddenSlides>
  <MMClips>38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Motyw pakietu Office</vt:lpstr>
      <vt:lpstr>Klasa 2 LO News and media</vt:lpstr>
      <vt:lpstr>Biuletyn</vt:lpstr>
      <vt:lpstr>Być zadowolony (z czegoś)</vt:lpstr>
      <vt:lpstr>By uzależnionym od czegoś</vt:lpstr>
      <vt:lpstr>Uleganie</vt:lpstr>
      <vt:lpstr>Uprzedzenia</vt:lpstr>
      <vt:lpstr>Trywialne</vt:lpstr>
      <vt:lpstr>Ucichnąć (o sytuacji)</vt:lpstr>
      <vt:lpstr>Szacunek dla kogoś</vt:lpstr>
      <vt:lpstr>Pobojowisko</vt:lpstr>
      <vt:lpstr>Wzbogacać się (często ma to negatywny wydźwięk)</vt:lpstr>
      <vt:lpstr>Gafa</vt:lpstr>
      <vt:lpstr>Pies rasowy</vt:lpstr>
      <vt:lpstr>Łapówka/,,Koperta”</vt:lpstr>
      <vt:lpstr>Poseł</vt:lpstr>
      <vt:lpstr>Pędzić/Uciekać</vt:lpstr>
      <vt:lpstr>Wstręt</vt:lpstr>
      <vt:lpstr>Żyć przemocą</vt:lpstr>
      <vt:lpstr>Gadżety/Przybory (związane z czymś konkretnym)</vt:lpstr>
      <vt:lpstr>Wątpliwe</vt:lpstr>
      <vt:lpstr>Wartościowe</vt:lpstr>
      <vt:lpstr>Usunąć (kogoś ze stanowiska)/Wyrzucić </vt:lpstr>
      <vt:lpstr>Masowo zwalniać pracowników</vt:lpstr>
      <vt:lpstr>Gwałtowny wzrost</vt:lpstr>
      <vt:lpstr>Zniesławienie</vt:lpstr>
      <vt:lpstr>Zobowiązanie</vt:lpstr>
      <vt:lpstr>Obowiązkowe</vt:lpstr>
      <vt:lpstr>Nie dziel skóry na niedźwiedziu</vt:lpstr>
      <vt:lpstr>Nie ma tego złego co by na dobre nie wyszło</vt:lpstr>
      <vt:lpstr>Gdzie kucharek sześć, tam nie ma co jeść</vt:lpstr>
      <vt:lpstr>Darownemu koniowi w zęby się nie zagląda</vt:lpstr>
      <vt:lpstr>Kto rano wstaje temu Pan Bóg daje</vt:lpstr>
      <vt:lpstr>Kiedy wejdziesz między wrony, musisz krakać jak i one</vt:lpstr>
      <vt:lpstr>Wszędzie dobrze gdzie nas nie ma</vt:lpstr>
      <vt:lpstr>Przyganiał kocioł garnkowi</vt:lpstr>
      <vt:lpstr>Twardy orzech do zgryzienia nie złamie silnych zębów</vt:lpstr>
      <vt:lpstr>Nie możesz wygrać, graj z nimi</vt:lpstr>
      <vt:lpstr>Świat jest pełen różnych ludzi</vt:lpstr>
      <vt:lpstr>Nie naprawiaj tego co działa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1192</cp:revision>
  <dcterms:created xsi:type="dcterms:W3CDTF">2018-09-30T05:35:06Z</dcterms:created>
  <dcterms:modified xsi:type="dcterms:W3CDTF">2025-08-29T14:03:16Z</dcterms:modified>
</cp:coreProperties>
</file>