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193" r:id="rId2"/>
    <p:sldId id="1493" r:id="rId3"/>
    <p:sldId id="1494" r:id="rId4"/>
    <p:sldId id="1495" r:id="rId5"/>
    <p:sldId id="1496" r:id="rId6"/>
    <p:sldId id="1497" r:id="rId7"/>
    <p:sldId id="1498" r:id="rId8"/>
    <p:sldId id="1499" r:id="rId9"/>
    <p:sldId id="1500" r:id="rId10"/>
    <p:sldId id="1501" r:id="rId11"/>
    <p:sldId id="1502" r:id="rId12"/>
    <p:sldId id="1503" r:id="rId13"/>
    <p:sldId id="1504" r:id="rId14"/>
    <p:sldId id="1505" r:id="rId15"/>
    <p:sldId id="1506" r:id="rId16"/>
    <p:sldId id="1507" r:id="rId17"/>
    <p:sldId id="1508" r:id="rId18"/>
    <p:sldId id="1509" r:id="rId19"/>
    <p:sldId id="1510" r:id="rId20"/>
    <p:sldId id="1511" r:id="rId21"/>
    <p:sldId id="1512" r:id="rId22"/>
    <p:sldId id="1513" r:id="rId23"/>
    <p:sldId id="1514" r:id="rId24"/>
    <p:sldId id="1515" r:id="rId25"/>
    <p:sldId id="1516" r:id="rId26"/>
    <p:sldId id="1517" r:id="rId27"/>
    <p:sldId id="1519" r:id="rId28"/>
    <p:sldId id="1520" r:id="rId29"/>
    <p:sldId id="1521" r:id="rId30"/>
    <p:sldId id="1522" r:id="rId31"/>
    <p:sldId id="1523" r:id="rId32"/>
    <p:sldId id="1524" r:id="rId3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mek" initials="TKR" lastIdx="2" clrIdx="0">
    <p:extLst>
      <p:ext uri="{19B8F6BF-5375-455C-9EA6-DF929625EA0E}">
        <p15:presenceInfo xmlns:p15="http://schemas.microsoft.com/office/powerpoint/2012/main" userId="Tome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jciech Krakowiak" userId="86718142a3635522" providerId="LiveId" clId="{26BA3A9B-B69E-46E9-B3AD-45EBD15A9BA9}"/>
    <pc:docChg chg="custSel addSld modSld">
      <pc:chgData name="Wojciech Krakowiak" userId="86718142a3635522" providerId="LiveId" clId="{26BA3A9B-B69E-46E9-B3AD-45EBD15A9BA9}" dt="2025-07-08T22:16:32.178" v="231"/>
      <pc:docMkLst>
        <pc:docMk/>
      </pc:docMkLst>
      <pc:sldChg chg="addSp modSp mod modAnim">
        <pc:chgData name="Wojciech Krakowiak" userId="86718142a3635522" providerId="LiveId" clId="{26BA3A9B-B69E-46E9-B3AD-45EBD15A9BA9}" dt="2025-07-08T21:23:55.376" v="15"/>
        <pc:sldMkLst>
          <pc:docMk/>
          <pc:sldMk cId="43237198" sldId="1497"/>
        </pc:sldMkLst>
      </pc:sldChg>
      <pc:sldChg chg="addSp delSp modSp add mod delAnim modAnim">
        <pc:chgData name="Wojciech Krakowiak" userId="86718142a3635522" providerId="LiveId" clId="{26BA3A9B-B69E-46E9-B3AD-45EBD15A9BA9}" dt="2025-07-08T21:25:50.749" v="41"/>
        <pc:sldMkLst>
          <pc:docMk/>
          <pc:sldMk cId="3006842627" sldId="1498"/>
        </pc:sldMkLst>
      </pc:sldChg>
      <pc:sldChg chg="addSp delSp modSp add mod delAnim modAnim">
        <pc:chgData name="Wojciech Krakowiak" userId="86718142a3635522" providerId="LiveId" clId="{26BA3A9B-B69E-46E9-B3AD-45EBD15A9BA9}" dt="2025-07-08T21:43:37.082" v="77"/>
        <pc:sldMkLst>
          <pc:docMk/>
          <pc:sldMk cId="2361599004" sldId="1499"/>
        </pc:sldMkLst>
      </pc:sldChg>
      <pc:sldChg chg="addSp delSp modSp add mod delAnim modAnim">
        <pc:chgData name="Wojciech Krakowiak" userId="86718142a3635522" providerId="LiveId" clId="{26BA3A9B-B69E-46E9-B3AD-45EBD15A9BA9}" dt="2025-07-08T21:52:59.176" v="109" actId="20577"/>
        <pc:sldMkLst>
          <pc:docMk/>
          <pc:sldMk cId="3297848511" sldId="1500"/>
        </pc:sldMkLst>
      </pc:sldChg>
      <pc:sldChg chg="addSp delSp modSp add mod delAnim modAnim">
        <pc:chgData name="Wojciech Krakowiak" userId="86718142a3635522" providerId="LiveId" clId="{26BA3A9B-B69E-46E9-B3AD-45EBD15A9BA9}" dt="2025-07-08T22:03:54.124" v="151" actId="20577"/>
        <pc:sldMkLst>
          <pc:docMk/>
          <pc:sldMk cId="4125144861" sldId="1501"/>
        </pc:sldMkLst>
      </pc:sldChg>
      <pc:sldChg chg="addSp delSp modSp add mod delAnim modAnim">
        <pc:chgData name="Wojciech Krakowiak" userId="86718142a3635522" providerId="LiveId" clId="{26BA3A9B-B69E-46E9-B3AD-45EBD15A9BA9}" dt="2025-07-08T22:05:34.241" v="187" actId="20577"/>
        <pc:sldMkLst>
          <pc:docMk/>
          <pc:sldMk cId="261605351" sldId="1502"/>
        </pc:sldMkLst>
      </pc:sldChg>
      <pc:sldChg chg="addSp delSp modSp add mod delAnim modAnim">
        <pc:chgData name="Wojciech Krakowiak" userId="86718142a3635522" providerId="LiveId" clId="{26BA3A9B-B69E-46E9-B3AD-45EBD15A9BA9}" dt="2025-07-08T22:16:32.178" v="231"/>
        <pc:sldMkLst>
          <pc:docMk/>
          <pc:sldMk cId="4252460294" sldId="1503"/>
        </pc:sldMkLst>
      </pc:sldChg>
    </pc:docChg>
  </pc:docChgLst>
  <pc:docChgLst>
    <pc:chgData name="Wojtek Krakowiak" userId="f72a0bb3b8a70e05" providerId="LiveId" clId="{F78FE461-272D-4191-B46C-9B9F54D26061}"/>
    <pc:docChg chg="custSel addSld modSld">
      <pc:chgData name="Wojtek Krakowiak" userId="f72a0bb3b8a70e05" providerId="LiveId" clId="{F78FE461-272D-4191-B46C-9B9F54D26061}" dt="2025-07-14T12:08:41.835" v="776"/>
      <pc:docMkLst>
        <pc:docMk/>
      </pc:docMkLst>
      <pc:sldChg chg="modSp mod">
        <pc:chgData name="Wojtek Krakowiak" userId="f72a0bb3b8a70e05" providerId="LiveId" clId="{F78FE461-272D-4191-B46C-9B9F54D26061}" dt="2025-07-14T09:47:48.080" v="288" actId="20577"/>
        <pc:sldMkLst>
          <pc:docMk/>
          <pc:sldMk cId="1582655019" sldId="1193"/>
        </pc:sldMkLst>
      </pc:sldChg>
      <pc:sldChg chg="addSp delSp modSp add mod delAnim modAnim">
        <pc:chgData name="Wojtek Krakowiak" userId="f72a0bb3b8a70e05" providerId="LiveId" clId="{F78FE461-272D-4191-B46C-9B9F54D26061}" dt="2025-07-13T21:39:09.559" v="25" actId="20577"/>
        <pc:sldMkLst>
          <pc:docMk/>
          <pc:sldMk cId="4171990198" sldId="1507"/>
        </pc:sldMkLst>
      </pc:sldChg>
      <pc:sldChg chg="addSp delSp modSp add mod delAnim modAnim">
        <pc:chgData name="Wojtek Krakowiak" userId="f72a0bb3b8a70e05" providerId="LiveId" clId="{F78FE461-272D-4191-B46C-9B9F54D26061}" dt="2025-07-13T21:49:00.653" v="70" actId="20577"/>
        <pc:sldMkLst>
          <pc:docMk/>
          <pc:sldMk cId="2227088355" sldId="1508"/>
        </pc:sldMkLst>
      </pc:sldChg>
      <pc:sldChg chg="addSp delSp modSp add mod delAnim modAnim">
        <pc:chgData name="Wojtek Krakowiak" userId="f72a0bb3b8a70e05" providerId="LiveId" clId="{F78FE461-272D-4191-B46C-9B9F54D26061}" dt="2025-07-13T21:51:23.571" v="99" actId="20577"/>
        <pc:sldMkLst>
          <pc:docMk/>
          <pc:sldMk cId="4209508218" sldId="1509"/>
        </pc:sldMkLst>
      </pc:sldChg>
      <pc:sldChg chg="addSp delSp modSp add mod delAnim modAnim">
        <pc:chgData name="Wojtek Krakowiak" userId="f72a0bb3b8a70e05" providerId="LiveId" clId="{F78FE461-272D-4191-B46C-9B9F54D26061}" dt="2025-07-13T22:01:33.007" v="169" actId="20577"/>
        <pc:sldMkLst>
          <pc:docMk/>
          <pc:sldMk cId="152206522" sldId="1510"/>
        </pc:sldMkLst>
      </pc:sldChg>
      <pc:sldChg chg="addSp delSp modSp add mod delAnim modAnim">
        <pc:chgData name="Wojtek Krakowiak" userId="f72a0bb3b8a70e05" providerId="LiveId" clId="{F78FE461-272D-4191-B46C-9B9F54D26061}" dt="2025-07-13T22:05:24.453" v="278"/>
        <pc:sldMkLst>
          <pc:docMk/>
          <pc:sldMk cId="2032420578" sldId="1511"/>
        </pc:sldMkLst>
      </pc:sldChg>
      <pc:sldChg chg="addSp modSp add mod modAnim">
        <pc:chgData name="Wojtek Krakowiak" userId="f72a0bb3b8a70e05" providerId="LiveId" clId="{F78FE461-272D-4191-B46C-9B9F54D26061}" dt="2025-07-13T22:05:49.007" v="281"/>
        <pc:sldMkLst>
          <pc:docMk/>
          <pc:sldMk cId="3353753454" sldId="1512"/>
        </pc:sldMkLst>
      </pc:sldChg>
      <pc:sldChg chg="addSp modSp add mod modAnim">
        <pc:chgData name="Wojtek Krakowiak" userId="f72a0bb3b8a70e05" providerId="LiveId" clId="{F78FE461-272D-4191-B46C-9B9F54D26061}" dt="2025-07-13T22:06:14.720" v="284"/>
        <pc:sldMkLst>
          <pc:docMk/>
          <pc:sldMk cId="2111534738" sldId="1513"/>
        </pc:sldMkLst>
      </pc:sldChg>
      <pc:sldChg chg="addSp delSp modSp add mod delAnim modAnim">
        <pc:chgData name="Wojtek Krakowiak" userId="f72a0bb3b8a70e05" providerId="LiveId" clId="{F78FE461-272D-4191-B46C-9B9F54D26061}" dt="2025-07-14T10:09:47.570" v="371" actId="20577"/>
        <pc:sldMkLst>
          <pc:docMk/>
          <pc:sldMk cId="2562348965" sldId="1514"/>
        </pc:sldMkLst>
      </pc:sldChg>
      <pc:sldChg chg="addSp delSp modSp add mod delAnim modAnim">
        <pc:chgData name="Wojtek Krakowiak" userId="f72a0bb3b8a70e05" providerId="LiveId" clId="{F78FE461-272D-4191-B46C-9B9F54D26061}" dt="2025-07-14T11:42:41.086" v="457"/>
        <pc:sldMkLst>
          <pc:docMk/>
          <pc:sldMk cId="216501489" sldId="1515"/>
        </pc:sldMkLst>
      </pc:sldChg>
      <pc:sldChg chg="addSp delSp modSp add mod delAnim modAnim">
        <pc:chgData name="Wojtek Krakowiak" userId="f72a0bb3b8a70e05" providerId="LiveId" clId="{F78FE461-272D-4191-B46C-9B9F54D26061}" dt="2025-07-14T11:44:20.512" v="486" actId="20577"/>
        <pc:sldMkLst>
          <pc:docMk/>
          <pc:sldMk cId="3463503377" sldId="1516"/>
        </pc:sldMkLst>
      </pc:sldChg>
      <pc:sldChg chg="addSp delSp modSp add mod delAnim modAnim">
        <pc:chgData name="Wojtek Krakowiak" userId="f72a0bb3b8a70e05" providerId="LiveId" clId="{F78FE461-272D-4191-B46C-9B9F54D26061}" dt="2025-07-14T11:45:36.528" v="520"/>
        <pc:sldMkLst>
          <pc:docMk/>
          <pc:sldMk cId="2786600915" sldId="1517"/>
        </pc:sldMkLst>
      </pc:sldChg>
      <pc:sldChg chg="add">
        <pc:chgData name="Wojtek Krakowiak" userId="f72a0bb3b8a70e05" providerId="LiveId" clId="{F78FE461-272D-4191-B46C-9B9F54D26061}" dt="2025-07-14T11:46:12.428" v="521"/>
        <pc:sldMkLst>
          <pc:docMk/>
          <pc:sldMk cId="855101804" sldId="1518"/>
        </pc:sldMkLst>
      </pc:sldChg>
      <pc:sldChg chg="addSp delSp modSp add mod delAnim modAnim">
        <pc:chgData name="Wojtek Krakowiak" userId="f72a0bb3b8a70e05" providerId="LiveId" clId="{F78FE461-272D-4191-B46C-9B9F54D26061}" dt="2025-07-14T11:47:53.086" v="547"/>
        <pc:sldMkLst>
          <pc:docMk/>
          <pc:sldMk cId="1542106733" sldId="1519"/>
        </pc:sldMkLst>
      </pc:sldChg>
      <pc:sldChg chg="addSp delSp modSp add mod delAnim modAnim">
        <pc:chgData name="Wojtek Krakowiak" userId="f72a0bb3b8a70e05" providerId="LiveId" clId="{F78FE461-272D-4191-B46C-9B9F54D26061}" dt="2025-07-14T11:51:39.368" v="594" actId="20577"/>
        <pc:sldMkLst>
          <pc:docMk/>
          <pc:sldMk cId="3861860652" sldId="1520"/>
        </pc:sldMkLst>
      </pc:sldChg>
      <pc:sldChg chg="addSp delSp modSp add mod delAnim modAnim">
        <pc:chgData name="Wojtek Krakowiak" userId="f72a0bb3b8a70e05" providerId="LiveId" clId="{F78FE461-272D-4191-B46C-9B9F54D26061}" dt="2025-07-14T11:58:09.312" v="643"/>
        <pc:sldMkLst>
          <pc:docMk/>
          <pc:sldMk cId="2484044630" sldId="1521"/>
        </pc:sldMkLst>
      </pc:sldChg>
      <pc:sldChg chg="addSp delSp modSp add mod delAnim modAnim">
        <pc:chgData name="Wojtek Krakowiak" userId="f72a0bb3b8a70e05" providerId="LiveId" clId="{F78FE461-272D-4191-B46C-9B9F54D26061}" dt="2025-07-14T12:01:02.969" v="720"/>
        <pc:sldMkLst>
          <pc:docMk/>
          <pc:sldMk cId="2710384634" sldId="1522"/>
        </pc:sldMkLst>
      </pc:sldChg>
      <pc:sldChg chg="addSp delSp modSp add mod delAnim modAnim">
        <pc:chgData name="Wojtek Krakowiak" userId="f72a0bb3b8a70e05" providerId="LiveId" clId="{F78FE461-272D-4191-B46C-9B9F54D26061}" dt="2025-07-14T12:05:58.397" v="750" actId="20577"/>
        <pc:sldMkLst>
          <pc:docMk/>
          <pc:sldMk cId="3526412603" sldId="1523"/>
        </pc:sldMkLst>
      </pc:sldChg>
      <pc:sldChg chg="addSp delSp modSp add mod delAnim modAnim">
        <pc:chgData name="Wojtek Krakowiak" userId="f72a0bb3b8a70e05" providerId="LiveId" clId="{F78FE461-272D-4191-B46C-9B9F54D26061}" dt="2025-07-14T12:08:41.835" v="776"/>
        <pc:sldMkLst>
          <pc:docMk/>
          <pc:sldMk cId="1361402875" sldId="1524"/>
        </pc:sldMkLst>
      </pc:sldChg>
    </pc:docChg>
  </pc:docChgLst>
  <pc:docChgLst>
    <pc:chgData name="Wojtek Krakowiak" userId="f72a0bb3b8a70e05" providerId="LiveId" clId="{DFBC7CC0-E8A1-44A4-95D9-5037504A04F8}"/>
    <pc:docChg chg="delSld">
      <pc:chgData name="Wojtek Krakowiak" userId="f72a0bb3b8a70e05" providerId="LiveId" clId="{DFBC7CC0-E8A1-44A4-95D9-5037504A04F8}" dt="2025-08-25T12:10:03.346" v="0" actId="47"/>
      <pc:docMkLst>
        <pc:docMk/>
      </pc:docMkLst>
      <pc:sldChg chg="del">
        <pc:chgData name="Wojtek Krakowiak" userId="f72a0bb3b8a70e05" providerId="LiveId" clId="{DFBC7CC0-E8A1-44A4-95D9-5037504A04F8}" dt="2025-08-25T12:10:03.346" v="0" actId="47"/>
        <pc:sldMkLst>
          <pc:docMk/>
          <pc:sldMk cId="855101804" sldId="151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921EC4-EAB7-419D-AA92-EFAC71305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D8CD32E-B3EF-4BB7-9087-FC556C55F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6FCF072-E0AD-4995-98D1-01A463F4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25.08.2025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9B94581-9053-4885-B747-4D11B2E69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67BA141-90D4-43B5-9B79-7A8AABB0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665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DD083A-9D1C-4C91-8895-277BB6D14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EC2F94E-197F-458C-89E9-645E34458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D1A9D01-F8E9-42EA-8AD3-75E9CD20D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25.08.2025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88CF2E2-CFAC-46E6-89E8-39C596141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25D68F7-E4B8-45BB-8727-11113F3C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515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60989D-EFA5-4607-92FF-E385F6FDC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4E1CDF6-D6EC-4826-8B2F-3254DBDEA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6F4F5DB-9700-4A7F-A0E7-2492A5E68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25.08.2025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E41039D-DF05-49CF-A8FD-9A8B6F46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8F514A1-F403-4980-B0C9-D835C9227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60291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133645-71B7-4FDF-B8A2-C358D10E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6AD115-62A8-480B-9189-D21B5D8A5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537C153-4A2E-40B5-BF02-F37834FC3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A1D1747-4492-4F86-B2B4-9BB3DE75D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25.08.2025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C896157-A8DE-4AE4-8B1B-96D37B85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FEDC477-749B-49B4-8961-D95D17750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5614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79C183-58E0-4563-8923-57E4C0097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3939FEC-2F86-4F31-B6CE-7BDCC3D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3A0FE68-72DC-435D-9B3C-BC87508D2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B68FCC60-2FC3-4416-9280-B2830AD7F3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43D7FFB-743E-4928-B03A-73906F964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3BC21A3E-20EB-4EF9-A82E-59819C593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25.08.2025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BB9B477A-B893-4728-8482-EA09CCC05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1460F094-BD17-41E5-9B47-242D6D76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5719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F5CE496-3EF6-41F7-BE77-AACC0415E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7CDEC83-A9B2-41F2-8ADB-AEBBF805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25.08.2025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A6E95F5-49ED-4580-93DB-17D9B7FAC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DB566B7-385E-4399-A212-E9826A3E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6058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4A1314F-3186-488E-B0CB-88508AC8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25.08.2025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54470DD-8D47-472A-BF52-7AE7CA35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2B53DDE-F168-4046-B429-B122A26A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928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F6BAB2-D8A8-4CA3-AE67-CB2E0B34C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AE51AC-D673-4C65-876F-046396EB6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A8059E8-E8EE-4BB0-B805-CBACC8C15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FC63BB4-7F61-424C-9401-36DDA2BD4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25.08.2025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994D591-0C14-4392-9C0C-49D471229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EE5004B-242E-4092-82D7-40380C8B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4854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3D500E-FFB6-4CDB-A916-56D4656D3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281F8F2-61CA-4B6E-89E3-B97E14321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2FE05F1-0449-4938-A7F8-5C2AAABAF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DA18418-67F1-4A0E-BF45-EF08C711D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25.08.2025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F83B392-697C-4783-8E2B-73ECE0E3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B6F4653-AABB-453E-AA1D-AF66E592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0669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B1117E-8896-4BC5-888B-D0F219F1F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28A6BE3-47EB-4249-BAFF-DD88A45D3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3943FC2-91BB-4722-B87D-A5A5E4FE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25.08.2025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A55E191-6AAF-483E-A725-BF34D3709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EA161D8-5EFB-4508-8020-B270250BB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4114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B19B07B-0F2E-4E22-B09F-E907431F1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D294D7A-3F4D-4658-8B10-D21C3E559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6C8A2C7-C2CF-46AD-BB86-552A1EF3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25.08.2025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8E4453A-B8EE-4217-BB76-A99C0E587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D2B9351-4178-4F4C-A78A-5A1C4CD8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497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63EC774-FCE7-4A08-947F-DE2E6EA7E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A9C1E8E-6FC5-4D10-877B-4CA71B645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20E9AD8-D556-4904-812A-C674D2EDF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6B8D0-A159-4557-B63A-419B24A74F77}" type="datetimeFigureOut">
              <a:rPr lang="pl-PL" smtClean="0"/>
              <a:t>25.08.2025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2D19AAE-A1E3-4581-83E0-0A7CC09D5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4A93E77-A5E0-4146-90E8-ABB933EE5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435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8.mp3"/><Relationship Id="rId1" Type="http://schemas.microsoft.com/office/2007/relationships/media" Target="../media/media18.mp3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9.mp3"/><Relationship Id="rId1" Type="http://schemas.microsoft.com/office/2007/relationships/media" Target="../media/media19.mp3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0.mp3"/><Relationship Id="rId1" Type="http://schemas.microsoft.com/office/2007/relationships/media" Target="../media/media20.mp3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1.mp3"/><Relationship Id="rId1" Type="http://schemas.microsoft.com/office/2007/relationships/media" Target="../media/media21.mp3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2.mp3"/><Relationship Id="rId1" Type="http://schemas.microsoft.com/office/2007/relationships/media" Target="../media/media22.mp3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3.mp3"/><Relationship Id="rId1" Type="http://schemas.microsoft.com/office/2007/relationships/media" Target="../media/media23.mp3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4.mp3"/><Relationship Id="rId1" Type="http://schemas.microsoft.com/office/2007/relationships/media" Target="../media/media24.mp3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5.mp3"/><Relationship Id="rId1" Type="http://schemas.microsoft.com/office/2007/relationships/media" Target="../media/media25.mp3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6.mp3"/><Relationship Id="rId1" Type="http://schemas.microsoft.com/office/2007/relationships/media" Target="../media/media26.mp3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7.mp3"/><Relationship Id="rId1" Type="http://schemas.microsoft.com/office/2007/relationships/media" Target="../media/media27.mp3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8.mp3"/><Relationship Id="rId1" Type="http://schemas.microsoft.com/office/2007/relationships/media" Target="../media/media28.mp3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9.mp3"/><Relationship Id="rId1" Type="http://schemas.microsoft.com/office/2007/relationships/media" Target="../media/media29.mp3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0.mp3"/><Relationship Id="rId1" Type="http://schemas.microsoft.com/office/2007/relationships/media" Target="../media/media30.mp3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1.mp3"/><Relationship Id="rId1" Type="http://schemas.microsoft.com/office/2007/relationships/media" Target="../media/media31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5" y="1885241"/>
            <a:ext cx="11131290" cy="4151575"/>
          </a:xfrm>
        </p:spPr>
        <p:txBody>
          <a:bodyPr>
            <a:normAutofit fontScale="90000"/>
          </a:bodyPr>
          <a:lstStyle/>
          <a:p>
            <a:r>
              <a:rPr lang="pl-PL" sz="9600" b="1" dirty="0">
                <a:latin typeface="+mn-lt"/>
              </a:rPr>
              <a:t>Klasa 2</a:t>
            </a:r>
            <a:r>
              <a:rPr lang="en-US" sz="9600" b="1" dirty="0">
                <a:latin typeface="+mn-lt"/>
              </a:rPr>
              <a:t> LO</a:t>
            </a:r>
            <a:br>
              <a:rPr lang="pl-PL" sz="9600" b="1" dirty="0">
                <a:latin typeface="+mn-lt"/>
              </a:rPr>
            </a:br>
            <a:r>
              <a:rPr lang="en-US" sz="7300" b="1" dirty="0">
                <a:latin typeface="+mn-lt"/>
              </a:rPr>
              <a:t>Science and research</a:t>
            </a:r>
            <a:br>
              <a:rPr lang="pl-PL" sz="7300" b="1" dirty="0">
                <a:latin typeface="+mn-lt"/>
              </a:rPr>
            </a:br>
            <a:br>
              <a:rPr lang="pl-PL" sz="7300" b="1" dirty="0">
                <a:latin typeface="+mn-lt"/>
              </a:rPr>
            </a:br>
            <a:endParaRPr lang="pl-PL" sz="73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2655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Przeprowadzić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US" sz="7200" b="1" dirty="0">
                <a:solidFill>
                  <a:srgbClr val="FF0000"/>
                </a:solidFill>
              </a:rPr>
              <a:t>To carry out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7F9DA8B-EB29-0AC1-8004-24DBF309E57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16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3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Wierzchołek góry lodowej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US" sz="7200" b="1" dirty="0">
                <a:solidFill>
                  <a:srgbClr val="FF0000"/>
                </a:solidFill>
              </a:rPr>
              <a:t>The thin end of the wedge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BF67FC7-B37D-BC7E-2638-EBBFD472D2C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707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75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Zasadniczy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underlying</a:t>
            </a: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2275984-B326-354B-ECFA-7F4224A8D08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839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Niekorzystny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US" sz="7200" b="1" dirty="0">
                <a:solidFill>
                  <a:srgbClr val="FF0000"/>
                </a:solidFill>
              </a:rPr>
              <a:t>Adverse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6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6A37155-4D0D-7AF5-26B1-F14E9666983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027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Bursztyn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US" sz="7200" b="1" dirty="0">
                <a:solidFill>
                  <a:srgbClr val="FF0000"/>
                </a:solidFill>
              </a:rPr>
              <a:t>Amber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AA2E1AD-8D87-BB5D-89D8-8DDBAA71D2D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3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6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Żywica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US" sz="7200" b="1" dirty="0">
                <a:solidFill>
                  <a:srgbClr val="FF0000"/>
                </a:solidFill>
              </a:rPr>
              <a:t>Resin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3DACE6A-A2B0-7173-9367-02831218F76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842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1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Hodować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US" sz="7200" b="1" dirty="0">
                <a:solidFill>
                  <a:srgbClr val="FF0000"/>
                </a:solidFill>
              </a:rPr>
              <a:t>To breed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7BB6915-E72E-7C73-0915-D3FC4F0A353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599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Współczesny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US" sz="7200" b="1" dirty="0">
                <a:solidFill>
                  <a:srgbClr val="FF0000"/>
                </a:solidFill>
              </a:rPr>
              <a:t>Contemporary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C7B492F-A314-8604-1FA6-C4D515C587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848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8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Niechętny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US" sz="7200" b="1" dirty="0">
                <a:solidFill>
                  <a:srgbClr val="FF0000"/>
                </a:solidFill>
              </a:rPr>
              <a:t>Reluctant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0C7A5E0-389B-2BA5-5DD7-1291598CAEF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144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Przeciwny (do czegoś)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US" sz="7200" b="1" dirty="0">
                <a:solidFill>
                  <a:srgbClr val="FF0000"/>
                </a:solidFill>
              </a:rPr>
              <a:t>Contrary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19ABCB5-265F-0271-43A1-E99FB7B4399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05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Własny interes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33957"/>
            <a:ext cx="11429999" cy="1192374"/>
          </a:xfrm>
        </p:spPr>
        <p:txBody>
          <a:bodyPr>
            <a:normAutofit/>
          </a:bodyPr>
          <a:lstStyle/>
          <a:p>
            <a:r>
              <a:rPr lang="en-US" sz="7200" b="1" dirty="0">
                <a:solidFill>
                  <a:srgbClr val="FF0000"/>
                </a:solidFill>
              </a:rPr>
              <a:t>Vested </a:t>
            </a:r>
            <a:r>
              <a:rPr lang="pl-PL" sz="7200" b="1" dirty="0">
                <a:solidFill>
                  <a:srgbClr val="FF0000"/>
                </a:solidFill>
              </a:rPr>
              <a:t>interes</a:t>
            </a:r>
            <a:r>
              <a:rPr lang="en-US" sz="7200" b="1" dirty="0">
                <a:solidFill>
                  <a:srgbClr val="FF0000"/>
                </a:solidFill>
              </a:rPr>
              <a:t>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F7708A8-7617-1CB3-FBDC-A05FADD2DF8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60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1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Oceniać/Szacować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33957"/>
            <a:ext cx="11429999" cy="1192374"/>
          </a:xfrm>
        </p:spPr>
        <p:txBody>
          <a:bodyPr>
            <a:normAutofit/>
          </a:bodyPr>
          <a:lstStyle/>
          <a:p>
            <a:r>
              <a:rPr lang="en-US" sz="7200" b="1" dirty="0">
                <a:solidFill>
                  <a:srgbClr val="FF0000"/>
                </a:solidFill>
              </a:rPr>
              <a:t>To assess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0B461EB-6AD4-1C61-5FC6-1D4E1B049E2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858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Zwodniczy/Złudny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33957"/>
            <a:ext cx="11429999" cy="1192374"/>
          </a:xfrm>
        </p:spPr>
        <p:txBody>
          <a:bodyPr>
            <a:normAutofit/>
          </a:bodyPr>
          <a:lstStyle/>
          <a:p>
            <a:r>
              <a:rPr lang="en-US" sz="7200" b="1" dirty="0">
                <a:solidFill>
                  <a:srgbClr val="FF0000"/>
                </a:solidFill>
              </a:rPr>
              <a:t>Deceptive/Misleading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1CAD6CB-4F8A-4A8B-5A3F-E40D9097F31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20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Przerzucić się z czegoś na coś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33957"/>
            <a:ext cx="11429999" cy="1192374"/>
          </a:xfrm>
        </p:spPr>
        <p:txBody>
          <a:bodyPr>
            <a:normAutofit/>
          </a:bodyPr>
          <a:lstStyle/>
          <a:p>
            <a:r>
              <a:rPr lang="en-US" sz="7200" b="1" dirty="0">
                <a:solidFill>
                  <a:srgbClr val="FF0000"/>
                </a:solidFill>
              </a:rPr>
              <a:t>To pivot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AD3319D-813B-A477-76E9-27D6984C802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061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7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Włożyć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33957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insert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C98B3BD-6BED-307D-C25C-1CE26EB6506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990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Procedura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33957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Procedure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95A8962-B8ED-DA43-4EC9-CFBD1E89224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88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Opracować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33957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devise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5C3192E-12F4-B6DA-18DE-8CF6BA50758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508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Zapoczątkować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33957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pave the way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6AECE1D-A754-CFA9-0214-EDFBE491BD3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06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8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Dlaczego, u licha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33957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Why on earth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36EAA05-0DBE-A465-F0F5-1927ED81EAE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420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3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856A3-60D8-0919-1826-AE2AC6F28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0D8C067-5616-F79F-7450-CD2BC8CA7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Co, u licha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0C4D759-AD20-4898-0F29-67A46DA998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33957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What on earth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974826B-818A-F492-265D-F2AD507A4C4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753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4AEF3-D79F-D9CD-D29B-E007E6F1F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1210B2-D1DE-08CC-3296-B326EC3B6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Gdzie, u licha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57839D1-838E-3C5E-FC76-F015A68845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33957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Where on earth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1BC80E0-D1A3-3D60-4941-0DC1C63108A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534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4AEF3-D79F-D9CD-D29B-E007E6F1F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1210B2-D1DE-08CC-3296-B326EC3B6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>
                <a:latin typeface="+mn-lt"/>
              </a:rPr>
              <a:t>Zmieniać pomiędzy (</a:t>
            </a:r>
            <a:r>
              <a:rPr lang="pl-PL" sz="7200" b="1" dirty="0">
                <a:latin typeface="+mn-lt"/>
              </a:rPr>
              <a:t>np. opcjami)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57839D1-838E-3C5E-FC76-F015A68845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33957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alternate between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2F41FA4-4C4C-8873-9385-79FBA752857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348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8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4AEF3-D79F-D9CD-D29B-E007E6F1F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1210B2-D1DE-08CC-3296-B326EC3B6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Przesiąknięty czymś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57839D1-838E-3C5E-FC76-F015A68845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33957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Imbued</a:t>
            </a:r>
            <a:r>
              <a:rPr lang="pl-PL" sz="7200" b="1" dirty="0">
                <a:solidFill>
                  <a:srgbClr val="FF0000"/>
                </a:solidFill>
              </a:rPr>
              <a:t> with</a:t>
            </a:r>
            <a:r>
              <a:rPr lang="en-GB" sz="7200" b="1" dirty="0">
                <a:solidFill>
                  <a:srgbClr val="FF0000"/>
                </a:solidFill>
              </a:rPr>
              <a:t> something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9FB21A9-FD0E-2FCD-C32C-EBB4D2E80D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01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4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4AEF3-D79F-D9CD-D29B-E007E6F1F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1210B2-D1DE-08CC-3296-B326EC3B6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Znaczenie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57839D1-838E-3C5E-FC76-F015A68845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33957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Significance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087010B-F81B-8C67-F16A-613F342D1D1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503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8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4AEF3-D79F-D9CD-D29B-E007E6F1F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1210B2-D1DE-08CC-3296-B326EC3B6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Na przykład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57839D1-838E-3C5E-FC76-F015A68845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33957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For instance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5ECDD12-5D57-291A-C098-ACC295F573E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600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5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4AEF3-D79F-D9CD-D29B-E007E6F1F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1210B2-D1DE-08CC-3296-B326EC3B6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Niepokój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57839D1-838E-3C5E-FC76-F015A68845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33957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Trepidation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0761818-283A-AFDF-09A3-E430840058D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106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0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4AEF3-D79F-D9CD-D29B-E007E6F1F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1210B2-D1DE-08CC-3296-B326EC3B6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Przewyższać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57839D1-838E-3C5E-FC76-F015A68845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33957"/>
            <a:ext cx="11429999" cy="1192374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To </a:t>
            </a:r>
            <a:r>
              <a:rPr lang="en-GB" sz="7200" b="1" dirty="0">
                <a:solidFill>
                  <a:srgbClr val="FF0000"/>
                </a:solidFill>
              </a:rPr>
              <a:t>surpass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E8B776E-8417-7C06-AF78-A924F6EACEB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86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4AEF3-D79F-D9CD-D29B-E007E6F1F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1210B2-D1DE-08CC-3296-B326EC3B6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Gnicie/Rozkład (organiczny)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57839D1-838E-3C5E-FC76-F015A68845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33957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Decay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39BD080-9C9B-EF88-F28D-462E56FF4C1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044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4AEF3-D79F-D9CD-D29B-E007E6F1F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1210B2-D1DE-08CC-3296-B326EC3B6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Nierozłączna część (czegoś)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57839D1-838E-3C5E-FC76-F015A68845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33957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Part and parcel</a:t>
            </a:r>
            <a:r>
              <a:rPr lang="pl-PL" sz="7200" b="1" dirty="0">
                <a:solidFill>
                  <a:srgbClr val="FF0000"/>
                </a:solidFill>
              </a:rPr>
              <a:t> of</a:t>
            </a:r>
            <a:r>
              <a:rPr lang="en-GB" sz="7200" b="1" dirty="0">
                <a:solidFill>
                  <a:srgbClr val="FF0000"/>
                </a:solidFill>
              </a:rPr>
              <a:t> something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520A356-EBC9-9A3E-3C86-F1918432B4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384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8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4AEF3-D79F-D9CD-D29B-E007E6F1F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1210B2-D1DE-08CC-3296-B326EC3B6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Wyczerpać się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57839D1-838E-3C5E-FC76-F015A68845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33957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deplete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9F08393-A2DF-7B4E-B2F0-18EF37E6CE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412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4AEF3-D79F-D9CD-D29B-E007E6F1F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1210B2-D1DE-08CC-3296-B326EC3B6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Wiarygodny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57839D1-838E-3C5E-FC76-F015A68845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33957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Plausible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16BD468-57B9-DE36-111D-505EC833A4D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402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6120</TotalTime>
  <Words>150</Words>
  <Application>Microsoft Office PowerPoint</Application>
  <PresentationFormat>Panoramiczny</PresentationFormat>
  <Paragraphs>63</Paragraphs>
  <Slides>32</Slides>
  <Notes>0</Notes>
  <HiddenSlides>0</HiddenSlides>
  <MMClips>31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Motyw pakietu Office</vt:lpstr>
      <vt:lpstr>Klasa 2 LO Science and research  </vt:lpstr>
      <vt:lpstr>Przeprowadzić</vt:lpstr>
      <vt:lpstr>Wierzchołek góry lodowej</vt:lpstr>
      <vt:lpstr>Zasadniczy</vt:lpstr>
      <vt:lpstr>Niekorzystny</vt:lpstr>
      <vt:lpstr>Bursztyn</vt:lpstr>
      <vt:lpstr>Żywica</vt:lpstr>
      <vt:lpstr>Hodować</vt:lpstr>
      <vt:lpstr>Współczesny</vt:lpstr>
      <vt:lpstr>Niechętny</vt:lpstr>
      <vt:lpstr>Przeciwny (do czegoś)</vt:lpstr>
      <vt:lpstr>Własny interes</vt:lpstr>
      <vt:lpstr>Oceniać/Szacować</vt:lpstr>
      <vt:lpstr>Zwodniczy/Złudny</vt:lpstr>
      <vt:lpstr>Przerzucić się z czegoś na coś</vt:lpstr>
      <vt:lpstr>Włożyć</vt:lpstr>
      <vt:lpstr>Procedura</vt:lpstr>
      <vt:lpstr>Opracować</vt:lpstr>
      <vt:lpstr>Zapoczątkować</vt:lpstr>
      <vt:lpstr>Dlaczego, u licha</vt:lpstr>
      <vt:lpstr>Co, u licha</vt:lpstr>
      <vt:lpstr>Gdzie, u licha</vt:lpstr>
      <vt:lpstr>Zmieniać pomiędzy (np. opcjami)</vt:lpstr>
      <vt:lpstr>Przesiąknięty czymś</vt:lpstr>
      <vt:lpstr>Znaczenie</vt:lpstr>
      <vt:lpstr>Na przykład</vt:lpstr>
      <vt:lpstr>Niepokój</vt:lpstr>
      <vt:lpstr>Przewyższać</vt:lpstr>
      <vt:lpstr>Gnicie/Rozkład (organiczny)</vt:lpstr>
      <vt:lpstr>Nierozłączna część (czegoś)</vt:lpstr>
      <vt:lpstr>Wyczerpać się</vt:lpstr>
      <vt:lpstr>Wiarygodny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Tomasz Krakowiak</dc:creator>
  <cp:lastModifiedBy>Wojtek Krakowiak</cp:lastModifiedBy>
  <cp:revision>1191</cp:revision>
  <dcterms:created xsi:type="dcterms:W3CDTF">2018-09-30T05:35:06Z</dcterms:created>
  <dcterms:modified xsi:type="dcterms:W3CDTF">2025-08-25T12:10:06Z</dcterms:modified>
</cp:coreProperties>
</file>