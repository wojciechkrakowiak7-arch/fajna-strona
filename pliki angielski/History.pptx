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0" r:id="rId10"/>
    <p:sldId id="1501" r:id="rId11"/>
    <p:sldId id="1502" r:id="rId12"/>
    <p:sldId id="1503" r:id="rId13"/>
    <p:sldId id="1506" r:id="rId14"/>
    <p:sldId id="1504" r:id="rId15"/>
    <p:sldId id="1505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17" r:id="rId2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E0EA3-F49C-4D2D-B63B-C3BBB8E78A8D}" v="499" dt="2025-07-23T20:15:57.530"/>
    <p1510:client id="{6416905A-A90E-40C9-AED6-A789060E98ED}" v="102" dt="2025-07-23T20:42:01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modSld">
      <pc:chgData name="Wojciech Krakowiak" userId="86718142a3635522" providerId="LiveId" clId="{26BA3A9B-B69E-46E9-B3AD-45EBD15A9BA9}" dt="2025-07-08T22:16:32.178" v="231"/>
      <pc:docMkLst>
        <pc:docMk/>
      </pc:docMkLst>
      <pc:sldChg chg="addSp modSp mod modAnim">
        <pc:chgData name="Wojciech Krakowiak" userId="86718142a3635522" providerId="LiveId" clId="{26BA3A9B-B69E-46E9-B3AD-45EBD15A9BA9}" dt="2025-07-08T21:23:55.376" v="15"/>
        <pc:sldMkLst>
          <pc:docMk/>
          <pc:sldMk cId="43237198" sldId="1497"/>
        </pc:sldMkLst>
      </pc:sldChg>
      <pc:sldChg chg="addSp delSp modSp add mod delAnim modAnim">
        <pc:chgData name="Wojciech Krakowiak" userId="86718142a3635522" providerId="LiveId" clId="{26BA3A9B-B69E-46E9-B3AD-45EBD15A9BA9}" dt="2025-07-08T21:25:50.749" v="41"/>
        <pc:sldMkLst>
          <pc:docMk/>
          <pc:sldMk cId="3006842627" sldId="1498"/>
        </pc:sldMkLst>
      </pc:sldChg>
      <pc:sldChg chg="addSp delSp modSp add mod delAnim modAnim">
        <pc:chgData name="Wojciech Krakowiak" userId="86718142a3635522" providerId="LiveId" clId="{26BA3A9B-B69E-46E9-B3AD-45EBD15A9BA9}" dt="2025-07-08T21:43:37.082" v="7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7-08T21:52:59.176" v="109" actId="2057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7-08T22:03:54.124" v="151" actId="20577"/>
        <pc:sldMkLst>
          <pc:docMk/>
          <pc:sldMk cId="4125144861" sldId="1501"/>
        </pc:sldMkLst>
      </pc:sldChg>
      <pc:sldChg chg="addSp delSp modSp add mod delAnim modAnim">
        <pc:chgData name="Wojciech Krakowiak" userId="86718142a3635522" providerId="LiveId" clId="{26BA3A9B-B69E-46E9-B3AD-45EBD15A9BA9}" dt="2025-07-08T22:05:34.241" v="187" actId="2057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7-08T22:16:32.178" v="231"/>
        <pc:sldMkLst>
          <pc:docMk/>
          <pc:sldMk cId="4252460294" sldId="1503"/>
        </pc:sldMkLst>
      </pc:sldChg>
    </pc:docChg>
  </pc:docChgLst>
  <pc:docChgLst>
    <pc:chgData name="Wojtek Krakowiak" userId="f72a0bb3b8a70e05" providerId="LiveId" clId="{6416905A-A90E-40C9-AED6-A789060E98ED}"/>
    <pc:docChg chg="custSel addSld modSld">
      <pc:chgData name="Wojtek Krakowiak" userId="f72a0bb3b8a70e05" providerId="LiveId" clId="{6416905A-A90E-40C9-AED6-A789060E98ED}" dt="2025-07-23T20:42:01.273" v="211"/>
      <pc:docMkLst>
        <pc:docMk/>
      </pc:docMkLst>
      <pc:sldChg chg="addSp delSp modSp add mod delAnim modAnim">
        <pc:chgData name="Wojtek Krakowiak" userId="f72a0bb3b8a70e05" providerId="LiveId" clId="{6416905A-A90E-40C9-AED6-A789060E98ED}" dt="2025-07-23T20:20:40.603" v="34"/>
        <pc:sldMkLst>
          <pc:docMk/>
          <pc:sldMk cId="108783842" sldId="1511"/>
        </pc:sldMkLst>
        <pc:spChg chg="mod">
          <ac:chgData name="Wojtek Krakowiak" userId="f72a0bb3b8a70e05" providerId="LiveId" clId="{6416905A-A90E-40C9-AED6-A789060E98ED}" dt="2025-07-23T20:20:16.581" v="31" actId="20577"/>
          <ac:spMkLst>
            <pc:docMk/>
            <pc:sldMk cId="108783842" sldId="1511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19:51.128" v="13" actId="20577"/>
          <ac:spMkLst>
            <pc:docMk/>
            <pc:sldMk cId="108783842" sldId="1511"/>
            <ac:spMk id="3" creationId="{91B146E2-2E86-CB05-1342-D9CC281F21E3}"/>
          </ac:spMkLst>
        </pc:spChg>
        <pc:picChg chg="del">
          <ac:chgData name="Wojtek Krakowiak" userId="f72a0bb3b8a70e05" providerId="LiveId" clId="{6416905A-A90E-40C9-AED6-A789060E98ED}" dt="2025-07-23T20:19:41.130" v="2" actId="478"/>
          <ac:picMkLst>
            <pc:docMk/>
            <pc:sldMk cId="108783842" sldId="1511"/>
            <ac:picMk id="4" creationId="{F2A64E24-3FBE-F34B-9F92-D2B7BBA52287}"/>
          </ac:picMkLst>
        </pc:picChg>
        <pc:picChg chg="add mod">
          <ac:chgData name="Wojtek Krakowiak" userId="f72a0bb3b8a70e05" providerId="LiveId" clId="{6416905A-A90E-40C9-AED6-A789060E98ED}" dt="2025-07-23T20:20:38.986" v="32"/>
          <ac:picMkLst>
            <pc:docMk/>
            <pc:sldMk cId="108783842" sldId="1511"/>
            <ac:picMk id="5" creationId="{D87CB87E-C322-BC48-C7EF-AB6860931CEB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26:22.783" v="61"/>
        <pc:sldMkLst>
          <pc:docMk/>
          <pc:sldMk cId="51059521" sldId="1512"/>
        </pc:sldMkLst>
        <pc:spChg chg="mod">
          <ac:chgData name="Wojtek Krakowiak" userId="f72a0bb3b8a70e05" providerId="LiveId" clId="{6416905A-A90E-40C9-AED6-A789060E98ED}" dt="2025-07-23T20:25:49.256" v="48" actId="20577"/>
          <ac:spMkLst>
            <pc:docMk/>
            <pc:sldMk cId="51059521" sldId="1512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25:57.196" v="58" actId="20577"/>
          <ac:spMkLst>
            <pc:docMk/>
            <pc:sldMk cId="51059521" sldId="1512"/>
            <ac:spMk id="3" creationId="{91B146E2-2E86-CB05-1342-D9CC281F21E3}"/>
          </ac:spMkLst>
        </pc:spChg>
        <pc:picChg chg="add mod">
          <ac:chgData name="Wojtek Krakowiak" userId="f72a0bb3b8a70e05" providerId="LiveId" clId="{6416905A-A90E-40C9-AED6-A789060E98ED}" dt="2025-07-23T20:26:21.380" v="59"/>
          <ac:picMkLst>
            <pc:docMk/>
            <pc:sldMk cId="51059521" sldId="1512"/>
            <ac:picMk id="4" creationId="{0FC03895-0F93-ADAC-980E-4E5DC697CF4C}"/>
          </ac:picMkLst>
        </pc:picChg>
        <pc:picChg chg="del">
          <ac:chgData name="Wojtek Krakowiak" userId="f72a0bb3b8a70e05" providerId="LiveId" clId="{6416905A-A90E-40C9-AED6-A789060E98ED}" dt="2025-07-23T20:25:34.483" v="37" actId="478"/>
          <ac:picMkLst>
            <pc:docMk/>
            <pc:sldMk cId="51059521" sldId="1512"/>
            <ac:picMk id="5" creationId="{D87CB87E-C322-BC48-C7EF-AB6860931CEB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28:01.716" v="83"/>
        <pc:sldMkLst>
          <pc:docMk/>
          <pc:sldMk cId="1504542961" sldId="1513"/>
        </pc:sldMkLst>
        <pc:spChg chg="mod">
          <ac:chgData name="Wojtek Krakowiak" userId="f72a0bb3b8a70e05" providerId="LiveId" clId="{6416905A-A90E-40C9-AED6-A789060E98ED}" dt="2025-07-23T20:27:21.308" v="80" actId="20577"/>
          <ac:spMkLst>
            <pc:docMk/>
            <pc:sldMk cId="1504542961" sldId="1513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27:14.715" v="74" actId="20577"/>
          <ac:spMkLst>
            <pc:docMk/>
            <pc:sldMk cId="1504542961" sldId="1513"/>
            <ac:spMk id="3" creationId="{91B146E2-2E86-CB05-1342-D9CC281F21E3}"/>
          </ac:spMkLst>
        </pc:spChg>
        <pc:picChg chg="del">
          <ac:chgData name="Wojtek Krakowiak" userId="f72a0bb3b8a70e05" providerId="LiveId" clId="{6416905A-A90E-40C9-AED6-A789060E98ED}" dt="2025-07-23T20:26:36.204" v="65" actId="478"/>
          <ac:picMkLst>
            <pc:docMk/>
            <pc:sldMk cId="1504542961" sldId="1513"/>
            <ac:picMk id="4" creationId="{0FC03895-0F93-ADAC-980E-4E5DC697CF4C}"/>
          </ac:picMkLst>
        </pc:picChg>
        <pc:picChg chg="add mod">
          <ac:chgData name="Wojtek Krakowiak" userId="f72a0bb3b8a70e05" providerId="LiveId" clId="{6416905A-A90E-40C9-AED6-A789060E98ED}" dt="2025-07-23T20:28:00.160" v="81"/>
          <ac:picMkLst>
            <pc:docMk/>
            <pc:sldMk cId="1504542961" sldId="1513"/>
            <ac:picMk id="5" creationId="{C80BC49F-902A-3EE9-361C-E687159F7FBA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28:45.363" v="103"/>
        <pc:sldMkLst>
          <pc:docMk/>
          <pc:sldMk cId="2282325116" sldId="1514"/>
        </pc:sldMkLst>
        <pc:spChg chg="mod">
          <ac:chgData name="Wojtek Krakowiak" userId="f72a0bb3b8a70e05" providerId="LiveId" clId="{6416905A-A90E-40C9-AED6-A789060E98ED}" dt="2025-07-23T20:28:14.136" v="94" actId="20577"/>
          <ac:spMkLst>
            <pc:docMk/>
            <pc:sldMk cId="2282325116" sldId="1514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28:23.195" v="100" actId="20577"/>
          <ac:spMkLst>
            <pc:docMk/>
            <pc:sldMk cId="2282325116" sldId="1514"/>
            <ac:spMk id="3" creationId="{91B146E2-2E86-CB05-1342-D9CC281F21E3}"/>
          </ac:spMkLst>
        </pc:spChg>
        <pc:picChg chg="add mod">
          <ac:chgData name="Wojtek Krakowiak" userId="f72a0bb3b8a70e05" providerId="LiveId" clId="{6416905A-A90E-40C9-AED6-A789060E98ED}" dt="2025-07-23T20:28:43.733" v="101"/>
          <ac:picMkLst>
            <pc:docMk/>
            <pc:sldMk cId="2282325116" sldId="1514"/>
            <ac:picMk id="4" creationId="{1F4118B4-AD3D-618A-6DDB-DF34D137CA48}"/>
          </ac:picMkLst>
        </pc:picChg>
        <pc:picChg chg="del">
          <ac:chgData name="Wojtek Krakowiak" userId="f72a0bb3b8a70e05" providerId="LiveId" clId="{6416905A-A90E-40C9-AED6-A789060E98ED}" dt="2025-07-23T20:28:08.836" v="86" actId="478"/>
          <ac:picMkLst>
            <pc:docMk/>
            <pc:sldMk cId="2282325116" sldId="1514"/>
            <ac:picMk id="5" creationId="{C80BC49F-902A-3EE9-361C-E687159F7FBA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30:09.313" v="136"/>
        <pc:sldMkLst>
          <pc:docMk/>
          <pc:sldMk cId="4095900958" sldId="1515"/>
        </pc:sldMkLst>
        <pc:spChg chg="mod">
          <ac:chgData name="Wojtek Krakowiak" userId="f72a0bb3b8a70e05" providerId="LiveId" clId="{6416905A-A90E-40C9-AED6-A789060E98ED}" dt="2025-07-23T20:29:41.424" v="133" actId="20577"/>
          <ac:spMkLst>
            <pc:docMk/>
            <pc:sldMk cId="4095900958" sldId="1515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29:29.800" v="117" actId="20577"/>
          <ac:spMkLst>
            <pc:docMk/>
            <pc:sldMk cId="4095900958" sldId="1515"/>
            <ac:spMk id="3" creationId="{91B146E2-2E86-CB05-1342-D9CC281F21E3}"/>
          </ac:spMkLst>
        </pc:spChg>
        <pc:picChg chg="del">
          <ac:chgData name="Wojtek Krakowiak" userId="f72a0bb3b8a70e05" providerId="LiveId" clId="{6416905A-A90E-40C9-AED6-A789060E98ED}" dt="2025-07-23T20:29:24.027" v="106" actId="478"/>
          <ac:picMkLst>
            <pc:docMk/>
            <pc:sldMk cId="4095900958" sldId="1515"/>
            <ac:picMk id="4" creationId="{1F4118B4-AD3D-618A-6DDB-DF34D137CA48}"/>
          </ac:picMkLst>
        </pc:picChg>
        <pc:picChg chg="add mod">
          <ac:chgData name="Wojtek Krakowiak" userId="f72a0bb3b8a70e05" providerId="LiveId" clId="{6416905A-A90E-40C9-AED6-A789060E98ED}" dt="2025-07-23T20:30:07.813" v="134"/>
          <ac:picMkLst>
            <pc:docMk/>
            <pc:sldMk cId="4095900958" sldId="1515"/>
            <ac:picMk id="5" creationId="{63436597-DF30-8C8F-2B15-EAEB16390B27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36:49.686" v="155"/>
        <pc:sldMkLst>
          <pc:docMk/>
          <pc:sldMk cId="4083787678" sldId="1516"/>
        </pc:sldMkLst>
        <pc:spChg chg="mod">
          <ac:chgData name="Wojtek Krakowiak" userId="f72a0bb3b8a70e05" providerId="LiveId" clId="{6416905A-A90E-40C9-AED6-A789060E98ED}" dt="2025-07-23T20:36:23.236" v="147" actId="20577"/>
          <ac:spMkLst>
            <pc:docMk/>
            <pc:sldMk cId="4083787678" sldId="1516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36:28.950" v="152" actId="20577"/>
          <ac:spMkLst>
            <pc:docMk/>
            <pc:sldMk cId="4083787678" sldId="1516"/>
            <ac:spMk id="3" creationId="{91B146E2-2E86-CB05-1342-D9CC281F21E3}"/>
          </ac:spMkLst>
        </pc:spChg>
        <pc:picChg chg="add mod">
          <ac:chgData name="Wojtek Krakowiak" userId="f72a0bb3b8a70e05" providerId="LiveId" clId="{6416905A-A90E-40C9-AED6-A789060E98ED}" dt="2025-07-23T20:36:48.126" v="153"/>
          <ac:picMkLst>
            <pc:docMk/>
            <pc:sldMk cId="4083787678" sldId="1516"/>
            <ac:picMk id="4" creationId="{FAFFD5BF-1F7D-D4FD-4F27-CE7C442FFB1D}"/>
          </ac:picMkLst>
        </pc:picChg>
        <pc:picChg chg="del">
          <ac:chgData name="Wojtek Krakowiak" userId="f72a0bb3b8a70e05" providerId="LiveId" clId="{6416905A-A90E-40C9-AED6-A789060E98ED}" dt="2025-07-23T20:36:11.079" v="139" actId="478"/>
          <ac:picMkLst>
            <pc:docMk/>
            <pc:sldMk cId="4083787678" sldId="1516"/>
            <ac:picMk id="5" creationId="{63436597-DF30-8C8F-2B15-EAEB16390B27}"/>
          </ac:picMkLst>
        </pc:picChg>
      </pc:sldChg>
      <pc:sldChg chg="addSp delSp modSp add mod delAnim modAnim">
        <pc:chgData name="Wojtek Krakowiak" userId="f72a0bb3b8a70e05" providerId="LiveId" clId="{6416905A-A90E-40C9-AED6-A789060E98ED}" dt="2025-07-23T20:42:01.273" v="211"/>
        <pc:sldMkLst>
          <pc:docMk/>
          <pc:sldMk cId="2437994436" sldId="1517"/>
        </pc:sldMkLst>
        <pc:spChg chg="mod">
          <ac:chgData name="Wojtek Krakowiak" userId="f72a0bb3b8a70e05" providerId="LiveId" clId="{6416905A-A90E-40C9-AED6-A789060E98ED}" dt="2025-07-23T20:41:47.397" v="208" actId="20577"/>
          <ac:spMkLst>
            <pc:docMk/>
            <pc:sldMk cId="2437994436" sldId="1517"/>
            <ac:spMk id="2" creationId="{DA6CA607-A6B7-36CB-433E-51327599FC2B}"/>
          </ac:spMkLst>
        </pc:spChg>
        <pc:spChg chg="mod">
          <ac:chgData name="Wojtek Krakowiak" userId="f72a0bb3b8a70e05" providerId="LiveId" clId="{6416905A-A90E-40C9-AED6-A789060E98ED}" dt="2025-07-23T20:40:52.004" v="177" actId="20577"/>
          <ac:spMkLst>
            <pc:docMk/>
            <pc:sldMk cId="2437994436" sldId="1517"/>
            <ac:spMk id="3" creationId="{91B146E2-2E86-CB05-1342-D9CC281F21E3}"/>
          </ac:spMkLst>
        </pc:spChg>
        <pc:picChg chg="del">
          <ac:chgData name="Wojtek Krakowiak" userId="f72a0bb3b8a70e05" providerId="LiveId" clId="{6416905A-A90E-40C9-AED6-A789060E98ED}" dt="2025-07-23T20:40:39.962" v="158" actId="478"/>
          <ac:picMkLst>
            <pc:docMk/>
            <pc:sldMk cId="2437994436" sldId="1517"/>
            <ac:picMk id="4" creationId="{FAFFD5BF-1F7D-D4FD-4F27-CE7C442FFB1D}"/>
          </ac:picMkLst>
        </pc:picChg>
        <pc:picChg chg="add mod">
          <ac:chgData name="Wojtek Krakowiak" userId="f72a0bb3b8a70e05" providerId="LiveId" clId="{6416905A-A90E-40C9-AED6-A789060E98ED}" dt="2025-07-23T20:42:00.015" v="209"/>
          <ac:picMkLst>
            <pc:docMk/>
            <pc:sldMk cId="2437994436" sldId="1517"/>
            <ac:picMk id="5" creationId="{3CF24A40-D92E-65F0-991D-F9D3A82163F6}"/>
          </ac:picMkLst>
        </pc:picChg>
      </pc:sldChg>
    </pc:docChg>
  </pc:docChgLst>
  <pc:docChgLst>
    <pc:chgData name="Wojtek Krakowiak" userId="f72a0bb3b8a70e05" providerId="LiveId" clId="{174E0EA3-F49C-4D2D-B63B-C3BBB8E78A8D}"/>
    <pc:docChg chg="custSel addSld delSld modSld">
      <pc:chgData name="Wojtek Krakowiak" userId="f72a0bb3b8a70e05" providerId="LiveId" clId="{174E0EA3-F49C-4D2D-B63B-C3BBB8E78A8D}" dt="2025-07-23T20:16:20.372" v="940" actId="20577"/>
      <pc:docMkLst>
        <pc:docMk/>
      </pc:docMkLst>
      <pc:sldChg chg="modSp mod">
        <pc:chgData name="Wojtek Krakowiak" userId="f72a0bb3b8a70e05" providerId="LiveId" clId="{174E0EA3-F49C-4D2D-B63B-C3BBB8E78A8D}" dt="2025-07-23T15:49:08.142" v="7" actId="20577"/>
        <pc:sldMkLst>
          <pc:docMk/>
          <pc:sldMk cId="1582655019" sldId="1193"/>
        </pc:sldMkLst>
        <pc:spChg chg="mod">
          <ac:chgData name="Wojtek Krakowiak" userId="f72a0bb3b8a70e05" providerId="LiveId" clId="{174E0EA3-F49C-4D2D-B63B-C3BBB8E78A8D}" dt="2025-07-23T15:49:08.142" v="7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tek Krakowiak" userId="f72a0bb3b8a70e05" providerId="LiveId" clId="{174E0EA3-F49C-4D2D-B63B-C3BBB8E78A8D}" dt="2025-07-23T16:08:50.770" v="70"/>
        <pc:sldMkLst>
          <pc:docMk/>
          <pc:sldMk cId="3351162817" sldId="1493"/>
        </pc:sldMkLst>
        <pc:spChg chg="mod">
          <ac:chgData name="Wojtek Krakowiak" userId="f72a0bb3b8a70e05" providerId="LiveId" clId="{174E0EA3-F49C-4D2D-B63B-C3BBB8E78A8D}" dt="2025-07-23T16:08:26.013" v="67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6:08:05.170" v="44" actId="27636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tek Krakowiak" userId="f72a0bb3b8a70e05" providerId="LiveId" clId="{174E0EA3-F49C-4D2D-B63B-C3BBB8E78A8D}" dt="2025-07-23T16:08:48.930" v="68"/>
          <ac:picMkLst>
            <pc:docMk/>
            <pc:sldMk cId="3351162817" sldId="1493"/>
            <ac:picMk id="4" creationId="{7A305515-D402-BF51-F2A3-E0E882EA7B8A}"/>
          </ac:picMkLst>
        </pc:picChg>
        <pc:picChg chg="del">
          <ac:chgData name="Wojtek Krakowiak" userId="f72a0bb3b8a70e05" providerId="LiveId" clId="{174E0EA3-F49C-4D2D-B63B-C3BBB8E78A8D}" dt="2025-07-23T15:49:21.219" v="10" actId="478"/>
          <ac:picMkLst>
            <pc:docMk/>
            <pc:sldMk cId="3351162817" sldId="1493"/>
            <ac:picMk id="5" creationId="{F7F9DA8B-EB29-0AC1-8004-24DBF309E57C}"/>
          </ac:picMkLst>
        </pc:picChg>
      </pc:sldChg>
      <pc:sldChg chg="addSp delSp modSp add mod delAnim modAnim">
        <pc:chgData name="Wojtek Krakowiak" userId="f72a0bb3b8a70e05" providerId="LiveId" clId="{174E0EA3-F49C-4D2D-B63B-C3BBB8E78A8D}" dt="2025-07-23T16:10:54.262" v="138"/>
        <pc:sldMkLst>
          <pc:docMk/>
          <pc:sldMk cId="2425952021" sldId="1494"/>
        </pc:sldMkLst>
        <pc:spChg chg="mod">
          <ac:chgData name="Wojtek Krakowiak" userId="f72a0bb3b8a70e05" providerId="LiveId" clId="{174E0EA3-F49C-4D2D-B63B-C3BBB8E78A8D}" dt="2025-07-23T16:10:06.035" v="94" actId="20577"/>
          <ac:spMkLst>
            <pc:docMk/>
            <pc:sldMk cId="2425952021" sldId="1494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6:10:33.429" v="135" actId="313"/>
          <ac:spMkLst>
            <pc:docMk/>
            <pc:sldMk cId="2425952021" sldId="1494"/>
            <ac:spMk id="3" creationId="{39415443-7D6F-4D36-AAC8-D8D539C108C7}"/>
          </ac:spMkLst>
        </pc:spChg>
        <pc:picChg chg="del">
          <ac:chgData name="Wojtek Krakowiak" userId="f72a0bb3b8a70e05" providerId="LiveId" clId="{174E0EA3-F49C-4D2D-B63B-C3BBB8E78A8D}" dt="2025-07-23T16:09:35.112" v="73" actId="478"/>
          <ac:picMkLst>
            <pc:docMk/>
            <pc:sldMk cId="2425952021" sldId="1494"/>
            <ac:picMk id="4" creationId="{7A305515-D402-BF51-F2A3-E0E882EA7B8A}"/>
          </ac:picMkLst>
        </pc:picChg>
        <pc:picChg chg="add mod">
          <ac:chgData name="Wojtek Krakowiak" userId="f72a0bb3b8a70e05" providerId="LiveId" clId="{174E0EA3-F49C-4D2D-B63B-C3BBB8E78A8D}" dt="2025-07-23T16:10:52.847" v="136"/>
          <ac:picMkLst>
            <pc:docMk/>
            <pc:sldMk cId="2425952021" sldId="1494"/>
            <ac:picMk id="5" creationId="{0983E772-DC82-ADD8-BE00-9E6748018582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826707428" sldId="1494"/>
        </pc:sldMkLst>
      </pc:sldChg>
      <pc:sldChg chg="addSp delSp modSp add mod delAnim modAnim">
        <pc:chgData name="Wojtek Krakowiak" userId="f72a0bb3b8a70e05" providerId="LiveId" clId="{174E0EA3-F49C-4D2D-B63B-C3BBB8E78A8D}" dt="2025-07-23T16:12:38.135" v="176"/>
        <pc:sldMkLst>
          <pc:docMk/>
          <pc:sldMk cId="1995733484" sldId="1495"/>
        </pc:sldMkLst>
        <pc:spChg chg="mod">
          <ac:chgData name="Wojtek Krakowiak" userId="f72a0bb3b8a70e05" providerId="LiveId" clId="{174E0EA3-F49C-4D2D-B63B-C3BBB8E78A8D}" dt="2025-07-23T16:12:06.455" v="173" actId="20577"/>
          <ac:spMkLst>
            <pc:docMk/>
            <pc:sldMk cId="1995733484" sldId="1495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6:11:57.404" v="156" actId="20577"/>
          <ac:spMkLst>
            <pc:docMk/>
            <pc:sldMk cId="1995733484" sldId="1495"/>
            <ac:spMk id="3" creationId="{39415443-7D6F-4D36-AAC8-D8D539C108C7}"/>
          </ac:spMkLst>
        </pc:spChg>
        <pc:picChg chg="add mod">
          <ac:chgData name="Wojtek Krakowiak" userId="f72a0bb3b8a70e05" providerId="LiveId" clId="{174E0EA3-F49C-4D2D-B63B-C3BBB8E78A8D}" dt="2025-07-23T16:12:36.701" v="174"/>
          <ac:picMkLst>
            <pc:docMk/>
            <pc:sldMk cId="1995733484" sldId="1495"/>
            <ac:picMk id="4" creationId="{D0798217-0148-CF7B-EA81-5EFD2E238407}"/>
          </ac:picMkLst>
        </pc:picChg>
        <pc:picChg chg="del">
          <ac:chgData name="Wojtek Krakowiak" userId="f72a0bb3b8a70e05" providerId="LiveId" clId="{174E0EA3-F49C-4D2D-B63B-C3BBB8E78A8D}" dt="2025-07-23T16:11:49.374" v="141" actId="478"/>
          <ac:picMkLst>
            <pc:docMk/>
            <pc:sldMk cId="1995733484" sldId="1495"/>
            <ac:picMk id="5" creationId="{0983E772-DC82-ADD8-BE00-9E6748018582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994839688" sldId="1495"/>
        </pc:sldMkLst>
      </pc:sldChg>
      <pc:sldChg chg="addSp delSp modSp add mod delAnim modAnim">
        <pc:chgData name="Wojtek Krakowiak" userId="f72a0bb3b8a70e05" providerId="LiveId" clId="{174E0EA3-F49C-4D2D-B63B-C3BBB8E78A8D}" dt="2025-07-23T16:29:36.025" v="213" actId="20577"/>
        <pc:sldMkLst>
          <pc:docMk/>
          <pc:sldMk cId="3136828079" sldId="1496"/>
        </pc:sldMkLst>
        <pc:spChg chg="mod">
          <ac:chgData name="Wojtek Krakowiak" userId="f72a0bb3b8a70e05" providerId="LiveId" clId="{174E0EA3-F49C-4D2D-B63B-C3BBB8E78A8D}" dt="2025-07-23T16:29:36.025" v="213" actId="20577"/>
          <ac:spMkLst>
            <pc:docMk/>
            <pc:sldMk cId="3136828079" sldId="1496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6:27:24.558" v="194" actId="20577"/>
          <ac:spMkLst>
            <pc:docMk/>
            <pc:sldMk cId="3136828079" sldId="1496"/>
            <ac:spMk id="3" creationId="{39415443-7D6F-4D36-AAC8-D8D539C108C7}"/>
          </ac:spMkLst>
        </pc:spChg>
        <pc:picChg chg="del">
          <ac:chgData name="Wojtek Krakowiak" userId="f72a0bb3b8a70e05" providerId="LiveId" clId="{174E0EA3-F49C-4D2D-B63B-C3BBB8E78A8D}" dt="2025-07-23T16:26:27.116" v="179" actId="478"/>
          <ac:picMkLst>
            <pc:docMk/>
            <pc:sldMk cId="3136828079" sldId="1496"/>
            <ac:picMk id="4" creationId="{D0798217-0148-CF7B-EA81-5EFD2E238407}"/>
          </ac:picMkLst>
        </pc:picChg>
        <pc:picChg chg="add mod">
          <ac:chgData name="Wojtek Krakowiak" userId="f72a0bb3b8a70e05" providerId="LiveId" clId="{174E0EA3-F49C-4D2D-B63B-C3BBB8E78A8D}" dt="2025-07-23T16:27:55.701" v="195"/>
          <ac:picMkLst>
            <pc:docMk/>
            <pc:sldMk cId="3136828079" sldId="1496"/>
            <ac:picMk id="5" creationId="{730F48D6-8130-B797-FC5A-59B688BF5419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768027299" sldId="1496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43237198" sldId="1497"/>
        </pc:sldMkLst>
      </pc:sldChg>
      <pc:sldChg chg="addSp delSp modSp add mod delAnim modAnim">
        <pc:chgData name="Wojtek Krakowiak" userId="f72a0bb3b8a70e05" providerId="LiveId" clId="{174E0EA3-F49C-4D2D-B63B-C3BBB8E78A8D}" dt="2025-07-23T16:33:21.684" v="247" actId="20577"/>
        <pc:sldMkLst>
          <pc:docMk/>
          <pc:sldMk cId="2998733633" sldId="1497"/>
        </pc:sldMkLst>
        <pc:spChg chg="mod">
          <ac:chgData name="Wojtek Krakowiak" userId="f72a0bb3b8a70e05" providerId="LiveId" clId="{174E0EA3-F49C-4D2D-B63B-C3BBB8E78A8D}" dt="2025-07-23T16:33:21.684" v="247" actId="20577"/>
          <ac:spMkLst>
            <pc:docMk/>
            <pc:sldMk cId="2998733633" sldId="1497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6:32:13.783" v="236" actId="20577"/>
          <ac:spMkLst>
            <pc:docMk/>
            <pc:sldMk cId="2998733633" sldId="1497"/>
            <ac:spMk id="3" creationId="{39415443-7D6F-4D36-AAC8-D8D539C108C7}"/>
          </ac:spMkLst>
        </pc:spChg>
        <pc:picChg chg="add mod">
          <ac:chgData name="Wojtek Krakowiak" userId="f72a0bb3b8a70e05" providerId="LiveId" clId="{174E0EA3-F49C-4D2D-B63B-C3BBB8E78A8D}" dt="2025-07-23T16:32:42.209" v="237"/>
          <ac:picMkLst>
            <pc:docMk/>
            <pc:sldMk cId="2998733633" sldId="1497"/>
            <ac:picMk id="4" creationId="{EF6F540F-D171-21DE-4BE5-D21A63405A6A}"/>
          </ac:picMkLst>
        </pc:picChg>
        <pc:picChg chg="del">
          <ac:chgData name="Wojtek Krakowiak" userId="f72a0bb3b8a70e05" providerId="LiveId" clId="{174E0EA3-F49C-4D2D-B63B-C3BBB8E78A8D}" dt="2025-07-23T16:31:55.972" v="216" actId="478"/>
          <ac:picMkLst>
            <pc:docMk/>
            <pc:sldMk cId="2998733633" sldId="1497"/>
            <ac:picMk id="5" creationId="{730F48D6-8130-B797-FC5A-59B688BF5419}"/>
          </ac:picMkLst>
        </pc:picChg>
      </pc:sldChg>
      <pc:sldChg chg="addSp delSp modSp add mod delAnim modAnim">
        <pc:chgData name="Wojtek Krakowiak" userId="f72a0bb3b8a70e05" providerId="LiveId" clId="{174E0EA3-F49C-4D2D-B63B-C3BBB8E78A8D}" dt="2025-07-23T17:50:17.273" v="428"/>
        <pc:sldMkLst>
          <pc:docMk/>
          <pc:sldMk cId="794200965" sldId="1498"/>
        </pc:sldMkLst>
        <pc:spChg chg="mod">
          <ac:chgData name="Wojtek Krakowiak" userId="f72a0bb3b8a70e05" providerId="LiveId" clId="{174E0EA3-F49C-4D2D-B63B-C3BBB8E78A8D}" dt="2025-07-23T17:49:50.606" v="425" actId="20577"/>
          <ac:spMkLst>
            <pc:docMk/>
            <pc:sldMk cId="794200965" sldId="1498"/>
            <ac:spMk id="2" creationId="{D0CF59C9-6B33-4CB8-855B-43D2F5A16BB8}"/>
          </ac:spMkLst>
        </pc:spChg>
        <pc:spChg chg="mod">
          <ac:chgData name="Wojtek Krakowiak" userId="f72a0bb3b8a70e05" providerId="LiveId" clId="{174E0EA3-F49C-4D2D-B63B-C3BBB8E78A8D}" dt="2025-07-23T17:42:27.085" v="288" actId="313"/>
          <ac:spMkLst>
            <pc:docMk/>
            <pc:sldMk cId="794200965" sldId="1498"/>
            <ac:spMk id="3" creationId="{39415443-7D6F-4D36-AAC8-D8D539C108C7}"/>
          </ac:spMkLst>
        </pc:spChg>
        <pc:picChg chg="del">
          <ac:chgData name="Wojtek Krakowiak" userId="f72a0bb3b8a70e05" providerId="LiveId" clId="{174E0EA3-F49C-4D2D-B63B-C3BBB8E78A8D}" dt="2025-07-23T16:33:26.926" v="250" actId="478"/>
          <ac:picMkLst>
            <pc:docMk/>
            <pc:sldMk cId="794200965" sldId="1498"/>
            <ac:picMk id="4" creationId="{EF6F540F-D171-21DE-4BE5-D21A63405A6A}"/>
          </ac:picMkLst>
        </pc:picChg>
        <pc:picChg chg="add mod">
          <ac:chgData name="Wojtek Krakowiak" userId="f72a0bb3b8a70e05" providerId="LiveId" clId="{174E0EA3-F49C-4D2D-B63B-C3BBB8E78A8D}" dt="2025-07-23T17:50:15.853" v="426"/>
          <ac:picMkLst>
            <pc:docMk/>
            <pc:sldMk cId="794200965" sldId="1498"/>
            <ac:picMk id="5" creationId="{E501E61B-2EEE-1281-8A02-764C990855DA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006842627" sldId="1498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361599004" sldId="1499"/>
        </pc:sldMkLst>
      </pc:sldChg>
      <pc:sldChg chg="addSp modSp add mod modAnim">
        <pc:chgData name="Wojtek Krakowiak" userId="f72a0bb3b8a70e05" providerId="LiveId" clId="{174E0EA3-F49C-4D2D-B63B-C3BBB8E78A8D}" dt="2025-07-23T17:46:39.968" v="404"/>
        <pc:sldMkLst>
          <pc:docMk/>
          <pc:sldMk cId="3168164375" sldId="1499"/>
        </pc:sldMkLst>
        <pc:spChg chg="mod">
          <ac:chgData name="Wojtek Krakowiak" userId="f72a0bb3b8a70e05" providerId="LiveId" clId="{174E0EA3-F49C-4D2D-B63B-C3BBB8E78A8D}" dt="2025-07-23T17:46:10.720" v="401" actId="20577"/>
          <ac:spMkLst>
            <pc:docMk/>
            <pc:sldMk cId="3168164375" sldId="1499"/>
            <ac:spMk id="2" creationId="{9E132EDB-9FB2-42F5-3840-95D55FA355F4}"/>
          </ac:spMkLst>
        </pc:spChg>
        <pc:spChg chg="mod">
          <ac:chgData name="Wojtek Krakowiak" userId="f72a0bb3b8a70e05" providerId="LiveId" clId="{174E0EA3-F49C-4D2D-B63B-C3BBB8E78A8D}" dt="2025-07-23T17:42:48.003" v="312" actId="20577"/>
          <ac:spMkLst>
            <pc:docMk/>
            <pc:sldMk cId="3168164375" sldId="1499"/>
            <ac:spMk id="3" creationId="{861ED48C-3E04-600E-5D21-97ABC993DFB2}"/>
          </ac:spMkLst>
        </pc:spChg>
        <pc:picChg chg="add mod">
          <ac:chgData name="Wojtek Krakowiak" userId="f72a0bb3b8a70e05" providerId="LiveId" clId="{174E0EA3-F49C-4D2D-B63B-C3BBB8E78A8D}" dt="2025-07-23T17:46:38.215" v="402"/>
          <ac:picMkLst>
            <pc:docMk/>
            <pc:sldMk cId="3168164375" sldId="1499"/>
            <ac:picMk id="4" creationId="{B068594D-F392-1AE4-FE85-F9B8E7C52294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297848511" sldId="1500"/>
        </pc:sldMkLst>
      </pc:sldChg>
      <pc:sldChg chg="addSp modSp add mod modAnim">
        <pc:chgData name="Wojtek Krakowiak" userId="f72a0bb3b8a70e05" providerId="LiveId" clId="{174E0EA3-F49C-4D2D-B63B-C3BBB8E78A8D}" dt="2025-07-23T17:55:25.374" v="461"/>
        <pc:sldMkLst>
          <pc:docMk/>
          <pc:sldMk cId="3614048125" sldId="1500"/>
        </pc:sldMkLst>
        <pc:spChg chg="mod">
          <ac:chgData name="Wojtek Krakowiak" userId="f72a0bb3b8a70e05" providerId="LiveId" clId="{174E0EA3-F49C-4D2D-B63B-C3BBB8E78A8D}" dt="2025-07-23T17:54:54.800" v="458" actId="20577"/>
          <ac:spMkLst>
            <pc:docMk/>
            <pc:sldMk cId="3614048125" sldId="1500"/>
            <ac:spMk id="2" creationId="{5762A5A6-ECE2-E830-1733-94F3FC0B511E}"/>
          </ac:spMkLst>
        </pc:spChg>
        <pc:spChg chg="mod">
          <ac:chgData name="Wojtek Krakowiak" userId="f72a0bb3b8a70e05" providerId="LiveId" clId="{174E0EA3-F49C-4D2D-B63B-C3BBB8E78A8D}" dt="2025-07-23T17:43:10.403" v="352" actId="20577"/>
          <ac:spMkLst>
            <pc:docMk/>
            <pc:sldMk cId="3614048125" sldId="1500"/>
            <ac:spMk id="3" creationId="{A935A34A-3401-C9FC-D491-B9C3717C9CD4}"/>
          </ac:spMkLst>
        </pc:spChg>
        <pc:picChg chg="add mod">
          <ac:chgData name="Wojtek Krakowiak" userId="f72a0bb3b8a70e05" providerId="LiveId" clId="{174E0EA3-F49C-4D2D-B63B-C3BBB8E78A8D}" dt="2025-07-23T17:55:23.722" v="459"/>
          <ac:picMkLst>
            <pc:docMk/>
            <pc:sldMk cId="3614048125" sldId="1500"/>
            <ac:picMk id="4" creationId="{521AC491-0601-6896-2469-BFF68B307690}"/>
          </ac:picMkLst>
        </pc:picChg>
      </pc:sldChg>
      <pc:sldChg chg="addSp modSp add mod modAnim">
        <pc:chgData name="Wojtek Krakowiak" userId="f72a0bb3b8a70e05" providerId="LiveId" clId="{174E0EA3-F49C-4D2D-B63B-C3BBB8E78A8D}" dt="2025-07-23T17:56:54.427" v="486"/>
        <pc:sldMkLst>
          <pc:docMk/>
          <pc:sldMk cId="633775074" sldId="1501"/>
        </pc:sldMkLst>
        <pc:spChg chg="mod">
          <ac:chgData name="Wojtek Krakowiak" userId="f72a0bb3b8a70e05" providerId="LiveId" clId="{174E0EA3-F49C-4D2D-B63B-C3BBB8E78A8D}" dt="2025-07-23T17:56:29.384" v="483" actId="1076"/>
          <ac:spMkLst>
            <pc:docMk/>
            <pc:sldMk cId="633775074" sldId="1501"/>
            <ac:spMk id="2" creationId="{7A1B944D-7844-54D1-3C1D-C165557B1330}"/>
          </ac:spMkLst>
        </pc:spChg>
        <pc:spChg chg="mod">
          <ac:chgData name="Wojtek Krakowiak" userId="f72a0bb3b8a70e05" providerId="LiveId" clId="{174E0EA3-F49C-4D2D-B63B-C3BBB8E78A8D}" dt="2025-07-23T17:44:20.546" v="384" actId="20577"/>
          <ac:spMkLst>
            <pc:docMk/>
            <pc:sldMk cId="633775074" sldId="1501"/>
            <ac:spMk id="3" creationId="{AF0EB4AC-F7AA-37DC-AC05-ECD492089C2F}"/>
          </ac:spMkLst>
        </pc:spChg>
        <pc:picChg chg="add mod">
          <ac:chgData name="Wojtek Krakowiak" userId="f72a0bb3b8a70e05" providerId="LiveId" clId="{174E0EA3-F49C-4D2D-B63B-C3BBB8E78A8D}" dt="2025-07-23T17:56:52.763" v="484"/>
          <ac:picMkLst>
            <pc:docMk/>
            <pc:sldMk cId="633775074" sldId="1501"/>
            <ac:picMk id="4" creationId="{DCA721BB-17B8-138F-FA93-2F1E50F0E36D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4125144861" sldId="1501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61605351" sldId="1502"/>
        </pc:sldMkLst>
      </pc:sldChg>
      <pc:sldChg chg="addSp delSp modSp add mod delAnim modAnim">
        <pc:chgData name="Wojtek Krakowiak" userId="f72a0bb3b8a70e05" providerId="LiveId" clId="{174E0EA3-F49C-4D2D-B63B-C3BBB8E78A8D}" dt="2025-07-23T19:13:26.919" v="877"/>
        <pc:sldMkLst>
          <pc:docMk/>
          <pc:sldMk cId="4193004782" sldId="1502"/>
        </pc:sldMkLst>
        <pc:spChg chg="mod">
          <ac:chgData name="Wojtek Krakowiak" userId="f72a0bb3b8a70e05" providerId="LiveId" clId="{174E0EA3-F49C-4D2D-B63B-C3BBB8E78A8D}" dt="2025-07-23T18:02:30.370" v="597" actId="20577"/>
          <ac:spMkLst>
            <pc:docMk/>
            <pc:sldMk cId="4193004782" sldId="1502"/>
            <ac:spMk id="2" creationId="{7A1B944D-7844-54D1-3C1D-C165557B1330}"/>
          </ac:spMkLst>
        </pc:spChg>
        <pc:spChg chg="mod">
          <ac:chgData name="Wojtek Krakowiak" userId="f72a0bb3b8a70e05" providerId="LiveId" clId="{174E0EA3-F49C-4D2D-B63B-C3BBB8E78A8D}" dt="2025-07-23T17:59:58.152" v="506" actId="20577"/>
          <ac:spMkLst>
            <pc:docMk/>
            <pc:sldMk cId="4193004782" sldId="1502"/>
            <ac:spMk id="3" creationId="{AF0EB4AC-F7AA-37DC-AC05-ECD492089C2F}"/>
          </ac:spMkLst>
        </pc:spChg>
        <pc:picChg chg="del">
          <ac:chgData name="Wojtek Krakowiak" userId="f72a0bb3b8a70e05" providerId="LiveId" clId="{174E0EA3-F49C-4D2D-B63B-C3BBB8E78A8D}" dt="2025-07-23T17:59:17.695" v="489" actId="478"/>
          <ac:picMkLst>
            <pc:docMk/>
            <pc:sldMk cId="4193004782" sldId="1502"/>
            <ac:picMk id="4" creationId="{DCA721BB-17B8-138F-FA93-2F1E50F0E36D}"/>
          </ac:picMkLst>
        </pc:picChg>
        <pc:picChg chg="add mod">
          <ac:chgData name="Wojtek Krakowiak" userId="f72a0bb3b8a70e05" providerId="LiveId" clId="{174E0EA3-F49C-4D2D-B63B-C3BBB8E78A8D}" dt="2025-07-23T19:13:25.707" v="875"/>
          <ac:picMkLst>
            <pc:docMk/>
            <pc:sldMk cId="4193004782" sldId="1502"/>
            <ac:picMk id="5" creationId="{5F085538-D3C2-340E-71EA-704767113F67}"/>
          </ac:picMkLst>
        </pc:picChg>
      </pc:sldChg>
      <pc:sldChg chg="addSp modSp add mod modAnim">
        <pc:chgData name="Wojtek Krakowiak" userId="f72a0bb3b8a70e05" providerId="LiveId" clId="{174E0EA3-F49C-4D2D-B63B-C3BBB8E78A8D}" dt="2025-07-23T19:13:02.735" v="874"/>
        <pc:sldMkLst>
          <pc:docMk/>
          <pc:sldMk cId="1226177298" sldId="1503"/>
        </pc:sldMkLst>
        <pc:spChg chg="mod">
          <ac:chgData name="Wojtek Krakowiak" userId="f72a0bb3b8a70e05" providerId="LiveId" clId="{174E0EA3-F49C-4D2D-B63B-C3BBB8E78A8D}" dt="2025-07-23T18:04:12.137" v="677" actId="20577"/>
          <ac:spMkLst>
            <pc:docMk/>
            <pc:sldMk cId="1226177298" sldId="1503"/>
            <ac:spMk id="2" creationId="{2DA62C31-D8DF-4997-907B-55D700DD6F4B}"/>
          </ac:spMkLst>
        </pc:spChg>
        <pc:spChg chg="mod">
          <ac:chgData name="Wojtek Krakowiak" userId="f72a0bb3b8a70e05" providerId="LiveId" clId="{174E0EA3-F49C-4D2D-B63B-C3BBB8E78A8D}" dt="2025-07-23T18:00:22.138" v="533" actId="20577"/>
          <ac:spMkLst>
            <pc:docMk/>
            <pc:sldMk cId="1226177298" sldId="1503"/>
            <ac:spMk id="3" creationId="{75AE5D24-33CB-42E9-C09A-BC45F8C07B40}"/>
          </ac:spMkLst>
        </pc:spChg>
        <pc:picChg chg="add mod">
          <ac:chgData name="Wojtek Krakowiak" userId="f72a0bb3b8a70e05" providerId="LiveId" clId="{174E0EA3-F49C-4D2D-B63B-C3BBB8E78A8D}" dt="2025-07-23T19:13:01.644" v="872"/>
          <ac:picMkLst>
            <pc:docMk/>
            <pc:sldMk cId="1226177298" sldId="1503"/>
            <ac:picMk id="4" creationId="{C31837B5-50B8-B823-69E0-A4C939EB9EA0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4252460294" sldId="1503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1881858433" sldId="1504"/>
        </pc:sldMkLst>
      </pc:sldChg>
      <pc:sldChg chg="addSp modSp add mod modAnim">
        <pc:chgData name="Wojtek Krakowiak" userId="f72a0bb3b8a70e05" providerId="LiveId" clId="{174E0EA3-F49C-4D2D-B63B-C3BBB8E78A8D}" dt="2025-07-23T19:10:46.759" v="853"/>
        <pc:sldMkLst>
          <pc:docMk/>
          <pc:sldMk cId="3543039525" sldId="1504"/>
        </pc:sldMkLst>
        <pc:spChg chg="mod">
          <ac:chgData name="Wojtek Krakowiak" userId="f72a0bb3b8a70e05" providerId="LiveId" clId="{174E0EA3-F49C-4D2D-B63B-C3BBB8E78A8D}" dt="2025-07-23T18:04:38.068" v="697" actId="20577"/>
          <ac:spMkLst>
            <pc:docMk/>
            <pc:sldMk cId="3543039525" sldId="1504"/>
            <ac:spMk id="2" creationId="{24CD860D-70EC-7954-E29E-13D58113749A}"/>
          </ac:spMkLst>
        </pc:spChg>
        <pc:spChg chg="mod">
          <ac:chgData name="Wojtek Krakowiak" userId="f72a0bb3b8a70e05" providerId="LiveId" clId="{174E0EA3-F49C-4D2D-B63B-C3BBB8E78A8D}" dt="2025-07-23T18:01:29.768" v="560" actId="20577"/>
          <ac:spMkLst>
            <pc:docMk/>
            <pc:sldMk cId="3543039525" sldId="1504"/>
            <ac:spMk id="3" creationId="{3E0DECE0-0DFE-8625-A83F-5EBE992AA7FE}"/>
          </ac:spMkLst>
        </pc:spChg>
        <pc:picChg chg="add mod">
          <ac:chgData name="Wojtek Krakowiak" userId="f72a0bb3b8a70e05" providerId="LiveId" clId="{174E0EA3-F49C-4D2D-B63B-C3BBB8E78A8D}" dt="2025-07-23T19:10:45.383" v="851"/>
          <ac:picMkLst>
            <pc:docMk/>
            <pc:sldMk cId="3543039525" sldId="1504"/>
            <ac:picMk id="4" creationId="{17E4BBD1-4046-64A5-9A2C-2DA5F9BB93D6}"/>
          </ac:picMkLst>
        </pc:picChg>
      </pc:sldChg>
      <pc:sldChg chg="addSp modSp add mod modAnim">
        <pc:chgData name="Wojtek Krakowiak" userId="f72a0bb3b8a70e05" providerId="LiveId" clId="{174E0EA3-F49C-4D2D-B63B-C3BBB8E78A8D}" dt="2025-07-23T19:10:19.657" v="850"/>
        <pc:sldMkLst>
          <pc:docMk/>
          <pc:sldMk cId="2252859302" sldId="1505"/>
        </pc:sldMkLst>
        <pc:spChg chg="mod">
          <ac:chgData name="Wojtek Krakowiak" userId="f72a0bb3b8a70e05" providerId="LiveId" clId="{174E0EA3-F49C-4D2D-B63B-C3BBB8E78A8D}" dt="2025-07-23T18:38:01.370" v="730" actId="20577"/>
          <ac:spMkLst>
            <pc:docMk/>
            <pc:sldMk cId="2252859302" sldId="1505"/>
            <ac:spMk id="2" creationId="{FBBDFA17-A8C5-16E7-D81F-6F602D319A5C}"/>
          </ac:spMkLst>
        </pc:spChg>
        <pc:spChg chg="mod">
          <ac:chgData name="Wojtek Krakowiak" userId="f72a0bb3b8a70e05" providerId="LiveId" clId="{174E0EA3-F49C-4D2D-B63B-C3BBB8E78A8D}" dt="2025-07-23T18:01:59.129" v="579" actId="20577"/>
          <ac:spMkLst>
            <pc:docMk/>
            <pc:sldMk cId="2252859302" sldId="1505"/>
            <ac:spMk id="3" creationId="{E709E637-65C0-7285-9DBC-FF22F0582FE7}"/>
          </ac:spMkLst>
        </pc:spChg>
        <pc:picChg chg="add mod">
          <ac:chgData name="Wojtek Krakowiak" userId="f72a0bb3b8a70e05" providerId="LiveId" clId="{174E0EA3-F49C-4D2D-B63B-C3BBB8E78A8D}" dt="2025-07-23T19:10:18.230" v="848"/>
          <ac:picMkLst>
            <pc:docMk/>
            <pc:sldMk cId="2252859302" sldId="1505"/>
            <ac:picMk id="4" creationId="{CCC68D87-B245-C665-2FAF-9E1DC1CBEDCE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328320797" sldId="1505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1897061910" sldId="1506"/>
        </pc:sldMkLst>
      </pc:sldChg>
      <pc:sldChg chg="addSp modSp add mod modAnim">
        <pc:chgData name="Wojtek Krakowiak" userId="f72a0bb3b8a70e05" providerId="LiveId" clId="{174E0EA3-F49C-4D2D-B63B-C3BBB8E78A8D}" dt="2025-07-23T19:12:36.647" v="871"/>
        <pc:sldMkLst>
          <pc:docMk/>
          <pc:sldMk cId="2077061441" sldId="1506"/>
        </pc:sldMkLst>
        <pc:spChg chg="mod">
          <ac:chgData name="Wojtek Krakowiak" userId="f72a0bb3b8a70e05" providerId="LiveId" clId="{174E0EA3-F49C-4D2D-B63B-C3BBB8E78A8D}" dt="2025-07-23T19:12:10.912" v="868" actId="20577"/>
          <ac:spMkLst>
            <pc:docMk/>
            <pc:sldMk cId="2077061441" sldId="1506"/>
            <ac:spMk id="2" creationId="{8955F145-29E2-7251-383D-D481E0CD3817}"/>
          </ac:spMkLst>
        </pc:spChg>
        <pc:spChg chg="mod">
          <ac:chgData name="Wojtek Krakowiak" userId="f72a0bb3b8a70e05" providerId="LiveId" clId="{174E0EA3-F49C-4D2D-B63B-C3BBB8E78A8D}" dt="2025-07-23T18:03:01.490" v="658" actId="20577"/>
          <ac:spMkLst>
            <pc:docMk/>
            <pc:sldMk cId="2077061441" sldId="1506"/>
            <ac:spMk id="3" creationId="{994E0B85-5B15-FC89-F5A3-8770C996D7B7}"/>
          </ac:spMkLst>
        </pc:spChg>
        <pc:picChg chg="add mod">
          <ac:chgData name="Wojtek Krakowiak" userId="f72a0bb3b8a70e05" providerId="LiveId" clId="{174E0EA3-F49C-4D2D-B63B-C3BBB8E78A8D}" dt="2025-07-23T19:12:35.246" v="869"/>
          <ac:picMkLst>
            <pc:docMk/>
            <pc:sldMk cId="2077061441" sldId="1506"/>
            <ac:picMk id="4" creationId="{50702648-6E9C-9CAA-2F5B-E18FC4706CA9}"/>
          </ac:picMkLst>
        </pc:picChg>
      </pc:sldChg>
      <pc:sldChg chg="addSp modSp add mod modAnim">
        <pc:chgData name="Wojtek Krakowiak" userId="f72a0bb3b8a70e05" providerId="LiveId" clId="{174E0EA3-F49C-4D2D-B63B-C3BBB8E78A8D}" dt="2025-07-23T19:09:39.846" v="847"/>
        <pc:sldMkLst>
          <pc:docMk/>
          <pc:sldMk cId="190861799" sldId="1507"/>
        </pc:sldMkLst>
        <pc:spChg chg="mod">
          <ac:chgData name="Wojtek Krakowiak" userId="f72a0bb3b8a70e05" providerId="LiveId" clId="{174E0EA3-F49C-4D2D-B63B-C3BBB8E78A8D}" dt="2025-07-23T18:59:08.616" v="758" actId="20577"/>
          <ac:spMkLst>
            <pc:docMk/>
            <pc:sldMk cId="190861799" sldId="1507"/>
            <ac:spMk id="2" creationId="{22A02E0F-7314-5BC1-09D6-5154F6913773}"/>
          </ac:spMkLst>
        </pc:spChg>
        <pc:spChg chg="mod">
          <ac:chgData name="Wojtek Krakowiak" userId="f72a0bb3b8a70e05" providerId="LiveId" clId="{174E0EA3-F49C-4D2D-B63B-C3BBB8E78A8D}" dt="2025-07-23T18:59:27.608" v="782" actId="20577"/>
          <ac:spMkLst>
            <pc:docMk/>
            <pc:sldMk cId="190861799" sldId="1507"/>
            <ac:spMk id="3" creationId="{A0BCE252-A6AA-CF16-387A-7E0577CFB11F}"/>
          </ac:spMkLst>
        </pc:spChg>
        <pc:picChg chg="add mod">
          <ac:chgData name="Wojtek Krakowiak" userId="f72a0bb3b8a70e05" providerId="LiveId" clId="{174E0EA3-F49C-4D2D-B63B-C3BBB8E78A8D}" dt="2025-07-23T19:09:37.829" v="845"/>
          <ac:picMkLst>
            <pc:docMk/>
            <pc:sldMk cId="190861799" sldId="1507"/>
            <ac:picMk id="4" creationId="{503DBA35-4BE2-0731-FB60-019EFBCB70A8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4171990198" sldId="1507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227088355" sldId="1508"/>
        </pc:sldMkLst>
      </pc:sldChg>
      <pc:sldChg chg="addSp modSp add mod modAnim">
        <pc:chgData name="Wojtek Krakowiak" userId="f72a0bb3b8a70e05" providerId="LiveId" clId="{174E0EA3-F49C-4D2D-B63B-C3BBB8E78A8D}" dt="2025-07-23T19:09:05.082" v="840"/>
        <pc:sldMkLst>
          <pc:docMk/>
          <pc:sldMk cId="2253318960" sldId="1508"/>
        </pc:sldMkLst>
        <pc:spChg chg="mod">
          <ac:chgData name="Wojtek Krakowiak" userId="f72a0bb3b8a70e05" providerId="LiveId" clId="{174E0EA3-F49C-4D2D-B63B-C3BBB8E78A8D}" dt="2025-07-23T19:08:52.011" v="834" actId="20577"/>
          <ac:spMkLst>
            <pc:docMk/>
            <pc:sldMk cId="2253318960" sldId="1508"/>
            <ac:spMk id="2" creationId="{DA6CA607-A6B7-36CB-433E-51327599FC2B}"/>
          </ac:spMkLst>
        </pc:spChg>
        <pc:spChg chg="mod">
          <ac:chgData name="Wojtek Krakowiak" userId="f72a0bb3b8a70e05" providerId="LiveId" clId="{174E0EA3-F49C-4D2D-B63B-C3BBB8E78A8D}" dt="2025-07-23T19:07:43.635" v="796" actId="20577"/>
          <ac:spMkLst>
            <pc:docMk/>
            <pc:sldMk cId="2253318960" sldId="1508"/>
            <ac:spMk id="3" creationId="{91B146E2-2E86-CB05-1342-D9CC281F21E3}"/>
          </ac:spMkLst>
        </pc:spChg>
        <pc:picChg chg="add mod">
          <ac:chgData name="Wojtek Krakowiak" userId="f72a0bb3b8a70e05" providerId="LiveId" clId="{174E0EA3-F49C-4D2D-B63B-C3BBB8E78A8D}" dt="2025-07-23T19:08:33.531" v="819"/>
          <ac:picMkLst>
            <pc:docMk/>
            <pc:sldMk cId="2253318960" sldId="1508"/>
            <ac:picMk id="4" creationId="{FC789D9D-F947-406F-CFAE-22B76E477A25}"/>
          </ac:picMkLst>
        </pc:picChg>
      </pc:sldChg>
      <pc:sldChg chg="addSp delSp modSp add mod delAnim modAnim">
        <pc:chgData name="Wojtek Krakowiak" userId="f72a0bb3b8a70e05" providerId="LiveId" clId="{174E0EA3-F49C-4D2D-B63B-C3BBB8E78A8D}" dt="2025-07-23T19:20:12.612" v="908"/>
        <pc:sldMkLst>
          <pc:docMk/>
          <pc:sldMk cId="2114444015" sldId="1509"/>
        </pc:sldMkLst>
        <pc:spChg chg="mod">
          <ac:chgData name="Wojtek Krakowiak" userId="f72a0bb3b8a70e05" providerId="LiveId" clId="{174E0EA3-F49C-4D2D-B63B-C3BBB8E78A8D}" dt="2025-07-23T19:19:48.825" v="905" actId="20577"/>
          <ac:spMkLst>
            <pc:docMk/>
            <pc:sldMk cId="2114444015" sldId="1509"/>
            <ac:spMk id="2" creationId="{DA6CA607-A6B7-36CB-433E-51327599FC2B}"/>
          </ac:spMkLst>
        </pc:spChg>
        <pc:spChg chg="mod">
          <ac:chgData name="Wojtek Krakowiak" userId="f72a0bb3b8a70e05" providerId="LiveId" clId="{174E0EA3-F49C-4D2D-B63B-C3BBB8E78A8D}" dt="2025-07-23T19:19:36.379" v="882" actId="20577"/>
          <ac:spMkLst>
            <pc:docMk/>
            <pc:sldMk cId="2114444015" sldId="1509"/>
            <ac:spMk id="3" creationId="{91B146E2-2E86-CB05-1342-D9CC281F21E3}"/>
          </ac:spMkLst>
        </pc:spChg>
        <pc:picChg chg="del">
          <ac:chgData name="Wojtek Krakowiak" userId="f72a0bb3b8a70e05" providerId="LiveId" clId="{174E0EA3-F49C-4D2D-B63B-C3BBB8E78A8D}" dt="2025-07-23T19:09:14.884" v="843" actId="478"/>
          <ac:picMkLst>
            <pc:docMk/>
            <pc:sldMk cId="2114444015" sldId="1509"/>
            <ac:picMk id="4" creationId="{FC789D9D-F947-406F-CFAE-22B76E477A25}"/>
          </ac:picMkLst>
        </pc:picChg>
        <pc:picChg chg="add mod">
          <ac:chgData name="Wojtek Krakowiak" userId="f72a0bb3b8a70e05" providerId="LiveId" clId="{174E0EA3-F49C-4D2D-B63B-C3BBB8E78A8D}" dt="2025-07-23T19:20:11.011" v="906"/>
          <ac:picMkLst>
            <pc:docMk/>
            <pc:sldMk cId="2114444015" sldId="1509"/>
            <ac:picMk id="5" creationId="{1CB893E9-6951-8EE7-2E37-AA9737080C66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4209508218" sldId="1509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174E0EA3-F49C-4D2D-B63B-C3BBB8E78A8D}" dt="2025-07-23T20:16:20.372" v="940" actId="20577"/>
        <pc:sldMkLst>
          <pc:docMk/>
          <pc:sldMk cId="840728425" sldId="1510"/>
        </pc:sldMkLst>
        <pc:spChg chg="mod">
          <ac:chgData name="Wojtek Krakowiak" userId="f72a0bb3b8a70e05" providerId="LiveId" clId="{174E0EA3-F49C-4D2D-B63B-C3BBB8E78A8D}" dt="2025-07-23T20:16:20.372" v="940" actId="20577"/>
          <ac:spMkLst>
            <pc:docMk/>
            <pc:sldMk cId="840728425" sldId="1510"/>
            <ac:spMk id="2" creationId="{DA6CA607-A6B7-36CB-433E-51327599FC2B}"/>
          </ac:spMkLst>
        </pc:spChg>
        <pc:spChg chg="mod">
          <ac:chgData name="Wojtek Krakowiak" userId="f72a0bb3b8a70e05" providerId="LiveId" clId="{174E0EA3-F49C-4D2D-B63B-C3BBB8E78A8D}" dt="2025-07-23T20:15:35.747" v="924" actId="20577"/>
          <ac:spMkLst>
            <pc:docMk/>
            <pc:sldMk cId="840728425" sldId="1510"/>
            <ac:spMk id="3" creationId="{91B146E2-2E86-CB05-1342-D9CC281F21E3}"/>
          </ac:spMkLst>
        </pc:spChg>
        <pc:picChg chg="add mod">
          <ac:chgData name="Wojtek Krakowiak" userId="f72a0bb3b8a70e05" providerId="LiveId" clId="{174E0EA3-F49C-4D2D-B63B-C3BBB8E78A8D}" dt="2025-07-23T20:15:56.354" v="925"/>
          <ac:picMkLst>
            <pc:docMk/>
            <pc:sldMk cId="840728425" sldId="1510"/>
            <ac:picMk id="4" creationId="{F2A64E24-3FBE-F34B-9F92-D2B7BBA52287}"/>
          </ac:picMkLst>
        </pc:picChg>
        <pc:picChg chg="del">
          <ac:chgData name="Wojtek Krakowiak" userId="f72a0bb3b8a70e05" providerId="LiveId" clId="{174E0EA3-F49C-4D2D-B63B-C3BBB8E78A8D}" dt="2025-07-23T20:15:21.810" v="911" actId="478"/>
          <ac:picMkLst>
            <pc:docMk/>
            <pc:sldMk cId="840728425" sldId="1510"/>
            <ac:picMk id="5" creationId="{1CB893E9-6951-8EE7-2E37-AA9737080C66}"/>
          </ac:picMkLst>
        </pc:picChg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032420578" sldId="1511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353753454" sldId="1512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111534738" sldId="1513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562348965" sldId="1514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16501489" sldId="1515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463503377" sldId="1516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786600915" sldId="1517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855101804" sldId="1518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1542106733" sldId="1519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861860652" sldId="1520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484044630" sldId="1521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2710384634" sldId="1522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3526412603" sldId="1523"/>
        </pc:sldMkLst>
      </pc:sldChg>
      <pc:sldChg chg="del">
        <pc:chgData name="Wojtek Krakowiak" userId="f72a0bb3b8a70e05" providerId="LiveId" clId="{174E0EA3-F49C-4D2D-B63B-C3BBB8E78A8D}" dt="2025-07-23T15:49:18.014" v="8" actId="47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F78FE461-272D-4191-B46C-9B9F54D26061}"/>
    <pc:docChg chg="custSel addSld modSld">
      <pc:chgData name="Wojtek Krakowiak" userId="f72a0bb3b8a70e05" providerId="LiveId" clId="{F78FE461-272D-4191-B46C-9B9F54D26061}" dt="2025-07-14T12:08:41.835" v="776"/>
      <pc:docMkLst>
        <pc:docMk/>
      </pc:docMkLst>
      <pc:sldChg chg="modSp mod">
        <pc:chgData name="Wojtek Krakowiak" userId="f72a0bb3b8a70e05" providerId="LiveId" clId="{F78FE461-272D-4191-B46C-9B9F54D26061}" dt="2025-07-14T09:47:48.080" v="288" actId="20577"/>
        <pc:sldMkLst>
          <pc:docMk/>
          <pc:sldMk cId="1582655019" sldId="1193"/>
        </pc:sldMkLst>
        <pc:spChg chg="mod">
          <ac:chgData name="Wojtek Krakowiak" userId="f72a0bb3b8a70e05" providerId="LiveId" clId="{F78FE461-272D-4191-B46C-9B9F54D26061}" dt="2025-07-14T09:47:48.080" v="288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add mod delAnim modAnim">
        <pc:chgData name="Wojtek Krakowiak" userId="f72a0bb3b8a70e05" providerId="LiveId" clId="{F78FE461-272D-4191-B46C-9B9F54D26061}" dt="2025-07-13T21:39:09.559" v="25" actId="20577"/>
        <pc:sldMkLst>
          <pc:docMk/>
          <pc:sldMk cId="4171990198" sldId="1507"/>
        </pc:sldMkLst>
      </pc:sldChg>
      <pc:sldChg chg="addSp delSp modSp add mod delAnim modAnim">
        <pc:chgData name="Wojtek Krakowiak" userId="f72a0bb3b8a70e05" providerId="LiveId" clId="{F78FE461-272D-4191-B46C-9B9F54D26061}" dt="2025-07-13T21:49:00.653" v="70" actId="2057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F78FE461-272D-4191-B46C-9B9F54D26061}" dt="2025-07-13T21:51:23.571" v="99" actId="20577"/>
        <pc:sldMkLst>
          <pc:docMk/>
          <pc:sldMk cId="4209508218" sldId="1509"/>
        </pc:sldMkLst>
      </pc:sldChg>
      <pc:sldChg chg="addSp delSp modSp add mod delAnim modAnim">
        <pc:chgData name="Wojtek Krakowiak" userId="f72a0bb3b8a70e05" providerId="LiveId" clId="{F78FE461-272D-4191-B46C-9B9F54D26061}" dt="2025-07-13T22:01:33.007" v="169" actId="2057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F78FE461-272D-4191-B46C-9B9F54D26061}" dt="2025-07-13T22:05:24.453" v="278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F78FE461-272D-4191-B46C-9B9F54D26061}" dt="2025-07-13T22:05:49.007" v="281"/>
        <pc:sldMkLst>
          <pc:docMk/>
          <pc:sldMk cId="3353753454" sldId="1512"/>
        </pc:sldMkLst>
      </pc:sldChg>
      <pc:sldChg chg="addSp modSp add mod modAnim">
        <pc:chgData name="Wojtek Krakowiak" userId="f72a0bb3b8a70e05" providerId="LiveId" clId="{F78FE461-272D-4191-B46C-9B9F54D26061}" dt="2025-07-13T22:06:14.720" v="284"/>
        <pc:sldMkLst>
          <pc:docMk/>
          <pc:sldMk cId="2111534738" sldId="1513"/>
        </pc:sldMkLst>
      </pc:sldChg>
      <pc:sldChg chg="addSp delSp modSp add mod delAnim modAnim">
        <pc:chgData name="Wojtek Krakowiak" userId="f72a0bb3b8a70e05" providerId="LiveId" clId="{F78FE461-272D-4191-B46C-9B9F54D26061}" dt="2025-07-14T10:09:47.570" v="371" actId="2057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F78FE461-272D-4191-B46C-9B9F54D26061}" dt="2025-07-14T11:42:41.086" v="45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F78FE461-272D-4191-B46C-9B9F54D26061}" dt="2025-07-14T11:44:20.512" v="486" actId="2057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F78FE461-272D-4191-B46C-9B9F54D26061}" dt="2025-07-14T11:45:36.528" v="520"/>
        <pc:sldMkLst>
          <pc:docMk/>
          <pc:sldMk cId="2786600915" sldId="1517"/>
        </pc:sldMkLst>
      </pc:sldChg>
      <pc:sldChg chg="add">
        <pc:chgData name="Wojtek Krakowiak" userId="f72a0bb3b8a70e05" providerId="LiveId" clId="{F78FE461-272D-4191-B46C-9B9F54D26061}" dt="2025-07-14T11:46:12.428" v="521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F78FE461-272D-4191-B46C-9B9F54D26061}" dt="2025-07-14T11:47:53.086" v="5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F78FE461-272D-4191-B46C-9B9F54D26061}" dt="2025-07-14T11:51:39.368" v="594" actId="20577"/>
        <pc:sldMkLst>
          <pc:docMk/>
          <pc:sldMk cId="3861860652" sldId="1520"/>
        </pc:sldMkLst>
      </pc:sldChg>
      <pc:sldChg chg="addSp delSp modSp add mod delAnim modAnim">
        <pc:chgData name="Wojtek Krakowiak" userId="f72a0bb3b8a70e05" providerId="LiveId" clId="{F78FE461-272D-4191-B46C-9B9F54D26061}" dt="2025-07-14T11:58:09.312" v="643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F78FE461-272D-4191-B46C-9B9F54D26061}" dt="2025-07-14T12:01:02.969" v="720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F78FE461-272D-4191-B46C-9B9F54D26061}" dt="2025-07-14T12:05:58.397" v="750" actId="20577"/>
        <pc:sldMkLst>
          <pc:docMk/>
          <pc:sldMk cId="3526412603" sldId="1523"/>
        </pc:sldMkLst>
      </pc:sldChg>
      <pc:sldChg chg="addSp delSp modSp add mod delAnim modAnim">
        <pc:chgData name="Wojtek Krakowiak" userId="f72a0bb3b8a70e05" providerId="LiveId" clId="{F78FE461-272D-4191-B46C-9B9F54D26061}" dt="2025-07-14T12:08:41.835" v="776"/>
        <pc:sldMkLst>
          <pc:docMk/>
          <pc:sldMk cId="1361402875" sldId="15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23.07.2025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GB" sz="6600" b="1" dirty="0">
                <a:latin typeface="+mn-lt"/>
              </a:rPr>
              <a:t>History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Zarobić na czymś krocie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make a killing on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A305515-D402-BF51-F2A3-E0E882EA7B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Zżyta społeczność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Close-knit community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983E772-DC82-ADD8-BE00-9E67480185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5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Rodzina zastępcza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Foster family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0798217-0148-CF7B-EA81-5EFD2E2384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Silnik zaburtowy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Outboard motor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30F48D6-8130-B797-FC5A-59B688BF54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Tekstylia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Textiles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F6F540F-D171-21DE-4BE5-D21A63405A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3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dziurawą pamięć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have a memory like a save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01E61B-2EEE-1281-8A02-764C990855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0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11A9-EF5B-923C-6247-A574119C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132EDB-9FB2-42F5-3840-95D55FA35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sokoli wzrok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1ED48C-3E04-600E-5D21-97ABC993D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have eyes like a hawk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068594D-F392-1AE4-FE85-F9B8E7C522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6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1798-6FF7-96CA-2349-2A5C66A0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62A5A6-ECE2-E830-1733-94F3FC0B5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Czuć się jak piąte koło u wozu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935A34A-3401-C9FC-D491-B9C3717C9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feel like a fish out of the water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1AC491-0601-6896-2469-BFF68B3076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4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AF70-A411-DBE5-5C89-800027DE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B944D-7844-54D1-3C1D-C165557B1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jak ogień i woda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F0EB4AC-F7AA-37DC-AC05-ECD49208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like chalk and cheese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CA721BB-17B8-138F-FA93-2F1E50F0E3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7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AF70-A411-DBE5-5C89-800027DE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B944D-7844-54D1-3C1D-C165557B1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Twardy jak skała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F0EB4AC-F7AA-37DC-AC05-ECD49208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As hard as nails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085538-D3C2-340E-71EA-704767113F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9561-4693-1B83-3A02-F6A0BEEA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A62C31-D8DF-4997-907B-55D700DD6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Zblednąć jak ściana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5AE5D24-33CB-42E9-C09A-BC45F8C07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go as white as a sheet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31837B5-50B8-B823-69E0-A4C939EB9E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7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6F3E-9AE4-E282-6ECF-E6D146AB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55F145-29E2-7251-383D-D481E0CD3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Martwy jak trup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94E0B85-5B15-FC89-F5A3-8770C996D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as dead as a dodo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702648-6E9C-9CAA-2F5B-E18FC4706C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6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C853-E529-9D70-E591-E206594E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CD860D-70EC-7954-E29E-13D581137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starym jak świat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0DECE0-0DFE-8625-A83F-5EBE992A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as old as the hills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7E4BBD1-4046-64A5-9A2C-2DA5F9BB93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3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9989-1A20-87D9-76AC-793263C9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BDFA17-A8C5-16E7-D81F-6F602D319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Coś niejasnego (ironicznie)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709E637-65C0-7285-9DBC-FF22F0582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As clear as mud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C68D87-B245-C665-2FAF-9E1DC1CBED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5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4FA6-85D4-4746-C1B7-6AA8237F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A02E0F-7314-5BC1-09D6-5154F6913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Obserwacja (rzeczownik)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0BCE252-A6AA-CF16-387A-7E0577CFB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Scrutiny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3DBA35-4BE2-0731-FB60-019EFBCB70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Pomocniczy (</a:t>
            </a:r>
            <a:r>
              <a:rPr lang="pl-PL" sz="7200" b="1" dirty="0">
                <a:latin typeface="+mn-lt"/>
              </a:rPr>
              <a:t>np. silnik</a:t>
            </a:r>
            <a:r>
              <a:rPr lang="en-GB" sz="7200" b="1" dirty="0">
                <a:latin typeface="+mn-lt"/>
              </a:rPr>
              <a:t>)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Auxiliary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C789D9D-F947-406F-CFAE-22B76E477A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1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Gorąco (np. debatować)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hotly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CB893E9-6951-8EE7-2E37-AA9737080C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4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Siać</a:t>
            </a:r>
            <a:r>
              <a:rPr lang="en-GB" sz="7200" b="1" dirty="0">
                <a:latin typeface="+mn-lt"/>
              </a:rPr>
              <a:t>/</a:t>
            </a:r>
            <a:r>
              <a:rPr lang="pl-PL" sz="7200" b="1" dirty="0">
                <a:latin typeface="+mn-lt"/>
              </a:rPr>
              <a:t>Zasiać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sow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2A64E24-3FBE-F34B-9F92-D2B7BBA522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2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Opracować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elaborate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87CB87E-C322-BC48-C7EF-AB6860931C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Odkrycie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Revelation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FC03895-0F93-ADAC-980E-4E5DC697CF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Sojusz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Alliance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80BC49F-902A-3EE9-361C-E687159F7F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4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Traktat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Treaty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F4118B4-AD3D-618A-6DDB-DF34D137CA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Rozpowszechniony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Widespread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3436597-DF30-8C8F-2B15-EAEB16390B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Leksyka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Lexis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AFFD5BF-1F7D-D4FD-4F27-CE7C442FFB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8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EF1-F033-AF42-C91D-4F5AFA87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CA607-A6B7-36CB-433E-51327599F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Kontekstowe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B146E2-2E86-CB05-1342-D9CC281F2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Contextualized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F24A40-D92E-65F0-991D-F9D3A82163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9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6404</TotalTime>
  <Words>163</Words>
  <Application>Microsoft Office PowerPoint</Application>
  <PresentationFormat>Panoramiczny</PresentationFormat>
  <Paragraphs>51</Paragraphs>
  <Slides>26</Slides>
  <Notes>0</Notes>
  <HiddenSlides>0</HiddenSlides>
  <MMClips>25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Motyw pakietu Office</vt:lpstr>
      <vt:lpstr>Klasa 2 LO History  </vt:lpstr>
      <vt:lpstr>Zarobić na czymś krocie</vt:lpstr>
      <vt:lpstr>Zżyta społeczność</vt:lpstr>
      <vt:lpstr>Rodzina zastępcza</vt:lpstr>
      <vt:lpstr>Silnik zaburtowy</vt:lpstr>
      <vt:lpstr>Tekstylia</vt:lpstr>
      <vt:lpstr>Mieć dziurawą pamięć</vt:lpstr>
      <vt:lpstr>Mieć sokoli wzrok</vt:lpstr>
      <vt:lpstr>Czuć się jak piąte koło u wozu</vt:lpstr>
      <vt:lpstr>Być jak ogień i woda</vt:lpstr>
      <vt:lpstr>Twardy jak skała</vt:lpstr>
      <vt:lpstr>Zblednąć jak ściana</vt:lpstr>
      <vt:lpstr>Martwy jak trup</vt:lpstr>
      <vt:lpstr>Być starym jak świat</vt:lpstr>
      <vt:lpstr>Coś niejasnego (ironicznie)</vt:lpstr>
      <vt:lpstr>Obserwacja (rzeczownik)</vt:lpstr>
      <vt:lpstr>Pomocniczy (np. silnik)</vt:lpstr>
      <vt:lpstr>Gorąco (np. debatować)</vt:lpstr>
      <vt:lpstr>Siać/Zasiać</vt:lpstr>
      <vt:lpstr>Opracować</vt:lpstr>
      <vt:lpstr>Odkrycie</vt:lpstr>
      <vt:lpstr>Sojusz</vt:lpstr>
      <vt:lpstr>Traktat</vt:lpstr>
      <vt:lpstr>Rozpowszechniony</vt:lpstr>
      <vt:lpstr>Leksyka</vt:lpstr>
      <vt:lpstr>Kontekstowe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2025-07-23T20:42:11Z</dcterms:modified>
</cp:coreProperties>
</file>