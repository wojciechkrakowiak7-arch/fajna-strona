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536" r:id="rId3"/>
    <p:sldId id="1537" r:id="rId4"/>
    <p:sldId id="1538" r:id="rId5"/>
    <p:sldId id="1619" r:id="rId6"/>
    <p:sldId id="1539" r:id="rId7"/>
    <p:sldId id="1540" r:id="rId8"/>
    <p:sldId id="1541" r:id="rId9"/>
    <p:sldId id="1542" r:id="rId10"/>
    <p:sldId id="1543" r:id="rId11"/>
    <p:sldId id="1620" r:id="rId12"/>
    <p:sldId id="1592" r:id="rId13"/>
    <p:sldId id="1591" r:id="rId14"/>
    <p:sldId id="1544" r:id="rId15"/>
    <p:sldId id="1545" r:id="rId16"/>
    <p:sldId id="1546" r:id="rId17"/>
    <p:sldId id="1548" r:id="rId18"/>
    <p:sldId id="1549" r:id="rId19"/>
    <p:sldId id="1550" r:id="rId20"/>
    <p:sldId id="1621" r:id="rId21"/>
    <p:sldId id="1617" r:id="rId22"/>
    <p:sldId id="1618" r:id="rId23"/>
    <p:sldId id="1551" r:id="rId24"/>
    <p:sldId id="1552" r:id="rId25"/>
    <p:sldId id="1553" r:id="rId26"/>
    <p:sldId id="1554" r:id="rId27"/>
    <p:sldId id="1555" r:id="rId28"/>
    <p:sldId id="1556" r:id="rId29"/>
    <p:sldId id="1557" r:id="rId30"/>
    <p:sldId id="1558" r:id="rId31"/>
    <p:sldId id="1559" r:id="rId32"/>
    <p:sldId id="1560" r:id="rId33"/>
    <p:sldId id="1561" r:id="rId34"/>
    <p:sldId id="1562" r:id="rId35"/>
    <p:sldId id="1563" r:id="rId36"/>
    <p:sldId id="1565" r:id="rId37"/>
    <p:sldId id="1566" r:id="rId38"/>
    <p:sldId id="1567" r:id="rId39"/>
    <p:sldId id="1568" r:id="rId40"/>
    <p:sldId id="1569" r:id="rId41"/>
    <p:sldId id="1570" r:id="rId42"/>
    <p:sldId id="1572" r:id="rId43"/>
    <p:sldId id="1571" r:id="rId44"/>
    <p:sldId id="1573" r:id="rId45"/>
    <p:sldId id="1574" r:id="rId46"/>
    <p:sldId id="1576" r:id="rId47"/>
    <p:sldId id="1577" r:id="rId48"/>
    <p:sldId id="1578" r:id="rId49"/>
    <p:sldId id="1579" r:id="rId50"/>
    <p:sldId id="1580" r:id="rId51"/>
    <p:sldId id="1581" r:id="rId52"/>
    <p:sldId id="1582" r:id="rId53"/>
    <p:sldId id="1583" r:id="rId54"/>
    <p:sldId id="1584" r:id="rId55"/>
    <p:sldId id="1585" r:id="rId56"/>
    <p:sldId id="1586" r:id="rId57"/>
    <p:sldId id="1587" r:id="rId58"/>
    <p:sldId id="1588" r:id="rId59"/>
    <p:sldId id="1589" r:id="rId60"/>
    <p:sldId id="1590" r:id="rId61"/>
    <p:sldId id="1593" r:id="rId62"/>
    <p:sldId id="1594" r:id="rId63"/>
    <p:sldId id="1595" r:id="rId64"/>
    <p:sldId id="1598" r:id="rId65"/>
    <p:sldId id="1601" r:id="rId66"/>
    <p:sldId id="1596" r:id="rId67"/>
    <p:sldId id="1600" r:id="rId68"/>
    <p:sldId id="1597" r:id="rId69"/>
    <p:sldId id="1602" r:id="rId70"/>
    <p:sldId id="1603" r:id="rId71"/>
    <p:sldId id="1604" r:id="rId72"/>
    <p:sldId id="1605" r:id="rId73"/>
    <p:sldId id="1607" r:id="rId74"/>
    <p:sldId id="1606" r:id="rId75"/>
    <p:sldId id="1608" r:id="rId76"/>
    <p:sldId id="1609" r:id="rId77"/>
    <p:sldId id="1611" r:id="rId78"/>
    <p:sldId id="1612" r:id="rId79"/>
    <p:sldId id="1613" r:id="rId80"/>
    <p:sldId id="1614" r:id="rId81"/>
    <p:sldId id="1615" r:id="rId82"/>
    <p:sldId id="1616" r:id="rId8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7F4375-CAEA-49CE-9473-9553A0947EE8}" v="1128" dt="2026-08-14T19:18:2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0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ommentAuthors" Target="commentAuthors.xml"/><Relationship Id="rId89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5/10/relationships/revisionInfo" Target="revisionInfo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EB2AAE5E-F441-4B21-A173-D9609660A338}"/>
    <pc:docChg chg="undo custSel addSld delSld modSld sldOrd">
      <pc:chgData name="Wojtek Krakowiak" userId="f72a0bb3b8a70e05" providerId="LiveId" clId="{EB2AAE5E-F441-4B21-A173-D9609660A338}" dt="2026-08-14T19:18:29.276" v="2260"/>
      <pc:docMkLst>
        <pc:docMk/>
      </pc:docMkLst>
      <pc:sldChg chg="modSp mod">
        <pc:chgData name="Wojtek Krakowiak" userId="f72a0bb3b8a70e05" providerId="LiveId" clId="{EB2AAE5E-F441-4B21-A173-D9609660A338}" dt="2026-08-12T17:46:09.498" v="7" actId="1076"/>
        <pc:sldMkLst>
          <pc:docMk/>
          <pc:sldMk cId="1582655019" sldId="1193"/>
        </pc:sldMkLst>
        <pc:spChg chg="mod">
          <ac:chgData name="Wojtek Krakowiak" userId="f72a0bb3b8a70e05" providerId="LiveId" clId="{EB2AAE5E-F441-4B21-A173-D9609660A338}" dt="2026-08-12T17:46:09.498" v="7" actId="1076"/>
          <ac:spMkLst>
            <pc:docMk/>
            <pc:sldMk cId="1582655019" sldId="1193"/>
            <ac:spMk id="2" creationId="{D0CF59C9-6B33-4CB8-855B-43D2F5A16BB8}"/>
          </ac:spMkLst>
        </pc:spChg>
      </pc:sldChg>
      <pc:sldChg chg="addSp delSp modSp add mod delAnim modAnim">
        <pc:chgData name="Wojtek Krakowiak" userId="f72a0bb3b8a70e05" providerId="LiveId" clId="{EB2AAE5E-F441-4B21-A173-D9609660A338}" dt="2026-08-13T05:49:45.895" v="1911"/>
        <pc:sldMkLst>
          <pc:docMk/>
          <pc:sldMk cId="3652641091" sldId="1570"/>
        </pc:sldMkLst>
        <pc:spChg chg="mod">
          <ac:chgData name="Wojtek Krakowiak" userId="f72a0bb3b8a70e05" providerId="LiveId" clId="{EB2AAE5E-F441-4B21-A173-D9609660A338}" dt="2026-08-12T18:57:57.151" v="52" actId="20577"/>
          <ac:spMkLst>
            <pc:docMk/>
            <pc:sldMk cId="3652641091" sldId="1570"/>
            <ac:spMk id="2" creationId="{8250E082-28DC-706D-AC63-A2427E00CC33}"/>
          </ac:spMkLst>
        </pc:spChg>
        <pc:spChg chg="mod">
          <ac:chgData name="Wojtek Krakowiak" userId="f72a0bb3b8a70e05" providerId="LiveId" clId="{EB2AAE5E-F441-4B21-A173-D9609660A338}" dt="2026-08-12T19:10:44.649" v="527" actId="20577"/>
          <ac:spMkLst>
            <pc:docMk/>
            <pc:sldMk cId="3652641091" sldId="1570"/>
            <ac:spMk id="3" creationId="{74F550EF-5229-3803-BFC1-E02CF2AC9862}"/>
          </ac:spMkLst>
        </pc:spChg>
        <pc:picChg chg="add mod">
          <ac:chgData name="Wojtek Krakowiak" userId="f72a0bb3b8a70e05" providerId="LiveId" clId="{EB2AAE5E-F441-4B21-A173-D9609660A338}" dt="2026-08-13T05:49:44.383" v="1909"/>
          <ac:picMkLst>
            <pc:docMk/>
            <pc:sldMk cId="3652641091" sldId="1570"/>
            <ac:picMk id="4" creationId="{EF2F3400-0348-B061-3AFD-1152A3CFC2FA}"/>
          </ac:picMkLst>
        </pc:picChg>
      </pc:sldChg>
      <pc:sldChg chg="addSp modSp add mod modAnim">
        <pc:chgData name="Wojtek Krakowiak" userId="f72a0bb3b8a70e05" providerId="LiveId" clId="{EB2AAE5E-F441-4B21-A173-D9609660A338}" dt="2026-08-13T05:51:09.700" v="1917"/>
        <pc:sldMkLst>
          <pc:docMk/>
          <pc:sldMk cId="1071613215" sldId="1571"/>
        </pc:sldMkLst>
        <pc:spChg chg="mod">
          <ac:chgData name="Wojtek Krakowiak" userId="f72a0bb3b8a70e05" providerId="LiveId" clId="{EB2AAE5E-F441-4B21-A173-D9609660A338}" dt="2026-08-12T18:58:11.656" v="68" actId="20577"/>
          <ac:spMkLst>
            <pc:docMk/>
            <pc:sldMk cId="1071613215" sldId="1571"/>
            <ac:spMk id="2" creationId="{4D97A354-DE9A-DEA2-939B-4F13D9106821}"/>
          </ac:spMkLst>
        </pc:spChg>
        <pc:spChg chg="mod">
          <ac:chgData name="Wojtek Krakowiak" userId="f72a0bb3b8a70e05" providerId="LiveId" clId="{EB2AAE5E-F441-4B21-A173-D9609660A338}" dt="2026-08-12T19:00:15.549" v="145" actId="20577"/>
          <ac:spMkLst>
            <pc:docMk/>
            <pc:sldMk cId="1071613215" sldId="1571"/>
            <ac:spMk id="3" creationId="{BE1B83F0-D611-119F-8EE9-74704B979F1B}"/>
          </ac:spMkLst>
        </pc:spChg>
        <pc:picChg chg="add mod">
          <ac:chgData name="Wojtek Krakowiak" userId="f72a0bb3b8a70e05" providerId="LiveId" clId="{EB2AAE5E-F441-4B21-A173-D9609660A338}" dt="2026-08-13T05:51:08.572" v="1915"/>
          <ac:picMkLst>
            <pc:docMk/>
            <pc:sldMk cId="1071613215" sldId="1571"/>
            <ac:picMk id="4" creationId="{E1E39430-D28C-C086-9592-D5C16BB3DF83}"/>
          </ac:picMkLst>
        </pc:picChg>
      </pc:sldChg>
      <pc:sldChg chg="addSp modSp add mod modAnim">
        <pc:chgData name="Wojtek Krakowiak" userId="f72a0bb3b8a70e05" providerId="LiveId" clId="{EB2AAE5E-F441-4B21-A173-D9609660A338}" dt="2026-08-13T05:50:41.783" v="1914"/>
        <pc:sldMkLst>
          <pc:docMk/>
          <pc:sldMk cId="4107455490" sldId="1572"/>
        </pc:sldMkLst>
        <pc:spChg chg="mod">
          <ac:chgData name="Wojtek Krakowiak" userId="f72a0bb3b8a70e05" providerId="LiveId" clId="{EB2AAE5E-F441-4B21-A173-D9609660A338}" dt="2026-08-12T18:58:23.112" v="83" actId="20577"/>
          <ac:spMkLst>
            <pc:docMk/>
            <pc:sldMk cId="4107455490" sldId="1572"/>
            <ac:spMk id="2" creationId="{647967CA-5467-1F3B-2B68-780422B8C328}"/>
          </ac:spMkLst>
        </pc:spChg>
        <pc:spChg chg="mod">
          <ac:chgData name="Wojtek Krakowiak" userId="f72a0bb3b8a70e05" providerId="LiveId" clId="{EB2AAE5E-F441-4B21-A173-D9609660A338}" dt="2026-08-12T19:00:27.308" v="167" actId="20577"/>
          <ac:spMkLst>
            <pc:docMk/>
            <pc:sldMk cId="4107455490" sldId="1572"/>
            <ac:spMk id="3" creationId="{256402F3-672A-7C20-D390-6B22CBA89967}"/>
          </ac:spMkLst>
        </pc:spChg>
        <pc:picChg chg="add mod">
          <ac:chgData name="Wojtek Krakowiak" userId="f72a0bb3b8a70e05" providerId="LiveId" clId="{EB2AAE5E-F441-4B21-A173-D9609660A338}" dt="2026-08-13T05:50:40.703" v="1912"/>
          <ac:picMkLst>
            <pc:docMk/>
            <pc:sldMk cId="4107455490" sldId="1572"/>
            <ac:picMk id="4" creationId="{557C7714-C33A-C2CD-917D-25DB2A1E8204}"/>
          </ac:picMkLst>
        </pc:picChg>
      </pc:sldChg>
      <pc:sldChg chg="addSp modSp add mod modAnim">
        <pc:chgData name="Wojtek Krakowiak" userId="f72a0bb3b8a70e05" providerId="LiveId" clId="{EB2AAE5E-F441-4B21-A173-D9609660A338}" dt="2026-08-13T05:51:47.688" v="1920"/>
        <pc:sldMkLst>
          <pc:docMk/>
          <pc:sldMk cId="1275785168" sldId="1573"/>
        </pc:sldMkLst>
        <pc:spChg chg="mod">
          <ac:chgData name="Wojtek Krakowiak" userId="f72a0bb3b8a70e05" providerId="LiveId" clId="{EB2AAE5E-F441-4B21-A173-D9609660A338}" dt="2026-08-12T18:59:31.482" v="101" actId="20577"/>
          <ac:spMkLst>
            <pc:docMk/>
            <pc:sldMk cId="1275785168" sldId="1573"/>
            <ac:spMk id="2" creationId="{C6066CDB-6436-BBB7-8165-90571370C09C}"/>
          </ac:spMkLst>
        </pc:spChg>
        <pc:spChg chg="mod">
          <ac:chgData name="Wojtek Krakowiak" userId="f72a0bb3b8a70e05" providerId="LiveId" clId="{EB2AAE5E-F441-4B21-A173-D9609660A338}" dt="2026-08-12T18:59:42.214" v="119" actId="20577"/>
          <ac:spMkLst>
            <pc:docMk/>
            <pc:sldMk cId="1275785168" sldId="1573"/>
            <ac:spMk id="3" creationId="{7471730A-E1DF-1798-2AF7-AD2CC954946E}"/>
          </ac:spMkLst>
        </pc:spChg>
        <pc:picChg chg="add mod">
          <ac:chgData name="Wojtek Krakowiak" userId="f72a0bb3b8a70e05" providerId="LiveId" clId="{EB2AAE5E-F441-4B21-A173-D9609660A338}" dt="2026-08-13T05:51:46.468" v="1918"/>
          <ac:picMkLst>
            <pc:docMk/>
            <pc:sldMk cId="1275785168" sldId="1573"/>
            <ac:picMk id="4" creationId="{AB72A412-8BE8-7272-36E6-59E5C401741C}"/>
          </ac:picMkLst>
        </pc:picChg>
      </pc:sldChg>
      <pc:sldChg chg="addSp modSp add mod modAnim">
        <pc:chgData name="Wojtek Krakowiak" userId="f72a0bb3b8a70e05" providerId="LiveId" clId="{EB2AAE5E-F441-4B21-A173-D9609660A338}" dt="2026-08-13T05:52:14.687" v="1925"/>
        <pc:sldMkLst>
          <pc:docMk/>
          <pc:sldMk cId="495373517" sldId="1574"/>
        </pc:sldMkLst>
        <pc:spChg chg="mod">
          <ac:chgData name="Wojtek Krakowiak" userId="f72a0bb3b8a70e05" providerId="LiveId" clId="{EB2AAE5E-F441-4B21-A173-D9609660A338}" dt="2026-08-12T19:01:04.065" v="190" actId="20577"/>
          <ac:spMkLst>
            <pc:docMk/>
            <pc:sldMk cId="495373517" sldId="1574"/>
            <ac:spMk id="2" creationId="{6E75C796-A35E-C103-B325-5483A93C83FA}"/>
          </ac:spMkLst>
        </pc:spChg>
        <pc:spChg chg="mod">
          <ac:chgData name="Wojtek Krakowiak" userId="f72a0bb3b8a70e05" providerId="LiveId" clId="{EB2AAE5E-F441-4B21-A173-D9609660A338}" dt="2026-08-12T19:01:37.810" v="205" actId="20577"/>
          <ac:spMkLst>
            <pc:docMk/>
            <pc:sldMk cId="495373517" sldId="1574"/>
            <ac:spMk id="3" creationId="{8B0C8FB7-3F8E-E3FC-BF8C-218F54308555}"/>
          </ac:spMkLst>
        </pc:spChg>
        <pc:picChg chg="add mod">
          <ac:chgData name="Wojtek Krakowiak" userId="f72a0bb3b8a70e05" providerId="LiveId" clId="{EB2AAE5E-F441-4B21-A173-D9609660A338}" dt="2026-08-13T05:52:12.605" v="1921"/>
          <ac:picMkLst>
            <pc:docMk/>
            <pc:sldMk cId="495373517" sldId="1574"/>
            <ac:picMk id="4" creationId="{9DAF8AC6-DE31-8950-ACAB-171E7B49976A}"/>
          </ac:picMkLst>
        </pc:picChg>
      </pc:sldChg>
      <pc:sldChg chg="add del">
        <pc:chgData name="Wojtek Krakowiak" userId="f72a0bb3b8a70e05" providerId="LiveId" clId="{EB2AAE5E-F441-4B21-A173-D9609660A338}" dt="2026-08-13T05:52:22.337" v="1926" actId="47"/>
        <pc:sldMkLst>
          <pc:docMk/>
          <pc:sldMk cId="3520718952" sldId="1575"/>
        </pc:sldMkLst>
      </pc:sldChg>
      <pc:sldChg chg="addSp modSp add mod modAnim">
        <pc:chgData name="Wojtek Krakowiak" userId="f72a0bb3b8a70e05" providerId="LiveId" clId="{EB2AAE5E-F441-4B21-A173-D9609660A338}" dt="2026-08-13T05:52:43.983" v="1929"/>
        <pc:sldMkLst>
          <pc:docMk/>
          <pc:sldMk cId="3260180225" sldId="1576"/>
        </pc:sldMkLst>
        <pc:spChg chg="mod">
          <ac:chgData name="Wojtek Krakowiak" userId="f72a0bb3b8a70e05" providerId="LiveId" clId="{EB2AAE5E-F441-4B21-A173-D9609660A338}" dt="2026-08-12T19:03:01.747" v="224" actId="20577"/>
          <ac:spMkLst>
            <pc:docMk/>
            <pc:sldMk cId="3260180225" sldId="1576"/>
            <ac:spMk id="2" creationId="{776E86D9-59AC-89D5-DEF4-4198A338F0A6}"/>
          </ac:spMkLst>
        </pc:spChg>
        <pc:spChg chg="mod">
          <ac:chgData name="Wojtek Krakowiak" userId="f72a0bb3b8a70e05" providerId="LiveId" clId="{EB2AAE5E-F441-4B21-A173-D9609660A338}" dt="2026-08-12T19:04:11.653" v="265" actId="20577"/>
          <ac:spMkLst>
            <pc:docMk/>
            <pc:sldMk cId="3260180225" sldId="1576"/>
            <ac:spMk id="3" creationId="{DBE5138B-BE46-8E3A-D623-551A14721C25}"/>
          </ac:spMkLst>
        </pc:spChg>
        <pc:picChg chg="add mod">
          <ac:chgData name="Wojtek Krakowiak" userId="f72a0bb3b8a70e05" providerId="LiveId" clId="{EB2AAE5E-F441-4B21-A173-D9609660A338}" dt="2026-08-13T05:52:42.912" v="1927"/>
          <ac:picMkLst>
            <pc:docMk/>
            <pc:sldMk cId="3260180225" sldId="1576"/>
            <ac:picMk id="4" creationId="{D12CB2B4-074D-15F0-7E02-C5BF3048EEBA}"/>
          </ac:picMkLst>
        </pc:picChg>
      </pc:sldChg>
      <pc:sldChg chg="addSp modSp add mod modAnim">
        <pc:chgData name="Wojtek Krakowiak" userId="f72a0bb3b8a70e05" providerId="LiveId" clId="{EB2AAE5E-F441-4B21-A173-D9609660A338}" dt="2026-08-13T05:53:15.850" v="1932"/>
        <pc:sldMkLst>
          <pc:docMk/>
          <pc:sldMk cId="421403276" sldId="1577"/>
        </pc:sldMkLst>
        <pc:spChg chg="mod">
          <ac:chgData name="Wojtek Krakowiak" userId="f72a0bb3b8a70e05" providerId="LiveId" clId="{EB2AAE5E-F441-4B21-A173-D9609660A338}" dt="2026-08-12T19:03:45.371" v="241" actId="20577"/>
          <ac:spMkLst>
            <pc:docMk/>
            <pc:sldMk cId="421403276" sldId="1577"/>
            <ac:spMk id="2" creationId="{B4F08EA4-07EE-C804-E19A-EE4D8E283AA2}"/>
          </ac:spMkLst>
        </pc:spChg>
        <pc:spChg chg="mod">
          <ac:chgData name="Wojtek Krakowiak" userId="f72a0bb3b8a70e05" providerId="LiveId" clId="{EB2AAE5E-F441-4B21-A173-D9609660A338}" dt="2026-08-12T19:04:21.180" v="284" actId="20577"/>
          <ac:spMkLst>
            <pc:docMk/>
            <pc:sldMk cId="421403276" sldId="1577"/>
            <ac:spMk id="3" creationId="{787A2819-902C-0293-35F3-CA8C974090F9}"/>
          </ac:spMkLst>
        </pc:spChg>
        <pc:picChg chg="add mod">
          <ac:chgData name="Wojtek Krakowiak" userId="f72a0bb3b8a70e05" providerId="LiveId" clId="{EB2AAE5E-F441-4B21-A173-D9609660A338}" dt="2026-08-13T05:53:14.648" v="1930"/>
          <ac:picMkLst>
            <pc:docMk/>
            <pc:sldMk cId="421403276" sldId="1577"/>
            <ac:picMk id="4" creationId="{4A19403B-70A8-AF6A-B5E7-1E9607EF2E47}"/>
          </ac:picMkLst>
        </pc:picChg>
      </pc:sldChg>
      <pc:sldChg chg="addSp modSp add mod modAnim">
        <pc:chgData name="Wojtek Krakowiak" userId="f72a0bb3b8a70e05" providerId="LiveId" clId="{EB2AAE5E-F441-4B21-A173-D9609660A338}" dt="2026-08-13T05:53:44.928" v="1935"/>
        <pc:sldMkLst>
          <pc:docMk/>
          <pc:sldMk cId="1220998733" sldId="1578"/>
        </pc:sldMkLst>
        <pc:spChg chg="mod">
          <ac:chgData name="Wojtek Krakowiak" userId="f72a0bb3b8a70e05" providerId="LiveId" clId="{EB2AAE5E-F441-4B21-A173-D9609660A338}" dt="2026-08-12T19:05:49.833" v="323" actId="20577"/>
          <ac:spMkLst>
            <pc:docMk/>
            <pc:sldMk cId="1220998733" sldId="1578"/>
            <ac:spMk id="2" creationId="{E8A8C970-7947-00E7-7747-BAF016ACF35F}"/>
          </ac:spMkLst>
        </pc:spChg>
        <pc:spChg chg="mod">
          <ac:chgData name="Wojtek Krakowiak" userId="f72a0bb3b8a70e05" providerId="LiveId" clId="{EB2AAE5E-F441-4B21-A173-D9609660A338}" dt="2026-08-12T19:06:13.351" v="353" actId="20577"/>
          <ac:spMkLst>
            <pc:docMk/>
            <pc:sldMk cId="1220998733" sldId="1578"/>
            <ac:spMk id="3" creationId="{8F68D1E6-3F63-3F1B-0A4E-BDDAD61D3ED9}"/>
          </ac:spMkLst>
        </pc:spChg>
        <pc:picChg chg="add mod">
          <ac:chgData name="Wojtek Krakowiak" userId="f72a0bb3b8a70e05" providerId="LiveId" clId="{EB2AAE5E-F441-4B21-A173-D9609660A338}" dt="2026-08-13T05:53:43.542" v="1933"/>
          <ac:picMkLst>
            <pc:docMk/>
            <pc:sldMk cId="1220998733" sldId="1578"/>
            <ac:picMk id="4" creationId="{A5049C28-6F68-17F3-C40B-5D168C0C6F71}"/>
          </ac:picMkLst>
        </pc:picChg>
      </pc:sldChg>
      <pc:sldChg chg="addSp modSp add mod modAnim">
        <pc:chgData name="Wojtek Krakowiak" userId="f72a0bb3b8a70e05" providerId="LiveId" clId="{EB2AAE5E-F441-4B21-A173-D9609660A338}" dt="2026-08-13T05:54:19.666" v="1940"/>
        <pc:sldMkLst>
          <pc:docMk/>
          <pc:sldMk cId="577797664" sldId="1579"/>
        </pc:sldMkLst>
        <pc:spChg chg="mod">
          <ac:chgData name="Wojtek Krakowiak" userId="f72a0bb3b8a70e05" providerId="LiveId" clId="{EB2AAE5E-F441-4B21-A173-D9609660A338}" dt="2026-08-12T19:06:36.420" v="381" actId="20577"/>
          <ac:spMkLst>
            <pc:docMk/>
            <pc:sldMk cId="577797664" sldId="1579"/>
            <ac:spMk id="2" creationId="{19DD107D-4CA7-071F-8B34-8F114A34710A}"/>
          </ac:spMkLst>
        </pc:spChg>
        <pc:spChg chg="mod">
          <ac:chgData name="Wojtek Krakowiak" userId="f72a0bb3b8a70e05" providerId="LiveId" clId="{EB2AAE5E-F441-4B21-A173-D9609660A338}" dt="2026-08-12T19:06:29.094" v="370" actId="20577"/>
          <ac:spMkLst>
            <pc:docMk/>
            <pc:sldMk cId="577797664" sldId="1579"/>
            <ac:spMk id="3" creationId="{F7F07872-DCBA-6C52-C474-D9910103E6CF}"/>
          </ac:spMkLst>
        </pc:spChg>
        <pc:picChg chg="add mod">
          <ac:chgData name="Wojtek Krakowiak" userId="f72a0bb3b8a70e05" providerId="LiveId" clId="{EB2AAE5E-F441-4B21-A173-D9609660A338}" dt="2026-08-13T05:54:19.666" v="1940"/>
          <ac:picMkLst>
            <pc:docMk/>
            <pc:sldMk cId="577797664" sldId="1579"/>
            <ac:picMk id="4" creationId="{664CF3CC-3479-BF40-2E79-DA776B0D802E}"/>
          </ac:picMkLst>
        </pc:picChg>
      </pc:sldChg>
      <pc:sldChg chg="addSp modSp add mod modAnim">
        <pc:chgData name="Wojtek Krakowiak" userId="f72a0bb3b8a70e05" providerId="LiveId" clId="{EB2AAE5E-F441-4B21-A173-D9609660A338}" dt="2026-08-13T05:54:48.550" v="1943"/>
        <pc:sldMkLst>
          <pc:docMk/>
          <pc:sldMk cId="2932728208" sldId="1580"/>
        </pc:sldMkLst>
        <pc:spChg chg="mod">
          <ac:chgData name="Wojtek Krakowiak" userId="f72a0bb3b8a70e05" providerId="LiveId" clId="{EB2AAE5E-F441-4B21-A173-D9609660A338}" dt="2026-08-12T19:08:57.538" v="406" actId="20577"/>
          <ac:spMkLst>
            <pc:docMk/>
            <pc:sldMk cId="2932728208" sldId="1580"/>
            <ac:spMk id="2" creationId="{28BCE62D-ED0E-A865-0EE1-0FAD7F5BCBE7}"/>
          </ac:spMkLst>
        </pc:spChg>
        <pc:spChg chg="mod">
          <ac:chgData name="Wojtek Krakowiak" userId="f72a0bb3b8a70e05" providerId="LiveId" clId="{EB2AAE5E-F441-4B21-A173-D9609660A338}" dt="2026-08-12T19:09:47.949" v="465" actId="20577"/>
          <ac:spMkLst>
            <pc:docMk/>
            <pc:sldMk cId="2932728208" sldId="1580"/>
            <ac:spMk id="3" creationId="{14993CA2-978C-EDA9-C29A-BC878B0B26EB}"/>
          </ac:spMkLst>
        </pc:spChg>
        <pc:picChg chg="add mod">
          <ac:chgData name="Wojtek Krakowiak" userId="f72a0bb3b8a70e05" providerId="LiveId" clId="{EB2AAE5E-F441-4B21-A173-D9609660A338}" dt="2026-08-13T05:54:47.313" v="1941"/>
          <ac:picMkLst>
            <pc:docMk/>
            <pc:sldMk cId="2932728208" sldId="1580"/>
            <ac:picMk id="4" creationId="{0977A5ED-5585-CF59-B72C-3F9375A64F11}"/>
          </ac:picMkLst>
        </pc:picChg>
      </pc:sldChg>
      <pc:sldChg chg="addSp modSp add mod modAnim">
        <pc:chgData name="Wojtek Krakowiak" userId="f72a0bb3b8a70e05" providerId="LiveId" clId="{EB2AAE5E-F441-4B21-A173-D9609660A338}" dt="2026-08-13T05:55:15.216" v="1946"/>
        <pc:sldMkLst>
          <pc:docMk/>
          <pc:sldMk cId="2084504062" sldId="1581"/>
        </pc:sldMkLst>
        <pc:spChg chg="mod">
          <ac:chgData name="Wojtek Krakowiak" userId="f72a0bb3b8a70e05" providerId="LiveId" clId="{EB2AAE5E-F441-4B21-A173-D9609660A338}" dt="2026-08-12T19:09:05.725" v="417" actId="20577"/>
          <ac:spMkLst>
            <pc:docMk/>
            <pc:sldMk cId="2084504062" sldId="1581"/>
            <ac:spMk id="2" creationId="{48A0CC27-A27D-D146-0884-8210A2168437}"/>
          </ac:spMkLst>
        </pc:spChg>
        <pc:spChg chg="mod">
          <ac:chgData name="Wojtek Krakowiak" userId="f72a0bb3b8a70e05" providerId="LiveId" clId="{EB2AAE5E-F441-4B21-A173-D9609660A338}" dt="2026-08-12T19:10:04.028" v="483" actId="20577"/>
          <ac:spMkLst>
            <pc:docMk/>
            <pc:sldMk cId="2084504062" sldId="1581"/>
            <ac:spMk id="3" creationId="{AF374C44-564D-81FE-7333-5DE1A05CDE02}"/>
          </ac:spMkLst>
        </pc:spChg>
        <pc:picChg chg="add mod">
          <ac:chgData name="Wojtek Krakowiak" userId="f72a0bb3b8a70e05" providerId="LiveId" clId="{EB2AAE5E-F441-4B21-A173-D9609660A338}" dt="2026-08-13T05:55:14.100" v="1944"/>
          <ac:picMkLst>
            <pc:docMk/>
            <pc:sldMk cId="2084504062" sldId="1581"/>
            <ac:picMk id="4" creationId="{99DE60B1-3B3A-2C31-223A-0573FE394B60}"/>
          </ac:picMkLst>
        </pc:picChg>
      </pc:sldChg>
      <pc:sldChg chg="addSp modSp add mod modAnim">
        <pc:chgData name="Wojtek Krakowiak" userId="f72a0bb3b8a70e05" providerId="LiveId" clId="{EB2AAE5E-F441-4B21-A173-D9609660A338}" dt="2026-08-13T05:55:43.971" v="1949"/>
        <pc:sldMkLst>
          <pc:docMk/>
          <pc:sldMk cId="2098093344" sldId="1582"/>
        </pc:sldMkLst>
        <pc:spChg chg="mod">
          <ac:chgData name="Wojtek Krakowiak" userId="f72a0bb3b8a70e05" providerId="LiveId" clId="{EB2AAE5E-F441-4B21-A173-D9609660A338}" dt="2026-08-12T19:09:14.822" v="428" actId="20577"/>
          <ac:spMkLst>
            <pc:docMk/>
            <pc:sldMk cId="2098093344" sldId="1582"/>
            <ac:spMk id="2" creationId="{F4DE3AD4-3734-8080-A3FB-0596E8E9E70C}"/>
          </ac:spMkLst>
        </pc:spChg>
        <pc:spChg chg="mod">
          <ac:chgData name="Wojtek Krakowiak" userId="f72a0bb3b8a70e05" providerId="LiveId" clId="{EB2AAE5E-F441-4B21-A173-D9609660A338}" dt="2026-08-12T19:10:16.287" v="502" actId="20577"/>
          <ac:spMkLst>
            <pc:docMk/>
            <pc:sldMk cId="2098093344" sldId="1582"/>
            <ac:spMk id="3" creationId="{6AAEC31F-9E18-A4A8-8BA0-424934AB8CEA}"/>
          </ac:spMkLst>
        </pc:spChg>
        <pc:picChg chg="add mod">
          <ac:chgData name="Wojtek Krakowiak" userId="f72a0bb3b8a70e05" providerId="LiveId" clId="{EB2AAE5E-F441-4B21-A173-D9609660A338}" dt="2026-08-13T05:55:42.120" v="1947"/>
          <ac:picMkLst>
            <pc:docMk/>
            <pc:sldMk cId="2098093344" sldId="1582"/>
            <ac:picMk id="4" creationId="{CF014CEB-7781-180A-A5A1-C31A3E2DF121}"/>
          </ac:picMkLst>
        </pc:picChg>
      </pc:sldChg>
      <pc:sldChg chg="addSp modSp add mod modAnim">
        <pc:chgData name="Wojtek Krakowiak" userId="f72a0bb3b8a70e05" providerId="LiveId" clId="{EB2AAE5E-F441-4B21-A173-D9609660A338}" dt="2026-08-13T05:56:13.092" v="1952"/>
        <pc:sldMkLst>
          <pc:docMk/>
          <pc:sldMk cId="293981564" sldId="1583"/>
        </pc:sldMkLst>
        <pc:spChg chg="mod">
          <ac:chgData name="Wojtek Krakowiak" userId="f72a0bb3b8a70e05" providerId="LiveId" clId="{EB2AAE5E-F441-4B21-A173-D9609660A338}" dt="2026-08-12T19:09:25.242" v="447" actId="20577"/>
          <ac:spMkLst>
            <pc:docMk/>
            <pc:sldMk cId="293981564" sldId="1583"/>
            <ac:spMk id="2" creationId="{0AF96A5A-E5B4-EA1B-37F4-57418257EE76}"/>
          </ac:spMkLst>
        </pc:spChg>
        <pc:spChg chg="mod">
          <ac:chgData name="Wojtek Krakowiak" userId="f72a0bb3b8a70e05" providerId="LiveId" clId="{EB2AAE5E-F441-4B21-A173-D9609660A338}" dt="2026-08-12T19:10:31.643" v="519" actId="20577"/>
          <ac:spMkLst>
            <pc:docMk/>
            <pc:sldMk cId="293981564" sldId="1583"/>
            <ac:spMk id="3" creationId="{250C39D3-C331-DF2B-26D1-260645FE4B4D}"/>
          </ac:spMkLst>
        </pc:spChg>
        <pc:picChg chg="add mod">
          <ac:chgData name="Wojtek Krakowiak" userId="f72a0bb3b8a70e05" providerId="LiveId" clId="{EB2AAE5E-F441-4B21-A173-D9609660A338}" dt="2026-08-13T05:56:12.071" v="1950"/>
          <ac:picMkLst>
            <pc:docMk/>
            <pc:sldMk cId="293981564" sldId="1583"/>
            <ac:picMk id="4" creationId="{DDE7A0FF-339B-FF15-8B1B-F59EEC8508DB}"/>
          </ac:picMkLst>
        </pc:picChg>
      </pc:sldChg>
      <pc:sldChg chg="addSp modSp add mod modAnim">
        <pc:chgData name="Wojtek Krakowiak" userId="f72a0bb3b8a70e05" providerId="LiveId" clId="{EB2AAE5E-F441-4B21-A173-D9609660A338}" dt="2026-08-13T05:56:46.351" v="1955"/>
        <pc:sldMkLst>
          <pc:docMk/>
          <pc:sldMk cId="1060507424" sldId="1584"/>
        </pc:sldMkLst>
        <pc:spChg chg="mod">
          <ac:chgData name="Wojtek Krakowiak" userId="f72a0bb3b8a70e05" providerId="LiveId" clId="{EB2AAE5E-F441-4B21-A173-D9609660A338}" dt="2026-08-12T19:12:00.210" v="569" actId="20577"/>
          <ac:spMkLst>
            <pc:docMk/>
            <pc:sldMk cId="1060507424" sldId="1584"/>
            <ac:spMk id="2" creationId="{9FF55A18-0534-11CA-F8B9-378F05699101}"/>
          </ac:spMkLst>
        </pc:spChg>
        <pc:spChg chg="mod">
          <ac:chgData name="Wojtek Krakowiak" userId="f72a0bb3b8a70e05" providerId="LiveId" clId="{EB2AAE5E-F441-4B21-A173-D9609660A338}" dt="2026-08-12T19:11:50.715" v="549" actId="20577"/>
          <ac:spMkLst>
            <pc:docMk/>
            <pc:sldMk cId="1060507424" sldId="1584"/>
            <ac:spMk id="3" creationId="{49C82F6D-347D-AD47-5F7E-7A57E0F49B9C}"/>
          </ac:spMkLst>
        </pc:spChg>
        <pc:picChg chg="add mod">
          <ac:chgData name="Wojtek Krakowiak" userId="f72a0bb3b8a70e05" providerId="LiveId" clId="{EB2AAE5E-F441-4B21-A173-D9609660A338}" dt="2026-08-13T05:56:44.952" v="1953"/>
          <ac:picMkLst>
            <pc:docMk/>
            <pc:sldMk cId="1060507424" sldId="1584"/>
            <ac:picMk id="4" creationId="{6ED37A1B-CC36-6C20-9029-B44025EA35D6}"/>
          </ac:picMkLst>
        </pc:picChg>
      </pc:sldChg>
      <pc:sldChg chg="addSp modSp add mod modAnim">
        <pc:chgData name="Wojtek Krakowiak" userId="f72a0bb3b8a70e05" providerId="LiveId" clId="{EB2AAE5E-F441-4B21-A173-D9609660A338}" dt="2026-08-13T05:57:20.007" v="1958"/>
        <pc:sldMkLst>
          <pc:docMk/>
          <pc:sldMk cId="181755517" sldId="1585"/>
        </pc:sldMkLst>
        <pc:spChg chg="mod">
          <ac:chgData name="Wojtek Krakowiak" userId="f72a0bb3b8a70e05" providerId="LiveId" clId="{EB2AAE5E-F441-4B21-A173-D9609660A338}" dt="2026-08-12T19:13:24.990" v="588" actId="20577"/>
          <ac:spMkLst>
            <pc:docMk/>
            <pc:sldMk cId="181755517" sldId="1585"/>
            <ac:spMk id="2" creationId="{F424297B-653C-0CDD-A436-2D8A8837BF81}"/>
          </ac:spMkLst>
        </pc:spChg>
        <pc:spChg chg="mod">
          <ac:chgData name="Wojtek Krakowiak" userId="f72a0bb3b8a70e05" providerId="LiveId" clId="{EB2AAE5E-F441-4B21-A173-D9609660A338}" dt="2026-08-12T19:13:36.097" v="610" actId="20577"/>
          <ac:spMkLst>
            <pc:docMk/>
            <pc:sldMk cId="181755517" sldId="1585"/>
            <ac:spMk id="3" creationId="{FA5BC880-298B-0F0A-14AC-8A58089FA8A8}"/>
          </ac:spMkLst>
        </pc:spChg>
        <pc:picChg chg="add mod">
          <ac:chgData name="Wojtek Krakowiak" userId="f72a0bb3b8a70e05" providerId="LiveId" clId="{EB2AAE5E-F441-4B21-A173-D9609660A338}" dt="2026-08-13T05:57:18.190" v="1956"/>
          <ac:picMkLst>
            <pc:docMk/>
            <pc:sldMk cId="181755517" sldId="1585"/>
            <ac:picMk id="4" creationId="{DB2D0A7E-147B-6AA6-3DAB-9C89E42EBC15}"/>
          </ac:picMkLst>
        </pc:picChg>
      </pc:sldChg>
      <pc:sldChg chg="addSp modSp add mod modAnim">
        <pc:chgData name="Wojtek Krakowiak" userId="f72a0bb3b8a70e05" providerId="LiveId" clId="{EB2AAE5E-F441-4B21-A173-D9609660A338}" dt="2026-08-13T05:57:46.919" v="1961"/>
        <pc:sldMkLst>
          <pc:docMk/>
          <pc:sldMk cId="2305272383" sldId="1586"/>
        </pc:sldMkLst>
        <pc:spChg chg="mod">
          <ac:chgData name="Wojtek Krakowiak" userId="f72a0bb3b8a70e05" providerId="LiveId" clId="{EB2AAE5E-F441-4B21-A173-D9609660A338}" dt="2026-08-12T19:15:29.244" v="655" actId="313"/>
          <ac:spMkLst>
            <pc:docMk/>
            <pc:sldMk cId="2305272383" sldId="1586"/>
            <ac:spMk id="2" creationId="{DB30DC6B-555B-7899-5879-0B87FEBC6EAE}"/>
          </ac:spMkLst>
        </pc:spChg>
        <pc:spChg chg="mod">
          <ac:chgData name="Wojtek Krakowiak" userId="f72a0bb3b8a70e05" providerId="LiveId" clId="{EB2AAE5E-F441-4B21-A173-D9609660A338}" dt="2026-08-12T19:15:03.146" v="627" actId="20577"/>
          <ac:spMkLst>
            <pc:docMk/>
            <pc:sldMk cId="2305272383" sldId="1586"/>
            <ac:spMk id="3" creationId="{5380F53C-C940-0669-D7A7-4D3FEC44C028}"/>
          </ac:spMkLst>
        </pc:spChg>
        <pc:picChg chg="add mod">
          <ac:chgData name="Wojtek Krakowiak" userId="f72a0bb3b8a70e05" providerId="LiveId" clId="{EB2AAE5E-F441-4B21-A173-D9609660A338}" dt="2026-08-13T05:57:45.715" v="1959"/>
          <ac:picMkLst>
            <pc:docMk/>
            <pc:sldMk cId="2305272383" sldId="1586"/>
            <ac:picMk id="4" creationId="{98864865-3799-BB7E-BA3A-E30F1C7601D8}"/>
          </ac:picMkLst>
        </pc:picChg>
      </pc:sldChg>
      <pc:sldChg chg="addSp modSp add mod modAnim">
        <pc:chgData name="Wojtek Krakowiak" userId="f72a0bb3b8a70e05" providerId="LiveId" clId="{EB2AAE5E-F441-4B21-A173-D9609660A338}" dt="2026-08-13T05:58:16.804" v="1966"/>
        <pc:sldMkLst>
          <pc:docMk/>
          <pc:sldMk cId="841129058" sldId="1587"/>
        </pc:sldMkLst>
        <pc:spChg chg="mod">
          <ac:chgData name="Wojtek Krakowiak" userId="f72a0bb3b8a70e05" providerId="LiveId" clId="{EB2AAE5E-F441-4B21-A173-D9609660A338}" dt="2026-08-13T05:06:02.804" v="669" actId="20577"/>
          <ac:spMkLst>
            <pc:docMk/>
            <pc:sldMk cId="841129058" sldId="1587"/>
            <ac:spMk id="2" creationId="{EA19AF24-85D2-E5E4-C13B-0057A19D394B}"/>
          </ac:spMkLst>
        </pc:spChg>
        <pc:spChg chg="mod">
          <ac:chgData name="Wojtek Krakowiak" userId="f72a0bb3b8a70e05" providerId="LiveId" clId="{EB2AAE5E-F441-4B21-A173-D9609660A338}" dt="2026-08-13T05:06:30.514" v="691" actId="20577"/>
          <ac:spMkLst>
            <pc:docMk/>
            <pc:sldMk cId="841129058" sldId="1587"/>
            <ac:spMk id="3" creationId="{5F08765A-7FA1-AF1D-46F8-36B08F0777A1}"/>
          </ac:spMkLst>
        </pc:spChg>
        <pc:picChg chg="add mod">
          <ac:chgData name="Wojtek Krakowiak" userId="f72a0bb3b8a70e05" providerId="LiveId" clId="{EB2AAE5E-F441-4B21-A173-D9609660A338}" dt="2026-08-13T05:58:14.686" v="1962"/>
          <ac:picMkLst>
            <pc:docMk/>
            <pc:sldMk cId="841129058" sldId="1587"/>
            <ac:picMk id="4" creationId="{523DD391-942B-409B-B4A6-C5F99C357846}"/>
          </ac:picMkLst>
        </pc:picChg>
      </pc:sldChg>
      <pc:sldChg chg="addSp modSp add mod modAnim">
        <pc:chgData name="Wojtek Krakowiak" userId="f72a0bb3b8a70e05" providerId="LiveId" clId="{EB2AAE5E-F441-4B21-A173-D9609660A338}" dt="2026-08-13T05:58:44.738" v="1969"/>
        <pc:sldMkLst>
          <pc:docMk/>
          <pc:sldMk cId="1218841396" sldId="1588"/>
        </pc:sldMkLst>
        <pc:spChg chg="mod">
          <ac:chgData name="Wojtek Krakowiak" userId="f72a0bb3b8a70e05" providerId="LiveId" clId="{EB2AAE5E-F441-4B21-A173-D9609660A338}" dt="2026-08-13T05:06:15.290" v="682" actId="20577"/>
          <ac:spMkLst>
            <pc:docMk/>
            <pc:sldMk cId="1218841396" sldId="1588"/>
            <ac:spMk id="2" creationId="{940E17F7-0FB4-15A4-4731-6AB206228298}"/>
          </ac:spMkLst>
        </pc:spChg>
        <pc:spChg chg="mod">
          <ac:chgData name="Wojtek Krakowiak" userId="f72a0bb3b8a70e05" providerId="LiveId" clId="{EB2AAE5E-F441-4B21-A173-D9609660A338}" dt="2026-08-13T05:06:50.435" v="714" actId="313"/>
          <ac:spMkLst>
            <pc:docMk/>
            <pc:sldMk cId="1218841396" sldId="1588"/>
            <ac:spMk id="3" creationId="{250637A0-DD17-4C44-CE45-BABCF873EDFB}"/>
          </ac:spMkLst>
        </pc:spChg>
        <pc:picChg chg="add mod">
          <ac:chgData name="Wojtek Krakowiak" userId="f72a0bb3b8a70e05" providerId="LiveId" clId="{EB2AAE5E-F441-4B21-A173-D9609660A338}" dt="2026-08-13T05:58:43.577" v="1967"/>
          <ac:picMkLst>
            <pc:docMk/>
            <pc:sldMk cId="1218841396" sldId="1588"/>
            <ac:picMk id="4" creationId="{56012BC8-A2CC-3832-89A2-70DCFA50472D}"/>
          </ac:picMkLst>
        </pc:picChg>
      </pc:sldChg>
      <pc:sldChg chg="addSp modSp add mod modAnim">
        <pc:chgData name="Wojtek Krakowiak" userId="f72a0bb3b8a70e05" providerId="LiveId" clId="{EB2AAE5E-F441-4B21-A173-D9609660A338}" dt="2026-08-13T05:59:09.184" v="1972"/>
        <pc:sldMkLst>
          <pc:docMk/>
          <pc:sldMk cId="2350893522" sldId="1589"/>
        </pc:sldMkLst>
        <pc:spChg chg="mod">
          <ac:chgData name="Wojtek Krakowiak" userId="f72a0bb3b8a70e05" providerId="LiveId" clId="{EB2AAE5E-F441-4B21-A173-D9609660A338}" dt="2026-08-13T05:21:18.706" v="968" actId="1076"/>
          <ac:spMkLst>
            <pc:docMk/>
            <pc:sldMk cId="2350893522" sldId="1589"/>
            <ac:spMk id="2" creationId="{BFE70DD4-A698-B8AC-AC2D-9CDDD05CD877}"/>
          </ac:spMkLst>
        </pc:spChg>
        <pc:spChg chg="mod">
          <ac:chgData name="Wojtek Krakowiak" userId="f72a0bb3b8a70e05" providerId="LiveId" clId="{EB2AAE5E-F441-4B21-A173-D9609660A338}" dt="2026-08-13T05:07:28.590" v="746" actId="20577"/>
          <ac:spMkLst>
            <pc:docMk/>
            <pc:sldMk cId="2350893522" sldId="1589"/>
            <ac:spMk id="3" creationId="{DF824AEE-3301-48E1-8AD3-477AA77EC434}"/>
          </ac:spMkLst>
        </pc:spChg>
        <pc:picChg chg="add mod">
          <ac:chgData name="Wojtek Krakowiak" userId="f72a0bb3b8a70e05" providerId="LiveId" clId="{EB2AAE5E-F441-4B21-A173-D9609660A338}" dt="2026-08-13T05:59:08.093" v="1970"/>
          <ac:picMkLst>
            <pc:docMk/>
            <pc:sldMk cId="2350893522" sldId="1589"/>
            <ac:picMk id="4" creationId="{E5F69D95-6233-5921-C997-CAC90B25AF95}"/>
          </ac:picMkLst>
        </pc:picChg>
      </pc:sldChg>
      <pc:sldChg chg="addSp modSp add mod modAnim">
        <pc:chgData name="Wojtek Krakowiak" userId="f72a0bb3b8a70e05" providerId="LiveId" clId="{EB2AAE5E-F441-4B21-A173-D9609660A338}" dt="2026-08-13T05:59:45.135" v="1975"/>
        <pc:sldMkLst>
          <pc:docMk/>
          <pc:sldMk cId="2313245853" sldId="1590"/>
        </pc:sldMkLst>
        <pc:spChg chg="mod">
          <ac:chgData name="Wojtek Krakowiak" userId="f72a0bb3b8a70e05" providerId="LiveId" clId="{EB2AAE5E-F441-4B21-A173-D9609660A338}" dt="2026-08-13T05:17:37.252" v="939" actId="20577"/>
          <ac:spMkLst>
            <pc:docMk/>
            <pc:sldMk cId="2313245853" sldId="1590"/>
            <ac:spMk id="2" creationId="{6A81C67D-39EC-A610-9AB1-A5834C3649D2}"/>
          </ac:spMkLst>
        </pc:spChg>
        <pc:spChg chg="mod">
          <ac:chgData name="Wojtek Krakowiak" userId="f72a0bb3b8a70e05" providerId="LiveId" clId="{EB2AAE5E-F441-4B21-A173-D9609660A338}" dt="2026-08-13T05:16:59.624" v="900" actId="20577"/>
          <ac:spMkLst>
            <pc:docMk/>
            <pc:sldMk cId="2313245853" sldId="1590"/>
            <ac:spMk id="3" creationId="{161ECE2C-A7DA-7395-A8D3-FEFC166BBBB9}"/>
          </ac:spMkLst>
        </pc:spChg>
        <pc:picChg chg="add mod">
          <ac:chgData name="Wojtek Krakowiak" userId="f72a0bb3b8a70e05" providerId="LiveId" clId="{EB2AAE5E-F441-4B21-A173-D9609660A338}" dt="2026-08-13T05:59:43.644" v="1973"/>
          <ac:picMkLst>
            <pc:docMk/>
            <pc:sldMk cId="2313245853" sldId="1590"/>
            <ac:picMk id="4" creationId="{0534F002-2B68-A0BB-8BF2-630F1452BC34}"/>
          </ac:picMkLst>
        </pc:picChg>
      </pc:sldChg>
      <pc:sldChg chg="addSp delSp modSp add mod delAnim modAnim">
        <pc:chgData name="Wojtek Krakowiak" userId="f72a0bb3b8a70e05" providerId="LiveId" clId="{EB2AAE5E-F441-4B21-A173-D9609660A338}" dt="2026-08-13T05:15:11.628" v="890"/>
        <pc:sldMkLst>
          <pc:docMk/>
          <pc:sldMk cId="2325999455" sldId="1591"/>
        </pc:sldMkLst>
        <pc:spChg chg="mod">
          <ac:chgData name="Wojtek Krakowiak" userId="f72a0bb3b8a70e05" providerId="LiveId" clId="{EB2AAE5E-F441-4B21-A173-D9609660A338}" dt="2026-08-13T05:08:54.081" v="784" actId="20577"/>
          <ac:spMkLst>
            <pc:docMk/>
            <pc:sldMk cId="2325999455" sldId="1591"/>
            <ac:spMk id="2" creationId="{B79C5F1F-781C-B5E5-B854-EBCCF456D85E}"/>
          </ac:spMkLst>
        </pc:spChg>
        <pc:spChg chg="mod">
          <ac:chgData name="Wojtek Krakowiak" userId="f72a0bb3b8a70e05" providerId="LiveId" clId="{EB2AAE5E-F441-4B21-A173-D9609660A338}" dt="2026-08-13T05:11:00.477" v="883" actId="20577"/>
          <ac:spMkLst>
            <pc:docMk/>
            <pc:sldMk cId="2325999455" sldId="1591"/>
            <ac:spMk id="3" creationId="{77C3B1D3-1B56-14A6-5DFE-FE2B1B5AF03A}"/>
          </ac:spMkLst>
        </pc:spChg>
        <pc:picChg chg="del">
          <ac:chgData name="Wojtek Krakowiak" userId="f72a0bb3b8a70e05" providerId="LiveId" clId="{EB2AAE5E-F441-4B21-A173-D9609660A338}" dt="2026-08-13T05:08:56.453" v="785" actId="478"/>
          <ac:picMkLst>
            <pc:docMk/>
            <pc:sldMk cId="2325999455" sldId="1591"/>
            <ac:picMk id="4" creationId="{B593BC5D-2982-8378-5D37-A8BDE1A072E2}"/>
          </ac:picMkLst>
        </pc:picChg>
        <pc:picChg chg="add del mod">
          <ac:chgData name="Wojtek Krakowiak" userId="f72a0bb3b8a70e05" providerId="LiveId" clId="{EB2AAE5E-F441-4B21-A173-D9609660A338}" dt="2026-08-13T05:12:26.050" v="887" actId="478"/>
          <ac:picMkLst>
            <pc:docMk/>
            <pc:sldMk cId="2325999455" sldId="1591"/>
            <ac:picMk id="5" creationId="{03EAAD68-1A35-685D-CB1D-01A9999E8C8C}"/>
          </ac:picMkLst>
        </pc:picChg>
        <pc:picChg chg="add mod">
          <ac:chgData name="Wojtek Krakowiak" userId="f72a0bb3b8a70e05" providerId="LiveId" clId="{EB2AAE5E-F441-4B21-A173-D9609660A338}" dt="2026-08-13T05:15:10.322" v="888"/>
          <ac:picMkLst>
            <pc:docMk/>
            <pc:sldMk cId="2325999455" sldId="1591"/>
            <ac:picMk id="6" creationId="{A223D2DA-76C0-0A91-54F8-70926EEC1D5B}"/>
          </ac:picMkLst>
        </pc:picChg>
      </pc:sldChg>
      <pc:sldChg chg="addSp delSp modSp add mod delAnim modAnim">
        <pc:chgData name="Wojtek Krakowiak" userId="f72a0bb3b8a70e05" providerId="LiveId" clId="{EB2AAE5E-F441-4B21-A173-D9609660A338}" dt="2026-08-13T05:10:51.351" v="882"/>
        <pc:sldMkLst>
          <pc:docMk/>
          <pc:sldMk cId="2569927911" sldId="1592"/>
        </pc:sldMkLst>
        <pc:spChg chg="mod">
          <ac:chgData name="Wojtek Krakowiak" userId="f72a0bb3b8a70e05" providerId="LiveId" clId="{EB2AAE5E-F441-4B21-A173-D9609660A338}" dt="2026-08-13T05:08:42.479" v="772" actId="20577"/>
          <ac:spMkLst>
            <pc:docMk/>
            <pc:sldMk cId="2569927911" sldId="1592"/>
            <ac:spMk id="2" creationId="{B79C5F1F-781C-B5E5-B854-EBCCF456D85E}"/>
          </ac:spMkLst>
        </pc:spChg>
        <pc:spChg chg="mod">
          <ac:chgData name="Wojtek Krakowiak" userId="f72a0bb3b8a70e05" providerId="LiveId" clId="{EB2AAE5E-F441-4B21-A173-D9609660A338}" dt="2026-08-13T05:09:20.275" v="815" actId="20577"/>
          <ac:spMkLst>
            <pc:docMk/>
            <pc:sldMk cId="2569927911" sldId="1592"/>
            <ac:spMk id="3" creationId="{77C3B1D3-1B56-14A6-5DFE-FE2B1B5AF03A}"/>
          </ac:spMkLst>
        </pc:spChg>
        <pc:picChg chg="del">
          <ac:chgData name="Wojtek Krakowiak" userId="f72a0bb3b8a70e05" providerId="LiveId" clId="{EB2AAE5E-F441-4B21-A173-D9609660A338}" dt="2026-08-13T05:08:59.948" v="786" actId="478"/>
          <ac:picMkLst>
            <pc:docMk/>
            <pc:sldMk cId="2569927911" sldId="1592"/>
            <ac:picMk id="4" creationId="{B593BC5D-2982-8378-5D37-A8BDE1A072E2}"/>
          </ac:picMkLst>
        </pc:picChg>
        <pc:picChg chg="add mod">
          <ac:chgData name="Wojtek Krakowiak" userId="f72a0bb3b8a70e05" providerId="LiveId" clId="{EB2AAE5E-F441-4B21-A173-D9609660A338}" dt="2026-08-13T05:10:49.966" v="880"/>
          <ac:picMkLst>
            <pc:docMk/>
            <pc:sldMk cId="2569927911" sldId="1592"/>
            <ac:picMk id="5" creationId="{0D736082-887B-D16B-1061-B7198A37CDE7}"/>
          </ac:picMkLst>
        </pc:picChg>
      </pc:sldChg>
      <pc:sldChg chg="addSp modSp add mod modAnim">
        <pc:chgData name="Wojtek Krakowiak" userId="f72a0bb3b8a70e05" providerId="LiveId" clId="{EB2AAE5E-F441-4B21-A173-D9609660A338}" dt="2026-08-13T06:00:21.723" v="1978"/>
        <pc:sldMkLst>
          <pc:docMk/>
          <pc:sldMk cId="1558491893" sldId="1593"/>
        </pc:sldMkLst>
        <pc:spChg chg="mod">
          <ac:chgData name="Wojtek Krakowiak" userId="f72a0bb3b8a70e05" providerId="LiveId" clId="{EB2AAE5E-F441-4B21-A173-D9609660A338}" dt="2026-08-13T05:21:06.681" v="966" actId="1076"/>
          <ac:spMkLst>
            <pc:docMk/>
            <pc:sldMk cId="1558491893" sldId="1593"/>
            <ac:spMk id="2" creationId="{67A38CEE-A67D-29C3-DDDE-9C154FFFD3C9}"/>
          </ac:spMkLst>
        </pc:spChg>
        <pc:spChg chg="mod">
          <ac:chgData name="Wojtek Krakowiak" userId="f72a0bb3b8a70e05" providerId="LiveId" clId="{EB2AAE5E-F441-4B21-A173-D9609660A338}" dt="2026-08-13T05:17:16.385" v="911" actId="20577"/>
          <ac:spMkLst>
            <pc:docMk/>
            <pc:sldMk cId="1558491893" sldId="1593"/>
            <ac:spMk id="3" creationId="{4EC0C373-5DA7-CE1C-C4EC-94B1EB26028F}"/>
          </ac:spMkLst>
        </pc:spChg>
        <pc:picChg chg="add mod">
          <ac:chgData name="Wojtek Krakowiak" userId="f72a0bb3b8a70e05" providerId="LiveId" clId="{EB2AAE5E-F441-4B21-A173-D9609660A338}" dt="2026-08-13T06:00:20.442" v="1976"/>
          <ac:picMkLst>
            <pc:docMk/>
            <pc:sldMk cId="1558491893" sldId="1593"/>
            <ac:picMk id="4" creationId="{18FBB288-0FEF-9BFB-0F3D-D8D0FD3E4608}"/>
          </ac:picMkLst>
        </pc:picChg>
      </pc:sldChg>
      <pc:sldChg chg="addSp modSp add mod ord modAnim">
        <pc:chgData name="Wojtek Krakowiak" userId="f72a0bb3b8a70e05" providerId="LiveId" clId="{EB2AAE5E-F441-4B21-A173-D9609660A338}" dt="2026-08-13T06:00:50.829" v="1981"/>
        <pc:sldMkLst>
          <pc:docMk/>
          <pc:sldMk cId="1236048971" sldId="1594"/>
        </pc:sldMkLst>
        <pc:spChg chg="mod">
          <ac:chgData name="Wojtek Krakowiak" userId="f72a0bb3b8a70e05" providerId="LiveId" clId="{EB2AAE5E-F441-4B21-A173-D9609660A338}" dt="2026-08-13T05:21:46.351" v="986" actId="20577"/>
          <ac:spMkLst>
            <pc:docMk/>
            <pc:sldMk cId="1236048971" sldId="1594"/>
            <ac:spMk id="2" creationId="{ADAB8866-B0A9-3E65-05E5-CEA79F4C2FDE}"/>
          </ac:spMkLst>
        </pc:spChg>
        <pc:spChg chg="mod">
          <ac:chgData name="Wojtek Krakowiak" userId="f72a0bb3b8a70e05" providerId="LiveId" clId="{EB2AAE5E-F441-4B21-A173-D9609660A338}" dt="2026-08-13T05:21:58.928" v="1006" actId="20577"/>
          <ac:spMkLst>
            <pc:docMk/>
            <pc:sldMk cId="1236048971" sldId="1594"/>
            <ac:spMk id="3" creationId="{A1F9EEFD-7BC8-018D-F1AA-69E943E821F6}"/>
          </ac:spMkLst>
        </pc:spChg>
        <pc:picChg chg="add mod">
          <ac:chgData name="Wojtek Krakowiak" userId="f72a0bb3b8a70e05" providerId="LiveId" clId="{EB2AAE5E-F441-4B21-A173-D9609660A338}" dt="2026-08-13T06:00:49.790" v="1979"/>
          <ac:picMkLst>
            <pc:docMk/>
            <pc:sldMk cId="1236048971" sldId="1594"/>
            <ac:picMk id="4" creationId="{0769D4EC-9B09-99F1-F3B2-36A214309591}"/>
          </ac:picMkLst>
        </pc:picChg>
      </pc:sldChg>
      <pc:sldChg chg="modSp add del mod modAnim">
        <pc:chgData name="Wojtek Krakowiak" userId="f72a0bb3b8a70e05" providerId="LiveId" clId="{EB2AAE5E-F441-4B21-A173-D9609660A338}" dt="2026-08-13T05:20:48.604" v="963" actId="47"/>
        <pc:sldMkLst>
          <pc:docMk/>
          <pc:sldMk cId="2900059754" sldId="1594"/>
        </pc:sldMkLst>
        <pc:spChg chg="mod">
          <ac:chgData name="Wojtek Krakowiak" userId="f72a0bb3b8a70e05" providerId="LiveId" clId="{EB2AAE5E-F441-4B21-A173-D9609660A338}" dt="2026-08-13T05:20:42.613" v="962" actId="20577"/>
          <ac:spMkLst>
            <pc:docMk/>
            <pc:sldMk cId="2900059754" sldId="1594"/>
            <ac:spMk id="2" creationId="{29D89B67-9C85-EBCC-02AA-BB279358B192}"/>
          </ac:spMkLst>
        </pc:spChg>
        <pc:spChg chg="mod">
          <ac:chgData name="Wojtek Krakowiak" userId="f72a0bb3b8a70e05" providerId="LiveId" clId="{EB2AAE5E-F441-4B21-A173-D9609660A338}" dt="2026-08-13T05:20:19.111" v="941" actId="20577"/>
          <ac:spMkLst>
            <pc:docMk/>
            <pc:sldMk cId="2900059754" sldId="1594"/>
            <ac:spMk id="3" creationId="{722E01B8-91A5-4507-0798-D5F4B432BE29}"/>
          </ac:spMkLst>
        </pc:spChg>
      </pc:sldChg>
      <pc:sldChg chg="addSp modSp add mod modAnim">
        <pc:chgData name="Wojtek Krakowiak" userId="f72a0bb3b8a70e05" providerId="LiveId" clId="{EB2AAE5E-F441-4B21-A173-D9609660A338}" dt="2026-08-13T06:01:25.687" v="1984"/>
        <pc:sldMkLst>
          <pc:docMk/>
          <pc:sldMk cId="3248794938" sldId="1595"/>
        </pc:sldMkLst>
        <pc:spChg chg="mod">
          <ac:chgData name="Wojtek Krakowiak" userId="f72a0bb3b8a70e05" providerId="LiveId" clId="{EB2AAE5E-F441-4B21-A173-D9609660A338}" dt="2026-08-13T05:22:32.972" v="1038" actId="20577"/>
          <ac:spMkLst>
            <pc:docMk/>
            <pc:sldMk cId="3248794938" sldId="1595"/>
            <ac:spMk id="2" creationId="{F6FAF211-DC68-2921-0D23-1EACF082CBE8}"/>
          </ac:spMkLst>
        </pc:spChg>
        <pc:spChg chg="mod">
          <ac:chgData name="Wojtek Krakowiak" userId="f72a0bb3b8a70e05" providerId="LiveId" clId="{EB2AAE5E-F441-4B21-A173-D9609660A338}" dt="2026-08-13T05:22:20.304" v="1027" actId="20577"/>
          <ac:spMkLst>
            <pc:docMk/>
            <pc:sldMk cId="3248794938" sldId="1595"/>
            <ac:spMk id="3" creationId="{5DD9D797-BC9E-C484-C0E7-FE7CD69870C0}"/>
          </ac:spMkLst>
        </pc:spChg>
        <pc:picChg chg="add mod">
          <ac:chgData name="Wojtek Krakowiak" userId="f72a0bb3b8a70e05" providerId="LiveId" clId="{EB2AAE5E-F441-4B21-A173-D9609660A338}" dt="2026-08-13T06:01:24.040" v="1982"/>
          <ac:picMkLst>
            <pc:docMk/>
            <pc:sldMk cId="3248794938" sldId="1595"/>
            <ac:picMk id="4" creationId="{82D3A51E-0199-2103-FBDD-D20A0C62583A}"/>
          </ac:picMkLst>
        </pc:picChg>
      </pc:sldChg>
      <pc:sldChg chg="addSp modSp add mod modAnim">
        <pc:chgData name="Wojtek Krakowiak" userId="f72a0bb3b8a70e05" providerId="LiveId" clId="{EB2AAE5E-F441-4B21-A173-D9609660A338}" dt="2026-08-13T06:04:31.051" v="2025"/>
        <pc:sldMkLst>
          <pc:docMk/>
          <pc:sldMk cId="2843425937" sldId="1596"/>
        </pc:sldMkLst>
        <pc:spChg chg="mod">
          <ac:chgData name="Wojtek Krakowiak" userId="f72a0bb3b8a70e05" providerId="LiveId" clId="{EB2AAE5E-F441-4B21-A173-D9609660A338}" dt="2026-08-13T05:24:08.663" v="1056" actId="20577"/>
          <ac:spMkLst>
            <pc:docMk/>
            <pc:sldMk cId="2843425937" sldId="1596"/>
            <ac:spMk id="2" creationId="{9692D3CB-4CEE-27B8-0BDF-0A046AA3DD15}"/>
          </ac:spMkLst>
        </pc:spChg>
        <pc:spChg chg="mod">
          <ac:chgData name="Wojtek Krakowiak" userId="f72a0bb3b8a70e05" providerId="LiveId" clId="{EB2AAE5E-F441-4B21-A173-D9609660A338}" dt="2026-08-13T05:24:41.131" v="1086" actId="20577"/>
          <ac:spMkLst>
            <pc:docMk/>
            <pc:sldMk cId="2843425937" sldId="1596"/>
            <ac:spMk id="3" creationId="{E450ADF1-2C39-3516-5290-F738762C1F20}"/>
          </ac:spMkLst>
        </pc:spChg>
        <pc:picChg chg="add mod">
          <ac:chgData name="Wojtek Krakowiak" userId="f72a0bb3b8a70e05" providerId="LiveId" clId="{EB2AAE5E-F441-4B21-A173-D9609660A338}" dt="2026-08-13T06:04:29.919" v="2023"/>
          <ac:picMkLst>
            <pc:docMk/>
            <pc:sldMk cId="2843425937" sldId="1596"/>
            <ac:picMk id="4" creationId="{46EE381A-967E-9EDA-DB84-F9287C6B6727}"/>
          </ac:picMkLst>
        </pc:picChg>
      </pc:sldChg>
      <pc:sldChg chg="addSp modSp add mod modAnim">
        <pc:chgData name="Wojtek Krakowiak" userId="f72a0bb3b8a70e05" providerId="LiveId" clId="{EB2AAE5E-F441-4B21-A173-D9609660A338}" dt="2026-08-13T06:04:59.331" v="2028"/>
        <pc:sldMkLst>
          <pc:docMk/>
          <pc:sldMk cId="1986832214" sldId="1597"/>
        </pc:sldMkLst>
        <pc:spChg chg="mod">
          <ac:chgData name="Wojtek Krakowiak" userId="f72a0bb3b8a70e05" providerId="LiveId" clId="{EB2AAE5E-F441-4B21-A173-D9609660A338}" dt="2026-08-13T05:26:56.117" v="1195" actId="1076"/>
          <ac:spMkLst>
            <pc:docMk/>
            <pc:sldMk cId="1986832214" sldId="1597"/>
            <ac:spMk id="2" creationId="{91163CB1-34E8-2267-60FE-6206FFEACE40}"/>
          </ac:spMkLst>
        </pc:spChg>
        <pc:spChg chg="mod">
          <ac:chgData name="Wojtek Krakowiak" userId="f72a0bb3b8a70e05" providerId="LiveId" clId="{EB2AAE5E-F441-4B21-A173-D9609660A338}" dt="2026-08-13T05:27:08.657" v="1215" actId="20577"/>
          <ac:spMkLst>
            <pc:docMk/>
            <pc:sldMk cId="1986832214" sldId="1597"/>
            <ac:spMk id="3" creationId="{7B19A103-0C60-D105-31CE-0B7B74B47442}"/>
          </ac:spMkLst>
        </pc:spChg>
        <pc:picChg chg="add mod">
          <ac:chgData name="Wojtek Krakowiak" userId="f72a0bb3b8a70e05" providerId="LiveId" clId="{EB2AAE5E-F441-4B21-A173-D9609660A338}" dt="2026-08-13T06:04:58.361" v="2026"/>
          <ac:picMkLst>
            <pc:docMk/>
            <pc:sldMk cId="1986832214" sldId="1597"/>
            <ac:picMk id="4" creationId="{03ABF953-862F-9E95-8889-CA18542281F7}"/>
          </ac:picMkLst>
        </pc:picChg>
      </pc:sldChg>
      <pc:sldChg chg="addSp modSp add mod modAnim">
        <pc:chgData name="Wojtek Krakowiak" userId="f72a0bb3b8a70e05" providerId="LiveId" clId="{EB2AAE5E-F441-4B21-A173-D9609660A338}" dt="2026-08-13T06:02:15.886" v="1992"/>
        <pc:sldMkLst>
          <pc:docMk/>
          <pc:sldMk cId="2229818093" sldId="1598"/>
        </pc:sldMkLst>
        <pc:spChg chg="mod">
          <ac:chgData name="Wojtek Krakowiak" userId="f72a0bb3b8a70e05" providerId="LiveId" clId="{EB2AAE5E-F441-4B21-A173-D9609660A338}" dt="2026-08-13T05:26:14.666" v="1161" actId="20577"/>
          <ac:spMkLst>
            <pc:docMk/>
            <pc:sldMk cId="2229818093" sldId="1598"/>
            <ac:spMk id="2" creationId="{5830EC7D-52C2-8A32-B98E-D23C039D8E9F}"/>
          </ac:spMkLst>
        </pc:spChg>
        <pc:spChg chg="mod">
          <ac:chgData name="Wojtek Krakowiak" userId="f72a0bb3b8a70e05" providerId="LiveId" clId="{EB2AAE5E-F441-4B21-A173-D9609660A338}" dt="2026-08-13T05:26:01.235" v="1141" actId="20577"/>
          <ac:spMkLst>
            <pc:docMk/>
            <pc:sldMk cId="2229818093" sldId="1598"/>
            <ac:spMk id="3" creationId="{1695D5FC-E97C-70C0-490D-813D226B5FC5}"/>
          </ac:spMkLst>
        </pc:spChg>
        <pc:picChg chg="add mod">
          <ac:chgData name="Wojtek Krakowiak" userId="f72a0bb3b8a70e05" providerId="LiveId" clId="{EB2AAE5E-F441-4B21-A173-D9609660A338}" dt="2026-08-13T06:02:14.312" v="1990"/>
          <ac:picMkLst>
            <pc:docMk/>
            <pc:sldMk cId="2229818093" sldId="1598"/>
            <ac:picMk id="4" creationId="{6ADF13F4-9047-89B3-3C29-C2E40A3E2759}"/>
          </ac:picMkLst>
        </pc:picChg>
      </pc:sldChg>
      <pc:sldChg chg="add del">
        <pc:chgData name="Wojtek Krakowiak" userId="f72a0bb3b8a70e05" providerId="LiveId" clId="{EB2AAE5E-F441-4B21-A173-D9609660A338}" dt="2026-08-13T06:05:06.257" v="2029" actId="47"/>
        <pc:sldMkLst>
          <pc:docMk/>
          <pc:sldMk cId="3939279988" sldId="1599"/>
        </pc:sldMkLst>
      </pc:sldChg>
      <pc:sldChg chg="addSp delSp modSp add mod ord delAnim modAnim">
        <pc:chgData name="Wojtek Krakowiak" userId="f72a0bb3b8a70e05" providerId="LiveId" clId="{EB2AAE5E-F441-4B21-A173-D9609660A338}" dt="2026-08-13T06:04:01.078" v="2022"/>
        <pc:sldMkLst>
          <pc:docMk/>
          <pc:sldMk cId="2324828845" sldId="1600"/>
        </pc:sldMkLst>
        <pc:spChg chg="mod">
          <ac:chgData name="Wojtek Krakowiak" userId="f72a0bb3b8a70e05" providerId="LiveId" clId="{EB2AAE5E-F441-4B21-A173-D9609660A338}" dt="2026-08-13T06:03:13.992" v="2008" actId="20577"/>
          <ac:spMkLst>
            <pc:docMk/>
            <pc:sldMk cId="2324828845" sldId="1600"/>
            <ac:spMk id="2" creationId="{45CF05B7-5A7E-5EAD-3A2E-14FAAE48ECBB}"/>
          </ac:spMkLst>
        </pc:spChg>
        <pc:spChg chg="mod">
          <ac:chgData name="Wojtek Krakowiak" userId="f72a0bb3b8a70e05" providerId="LiveId" clId="{EB2AAE5E-F441-4B21-A173-D9609660A338}" dt="2026-08-13T05:28:57.315" v="1261" actId="20577"/>
          <ac:spMkLst>
            <pc:docMk/>
            <pc:sldMk cId="2324828845" sldId="1600"/>
            <ac:spMk id="3" creationId="{B5AD9A02-9FED-3BBE-3477-753350DF4F2E}"/>
          </ac:spMkLst>
        </pc:spChg>
        <pc:picChg chg="add del mod">
          <ac:chgData name="Wojtek Krakowiak" userId="f72a0bb3b8a70e05" providerId="LiveId" clId="{EB2AAE5E-F441-4B21-A173-D9609660A338}" dt="2026-08-13T06:02:22.386" v="1993" actId="478"/>
          <ac:picMkLst>
            <pc:docMk/>
            <pc:sldMk cId="2324828845" sldId="1600"/>
            <ac:picMk id="4" creationId="{13A0DF73-A3E4-0CA8-8026-FBA56761DE53}"/>
          </ac:picMkLst>
        </pc:picChg>
        <pc:picChg chg="add mod">
          <ac:chgData name="Wojtek Krakowiak" userId="f72a0bb3b8a70e05" providerId="LiveId" clId="{EB2AAE5E-F441-4B21-A173-D9609660A338}" dt="2026-08-13T06:02:49.678" v="1994"/>
          <ac:picMkLst>
            <pc:docMk/>
            <pc:sldMk cId="2324828845" sldId="1600"/>
            <ac:picMk id="5" creationId="{480B862F-0942-9B0A-3636-5618FD55448F}"/>
          </ac:picMkLst>
        </pc:picChg>
      </pc:sldChg>
      <pc:sldChg chg="addSp modSp add mod modAnim">
        <pc:chgData name="Wojtek Krakowiak" userId="f72a0bb3b8a70e05" providerId="LiveId" clId="{EB2AAE5E-F441-4B21-A173-D9609660A338}" dt="2026-08-13T06:03:48.779" v="2020" actId="20577"/>
        <pc:sldMkLst>
          <pc:docMk/>
          <pc:sldMk cId="4161961433" sldId="1601"/>
        </pc:sldMkLst>
        <pc:spChg chg="mod">
          <ac:chgData name="Wojtek Krakowiak" userId="f72a0bb3b8a70e05" providerId="LiveId" clId="{EB2AAE5E-F441-4B21-A173-D9609660A338}" dt="2026-08-13T06:03:48.779" v="2020" actId="20577"/>
          <ac:spMkLst>
            <pc:docMk/>
            <pc:sldMk cId="4161961433" sldId="1601"/>
            <ac:spMk id="2" creationId="{6B22DA2B-791E-8B97-CC3B-BB2466A0A8CD}"/>
          </ac:spMkLst>
        </pc:spChg>
        <pc:picChg chg="add mod">
          <ac:chgData name="Wojtek Krakowiak" userId="f72a0bb3b8a70e05" providerId="LiveId" clId="{EB2AAE5E-F441-4B21-A173-D9609660A338}" dt="2026-08-13T06:03:39.057" v="2009"/>
          <ac:picMkLst>
            <pc:docMk/>
            <pc:sldMk cId="4161961433" sldId="1601"/>
            <ac:picMk id="4" creationId="{18BC91AE-F528-297E-82A4-97F14C52F63C}"/>
          </ac:picMkLst>
        </pc:picChg>
      </pc:sldChg>
      <pc:sldChg chg="addSp modSp add mod modAnim">
        <pc:chgData name="Wojtek Krakowiak" userId="f72a0bb3b8a70e05" providerId="LiveId" clId="{EB2AAE5E-F441-4B21-A173-D9609660A338}" dt="2026-08-13T06:05:31.842" v="2032"/>
        <pc:sldMkLst>
          <pc:docMk/>
          <pc:sldMk cId="2141996789" sldId="1602"/>
        </pc:sldMkLst>
        <pc:spChg chg="mod">
          <ac:chgData name="Wojtek Krakowiak" userId="f72a0bb3b8a70e05" providerId="LiveId" clId="{EB2AAE5E-F441-4B21-A173-D9609660A338}" dt="2026-08-13T05:31:26.049" v="1317" actId="20577"/>
          <ac:spMkLst>
            <pc:docMk/>
            <pc:sldMk cId="2141996789" sldId="1602"/>
            <ac:spMk id="2" creationId="{6707B947-72DE-AC06-A921-C569FF4A196D}"/>
          </ac:spMkLst>
        </pc:spChg>
        <pc:spChg chg="mod">
          <ac:chgData name="Wojtek Krakowiak" userId="f72a0bb3b8a70e05" providerId="LiveId" clId="{EB2AAE5E-F441-4B21-A173-D9609660A338}" dt="2026-08-13T05:31:12.034" v="1290" actId="20577"/>
          <ac:spMkLst>
            <pc:docMk/>
            <pc:sldMk cId="2141996789" sldId="1602"/>
            <ac:spMk id="3" creationId="{27BEBBD8-207A-AA37-4BAC-E86D214C9790}"/>
          </ac:spMkLst>
        </pc:spChg>
        <pc:picChg chg="add mod">
          <ac:chgData name="Wojtek Krakowiak" userId="f72a0bb3b8a70e05" providerId="LiveId" clId="{EB2AAE5E-F441-4B21-A173-D9609660A338}" dt="2026-08-13T06:05:30.765" v="2030"/>
          <ac:picMkLst>
            <pc:docMk/>
            <pc:sldMk cId="2141996789" sldId="1602"/>
            <ac:picMk id="4" creationId="{7466D922-93A4-F8C1-7824-86F53739D678}"/>
          </ac:picMkLst>
        </pc:picChg>
      </pc:sldChg>
      <pc:sldChg chg="addSp modSp add mod modAnim">
        <pc:chgData name="Wojtek Krakowiak" userId="f72a0bb3b8a70e05" providerId="LiveId" clId="{EB2AAE5E-F441-4B21-A173-D9609660A338}" dt="2026-08-13T06:05:43.032" v="2037"/>
        <pc:sldMkLst>
          <pc:docMk/>
          <pc:sldMk cId="2815658379" sldId="1603"/>
        </pc:sldMkLst>
        <pc:spChg chg="mod">
          <ac:chgData name="Wojtek Krakowiak" userId="f72a0bb3b8a70e05" providerId="LiveId" clId="{EB2AAE5E-F441-4B21-A173-D9609660A338}" dt="2026-08-13T05:31:37.599" v="1332" actId="20577"/>
          <ac:spMkLst>
            <pc:docMk/>
            <pc:sldMk cId="2815658379" sldId="1603"/>
            <ac:spMk id="2" creationId="{2F01A840-4169-656B-580B-624D8E61D3AD}"/>
          </ac:spMkLst>
        </pc:spChg>
        <pc:spChg chg="mod">
          <ac:chgData name="Wojtek Krakowiak" userId="f72a0bb3b8a70e05" providerId="LiveId" clId="{EB2AAE5E-F441-4B21-A173-D9609660A338}" dt="2026-08-13T05:31:50.819" v="1345" actId="20577"/>
          <ac:spMkLst>
            <pc:docMk/>
            <pc:sldMk cId="2815658379" sldId="1603"/>
            <ac:spMk id="3" creationId="{FBAA0FF1-072B-8C75-A142-2E2AD2642422}"/>
          </ac:spMkLst>
        </pc:spChg>
        <pc:picChg chg="add mod">
          <ac:chgData name="Wojtek Krakowiak" userId="f72a0bb3b8a70e05" providerId="LiveId" clId="{EB2AAE5E-F441-4B21-A173-D9609660A338}" dt="2026-08-13T06:05:41.028" v="2033"/>
          <ac:picMkLst>
            <pc:docMk/>
            <pc:sldMk cId="2815658379" sldId="1603"/>
            <ac:picMk id="4" creationId="{725D0F4F-4F48-E769-FFCD-83D144937373}"/>
          </ac:picMkLst>
        </pc:picChg>
      </pc:sldChg>
      <pc:sldChg chg="addSp delSp modSp add mod delAnim modAnim">
        <pc:chgData name="Wojtek Krakowiak" userId="f72a0bb3b8a70e05" providerId="LiveId" clId="{EB2AAE5E-F441-4B21-A173-D9609660A338}" dt="2026-08-13T06:06:32.176" v="2044"/>
        <pc:sldMkLst>
          <pc:docMk/>
          <pc:sldMk cId="1983661167" sldId="1604"/>
        </pc:sldMkLst>
        <pc:spChg chg="mod">
          <ac:chgData name="Wojtek Krakowiak" userId="f72a0bb3b8a70e05" providerId="LiveId" clId="{EB2AAE5E-F441-4B21-A173-D9609660A338}" dt="2026-08-13T05:32:19.855" v="1368" actId="20577"/>
          <ac:spMkLst>
            <pc:docMk/>
            <pc:sldMk cId="1983661167" sldId="1604"/>
            <ac:spMk id="2" creationId="{D31ABF41-9D55-1EE2-09F0-022FCFE7B9DA}"/>
          </ac:spMkLst>
        </pc:spChg>
        <pc:spChg chg="mod">
          <ac:chgData name="Wojtek Krakowiak" userId="f72a0bb3b8a70e05" providerId="LiveId" clId="{EB2AAE5E-F441-4B21-A173-D9609660A338}" dt="2026-08-13T05:32:12.505" v="1359" actId="20577"/>
          <ac:spMkLst>
            <pc:docMk/>
            <pc:sldMk cId="1983661167" sldId="1604"/>
            <ac:spMk id="3" creationId="{AC55FC42-3581-F9FC-CBAA-D62F6BFDFB3E}"/>
          </ac:spMkLst>
        </pc:spChg>
        <pc:picChg chg="add del mod">
          <ac:chgData name="Wojtek Krakowiak" userId="f72a0bb3b8a70e05" providerId="LiveId" clId="{EB2AAE5E-F441-4B21-A173-D9609660A338}" dt="2026-08-13T06:06:08.590" v="2041" actId="478"/>
          <ac:picMkLst>
            <pc:docMk/>
            <pc:sldMk cId="1983661167" sldId="1604"/>
            <ac:picMk id="4" creationId="{78F57DC3-D284-A20A-A399-BFF0BDC58AC4}"/>
          </ac:picMkLst>
        </pc:picChg>
        <pc:picChg chg="add mod">
          <ac:chgData name="Wojtek Krakowiak" userId="f72a0bb3b8a70e05" providerId="LiveId" clId="{EB2AAE5E-F441-4B21-A173-D9609660A338}" dt="2026-08-13T06:06:31.207" v="2042"/>
          <ac:picMkLst>
            <pc:docMk/>
            <pc:sldMk cId="1983661167" sldId="1604"/>
            <ac:picMk id="5" creationId="{0BFE965E-0935-C9BF-BFF5-1C51E1867A30}"/>
          </ac:picMkLst>
        </pc:picChg>
      </pc:sldChg>
      <pc:sldChg chg="addSp modSp add mod modAnim">
        <pc:chgData name="Wojtek Krakowiak" userId="f72a0bb3b8a70e05" providerId="LiveId" clId="{EB2AAE5E-F441-4B21-A173-D9609660A338}" dt="2026-08-13T06:07:02.389" v="2047"/>
        <pc:sldMkLst>
          <pc:docMk/>
          <pc:sldMk cId="3573164976" sldId="1605"/>
        </pc:sldMkLst>
        <pc:spChg chg="mod">
          <ac:chgData name="Wojtek Krakowiak" userId="f72a0bb3b8a70e05" providerId="LiveId" clId="{EB2AAE5E-F441-4B21-A173-D9609660A338}" dt="2026-08-13T05:33:10.013" v="1382" actId="20577"/>
          <ac:spMkLst>
            <pc:docMk/>
            <pc:sldMk cId="3573164976" sldId="1605"/>
            <ac:spMk id="2" creationId="{D859065A-CD77-878B-9CE9-1DAB80EE8F57}"/>
          </ac:spMkLst>
        </pc:spChg>
        <pc:spChg chg="mod">
          <ac:chgData name="Wojtek Krakowiak" userId="f72a0bb3b8a70e05" providerId="LiveId" clId="{EB2AAE5E-F441-4B21-A173-D9609660A338}" dt="2026-08-13T05:33:23.403" v="1407" actId="20577"/>
          <ac:spMkLst>
            <pc:docMk/>
            <pc:sldMk cId="3573164976" sldId="1605"/>
            <ac:spMk id="3" creationId="{5369D99C-CDEF-9796-C67D-2DAC30787C3F}"/>
          </ac:spMkLst>
        </pc:spChg>
        <pc:picChg chg="add mod">
          <ac:chgData name="Wojtek Krakowiak" userId="f72a0bb3b8a70e05" providerId="LiveId" clId="{EB2AAE5E-F441-4B21-A173-D9609660A338}" dt="2026-08-13T06:07:01.331" v="2045"/>
          <ac:picMkLst>
            <pc:docMk/>
            <pc:sldMk cId="3573164976" sldId="1605"/>
            <ac:picMk id="4" creationId="{B72C68C3-3AE2-8397-D4BF-EDCBE6FEC2B8}"/>
          </ac:picMkLst>
        </pc:picChg>
      </pc:sldChg>
      <pc:sldChg chg="addSp modSp add mod modAnim">
        <pc:chgData name="Wojtek Krakowiak" userId="f72a0bb3b8a70e05" providerId="LiveId" clId="{EB2AAE5E-F441-4B21-A173-D9609660A338}" dt="2026-08-13T06:07:47.682" v="2053"/>
        <pc:sldMkLst>
          <pc:docMk/>
          <pc:sldMk cId="2843937808" sldId="1606"/>
        </pc:sldMkLst>
        <pc:spChg chg="mod">
          <ac:chgData name="Wojtek Krakowiak" userId="f72a0bb3b8a70e05" providerId="LiveId" clId="{EB2AAE5E-F441-4B21-A173-D9609660A338}" dt="2026-08-13T05:33:45.900" v="1424" actId="20577"/>
          <ac:spMkLst>
            <pc:docMk/>
            <pc:sldMk cId="2843937808" sldId="1606"/>
            <ac:spMk id="2" creationId="{EBB94103-B9D8-6FA2-375B-85AEA8B5A88B}"/>
          </ac:spMkLst>
        </pc:spChg>
        <pc:spChg chg="mod">
          <ac:chgData name="Wojtek Krakowiak" userId="f72a0bb3b8a70e05" providerId="LiveId" clId="{EB2AAE5E-F441-4B21-A173-D9609660A338}" dt="2026-08-13T05:34:02.791" v="1433" actId="20577"/>
          <ac:spMkLst>
            <pc:docMk/>
            <pc:sldMk cId="2843937808" sldId="1606"/>
            <ac:spMk id="3" creationId="{25006DC8-B2A1-8F8A-7319-1CB02728C4D7}"/>
          </ac:spMkLst>
        </pc:spChg>
        <pc:picChg chg="add mod">
          <ac:chgData name="Wojtek Krakowiak" userId="f72a0bb3b8a70e05" providerId="LiveId" clId="{EB2AAE5E-F441-4B21-A173-D9609660A338}" dt="2026-08-13T06:07:46.444" v="2051"/>
          <ac:picMkLst>
            <pc:docMk/>
            <pc:sldMk cId="2843937808" sldId="1606"/>
            <ac:picMk id="4" creationId="{E1BDDF76-A098-DDFC-735D-E7131BA0FBCC}"/>
          </ac:picMkLst>
        </pc:picChg>
      </pc:sldChg>
      <pc:sldChg chg="addSp modSp add mod ord modAnim">
        <pc:chgData name="Wojtek Krakowiak" userId="f72a0bb3b8a70e05" providerId="LiveId" clId="{EB2AAE5E-F441-4B21-A173-D9609660A338}" dt="2026-08-13T06:07:26.182" v="2050"/>
        <pc:sldMkLst>
          <pc:docMk/>
          <pc:sldMk cId="3322423862" sldId="1607"/>
        </pc:sldMkLst>
        <pc:spChg chg="mod">
          <ac:chgData name="Wojtek Krakowiak" userId="f72a0bb3b8a70e05" providerId="LiveId" clId="{EB2AAE5E-F441-4B21-A173-D9609660A338}" dt="2026-08-13T05:34:19.547" v="1455" actId="20577"/>
          <ac:spMkLst>
            <pc:docMk/>
            <pc:sldMk cId="3322423862" sldId="1607"/>
            <ac:spMk id="2" creationId="{13B20EB3-2FCB-8616-67BD-3BB4376FBC87}"/>
          </ac:spMkLst>
        </pc:spChg>
        <pc:spChg chg="mod">
          <ac:chgData name="Wojtek Krakowiak" userId="f72a0bb3b8a70e05" providerId="LiveId" clId="{EB2AAE5E-F441-4B21-A173-D9609660A338}" dt="2026-08-13T05:34:11.884" v="1442" actId="20577"/>
          <ac:spMkLst>
            <pc:docMk/>
            <pc:sldMk cId="3322423862" sldId="1607"/>
            <ac:spMk id="3" creationId="{3A064546-FCF4-E988-09D5-45095585F79F}"/>
          </ac:spMkLst>
        </pc:spChg>
        <pc:picChg chg="add mod">
          <ac:chgData name="Wojtek Krakowiak" userId="f72a0bb3b8a70e05" providerId="LiveId" clId="{EB2AAE5E-F441-4B21-A173-D9609660A338}" dt="2026-08-13T06:07:25.091" v="2048"/>
          <ac:picMkLst>
            <pc:docMk/>
            <pc:sldMk cId="3322423862" sldId="1607"/>
            <ac:picMk id="4" creationId="{8ECF206E-2E09-CEFC-4CDE-15EEBFFF8CF1}"/>
          </ac:picMkLst>
        </pc:picChg>
      </pc:sldChg>
      <pc:sldChg chg="addSp modSp add mod modAnim">
        <pc:chgData name="Wojtek Krakowiak" userId="f72a0bb3b8a70e05" providerId="LiveId" clId="{EB2AAE5E-F441-4B21-A173-D9609660A338}" dt="2026-08-13T06:08:26.383" v="2057"/>
        <pc:sldMkLst>
          <pc:docMk/>
          <pc:sldMk cId="3600396217" sldId="1608"/>
        </pc:sldMkLst>
        <pc:spChg chg="mod">
          <ac:chgData name="Wojtek Krakowiak" userId="f72a0bb3b8a70e05" providerId="LiveId" clId="{EB2AAE5E-F441-4B21-A173-D9609660A338}" dt="2026-08-13T05:35:41.697" v="1485" actId="14100"/>
          <ac:spMkLst>
            <pc:docMk/>
            <pc:sldMk cId="3600396217" sldId="1608"/>
            <ac:spMk id="2" creationId="{FE6DDBF8-EF33-F3EC-A090-336247AE5CB3}"/>
          </ac:spMkLst>
        </pc:spChg>
        <pc:spChg chg="mod">
          <ac:chgData name="Wojtek Krakowiak" userId="f72a0bb3b8a70e05" providerId="LiveId" clId="{EB2AAE5E-F441-4B21-A173-D9609660A338}" dt="2026-08-13T05:35:53.487" v="1507" actId="20577"/>
          <ac:spMkLst>
            <pc:docMk/>
            <pc:sldMk cId="3600396217" sldId="1608"/>
            <ac:spMk id="3" creationId="{329D5C97-98FB-BAEC-01D6-2FAAFD362807}"/>
          </ac:spMkLst>
        </pc:spChg>
        <pc:picChg chg="add mod">
          <ac:chgData name="Wojtek Krakowiak" userId="f72a0bb3b8a70e05" providerId="LiveId" clId="{EB2AAE5E-F441-4B21-A173-D9609660A338}" dt="2026-08-13T06:08:25.206" v="2055"/>
          <ac:picMkLst>
            <pc:docMk/>
            <pc:sldMk cId="3600396217" sldId="1608"/>
            <ac:picMk id="4" creationId="{F73FD98B-9E61-7F5E-81B2-115A1CA76998}"/>
          </ac:picMkLst>
        </pc:picChg>
      </pc:sldChg>
      <pc:sldChg chg="addSp modSp add mod modAnim">
        <pc:chgData name="Wojtek Krakowiak" userId="f72a0bb3b8a70e05" providerId="LiveId" clId="{EB2AAE5E-F441-4B21-A173-D9609660A338}" dt="2026-08-13T06:09:09.793" v="2060"/>
        <pc:sldMkLst>
          <pc:docMk/>
          <pc:sldMk cId="2816675104" sldId="1609"/>
        </pc:sldMkLst>
        <pc:spChg chg="mod">
          <ac:chgData name="Wojtek Krakowiak" userId="f72a0bb3b8a70e05" providerId="LiveId" clId="{EB2AAE5E-F441-4B21-A173-D9609660A338}" dt="2026-08-13T05:37:21.527" v="1548" actId="14100"/>
          <ac:spMkLst>
            <pc:docMk/>
            <pc:sldMk cId="2816675104" sldId="1609"/>
            <ac:spMk id="2" creationId="{10365837-AF16-0BEE-22CA-95B186FF18B1}"/>
          </ac:spMkLst>
        </pc:spChg>
        <pc:spChg chg="mod">
          <ac:chgData name="Wojtek Krakowiak" userId="f72a0bb3b8a70e05" providerId="LiveId" clId="{EB2AAE5E-F441-4B21-A173-D9609660A338}" dt="2026-08-13T05:37:49.158" v="1576" actId="27636"/>
          <ac:spMkLst>
            <pc:docMk/>
            <pc:sldMk cId="2816675104" sldId="1609"/>
            <ac:spMk id="3" creationId="{F0B90D81-BAD2-9C0F-5B04-715F5148363E}"/>
          </ac:spMkLst>
        </pc:spChg>
        <pc:picChg chg="add mod">
          <ac:chgData name="Wojtek Krakowiak" userId="f72a0bb3b8a70e05" providerId="LiveId" clId="{EB2AAE5E-F441-4B21-A173-D9609660A338}" dt="2026-08-13T06:09:08.303" v="2058"/>
          <ac:picMkLst>
            <pc:docMk/>
            <pc:sldMk cId="2816675104" sldId="1609"/>
            <ac:picMk id="4" creationId="{4F911F41-0D7E-353B-19D5-2AA890A5878C}"/>
          </ac:picMkLst>
        </pc:picChg>
      </pc:sldChg>
      <pc:sldChg chg="add del">
        <pc:chgData name="Wojtek Krakowiak" userId="f72a0bb3b8a70e05" providerId="LiveId" clId="{EB2AAE5E-F441-4B21-A173-D9609660A338}" dt="2026-08-13T06:07:57.617" v="2054" actId="47"/>
        <pc:sldMkLst>
          <pc:docMk/>
          <pc:sldMk cId="680662943" sldId="1610"/>
        </pc:sldMkLst>
      </pc:sldChg>
      <pc:sldChg chg="addSp modSp add mod modAnim">
        <pc:chgData name="Wojtek Krakowiak" userId="f72a0bb3b8a70e05" providerId="LiveId" clId="{EB2AAE5E-F441-4B21-A173-D9609660A338}" dt="2026-08-13T06:09:37.773" v="2063"/>
        <pc:sldMkLst>
          <pc:docMk/>
          <pc:sldMk cId="1787284144" sldId="1611"/>
        </pc:sldMkLst>
        <pc:spChg chg="mod">
          <ac:chgData name="Wojtek Krakowiak" userId="f72a0bb3b8a70e05" providerId="LiveId" clId="{EB2AAE5E-F441-4B21-A173-D9609660A338}" dt="2026-08-13T05:38:50.323" v="1606" actId="20577"/>
          <ac:spMkLst>
            <pc:docMk/>
            <pc:sldMk cId="1787284144" sldId="1611"/>
            <ac:spMk id="2" creationId="{E95C6243-475D-BD6C-1943-53DA449C4F16}"/>
          </ac:spMkLst>
        </pc:spChg>
        <pc:spChg chg="mod">
          <ac:chgData name="Wojtek Krakowiak" userId="f72a0bb3b8a70e05" providerId="LiveId" clId="{EB2AAE5E-F441-4B21-A173-D9609660A338}" dt="2026-08-13T05:39:26.204" v="1641" actId="20577"/>
          <ac:spMkLst>
            <pc:docMk/>
            <pc:sldMk cId="1787284144" sldId="1611"/>
            <ac:spMk id="3" creationId="{1F209457-4E79-D3B3-63DE-3E586E7CD742}"/>
          </ac:spMkLst>
        </pc:spChg>
        <pc:picChg chg="add mod">
          <ac:chgData name="Wojtek Krakowiak" userId="f72a0bb3b8a70e05" providerId="LiveId" clId="{EB2AAE5E-F441-4B21-A173-D9609660A338}" dt="2026-08-13T06:09:36.671" v="2061"/>
          <ac:picMkLst>
            <pc:docMk/>
            <pc:sldMk cId="1787284144" sldId="1611"/>
            <ac:picMk id="4" creationId="{2F286A81-5F4F-244B-6A93-B4EAE676EFA3}"/>
          </ac:picMkLst>
        </pc:picChg>
      </pc:sldChg>
      <pc:sldChg chg="addSp modSp add mod modAnim">
        <pc:chgData name="Wojtek Krakowiak" userId="f72a0bb3b8a70e05" providerId="LiveId" clId="{EB2AAE5E-F441-4B21-A173-D9609660A338}" dt="2026-08-13T06:10:06.747" v="2066"/>
        <pc:sldMkLst>
          <pc:docMk/>
          <pc:sldMk cId="876490731" sldId="1612"/>
        </pc:sldMkLst>
        <pc:spChg chg="mod">
          <ac:chgData name="Wojtek Krakowiak" userId="f72a0bb3b8a70e05" providerId="LiveId" clId="{EB2AAE5E-F441-4B21-A173-D9609660A338}" dt="2026-08-13T05:40:20.011" v="1677" actId="20577"/>
          <ac:spMkLst>
            <pc:docMk/>
            <pc:sldMk cId="876490731" sldId="1612"/>
            <ac:spMk id="2" creationId="{F9AA8313-38C4-0C8B-4692-4CA6115532D2}"/>
          </ac:spMkLst>
        </pc:spChg>
        <pc:spChg chg="mod">
          <ac:chgData name="Wojtek Krakowiak" userId="f72a0bb3b8a70e05" providerId="LiveId" clId="{EB2AAE5E-F441-4B21-A173-D9609660A338}" dt="2026-08-13T05:40:12.461" v="1662" actId="20577"/>
          <ac:spMkLst>
            <pc:docMk/>
            <pc:sldMk cId="876490731" sldId="1612"/>
            <ac:spMk id="3" creationId="{E83ECE46-D0F1-6337-9725-150B87B67AFF}"/>
          </ac:spMkLst>
        </pc:spChg>
        <pc:picChg chg="add mod">
          <ac:chgData name="Wojtek Krakowiak" userId="f72a0bb3b8a70e05" providerId="LiveId" clId="{EB2AAE5E-F441-4B21-A173-D9609660A338}" dt="2026-08-13T06:10:05.700" v="2064"/>
          <ac:picMkLst>
            <pc:docMk/>
            <pc:sldMk cId="876490731" sldId="1612"/>
            <ac:picMk id="4" creationId="{65CAB8AC-D1AF-01B5-6826-122A632A36DC}"/>
          </ac:picMkLst>
        </pc:picChg>
      </pc:sldChg>
      <pc:sldChg chg="addSp modSp add del mod modAnim">
        <pc:chgData name="Wojtek Krakowiak" userId="f72a0bb3b8a70e05" providerId="LiveId" clId="{EB2AAE5E-F441-4B21-A173-D9609660A338}" dt="2026-08-13T06:10:31.292" v="2069"/>
        <pc:sldMkLst>
          <pc:docMk/>
          <pc:sldMk cId="1489239882" sldId="1613"/>
        </pc:sldMkLst>
        <pc:spChg chg="mod">
          <ac:chgData name="Wojtek Krakowiak" userId="f72a0bb3b8a70e05" providerId="LiveId" clId="{EB2AAE5E-F441-4B21-A173-D9609660A338}" dt="2026-08-13T05:40:32.598" v="1689" actId="20577"/>
          <ac:spMkLst>
            <pc:docMk/>
            <pc:sldMk cId="1489239882" sldId="1613"/>
            <ac:spMk id="2" creationId="{5B8548FC-B3C2-9425-0E75-3C0C89F8AE8A}"/>
          </ac:spMkLst>
        </pc:spChg>
        <pc:spChg chg="mod">
          <ac:chgData name="Wojtek Krakowiak" userId="f72a0bb3b8a70e05" providerId="LiveId" clId="{EB2AAE5E-F441-4B21-A173-D9609660A338}" dt="2026-08-13T05:40:43.529" v="1698" actId="20577"/>
          <ac:spMkLst>
            <pc:docMk/>
            <pc:sldMk cId="1489239882" sldId="1613"/>
            <ac:spMk id="3" creationId="{79F456E9-F13A-0331-B116-4169A638D6E6}"/>
          </ac:spMkLst>
        </pc:spChg>
        <pc:picChg chg="add mod">
          <ac:chgData name="Wojtek Krakowiak" userId="f72a0bb3b8a70e05" providerId="LiveId" clId="{EB2AAE5E-F441-4B21-A173-D9609660A338}" dt="2026-08-13T06:10:29.581" v="2067"/>
          <ac:picMkLst>
            <pc:docMk/>
            <pc:sldMk cId="1489239882" sldId="1613"/>
            <ac:picMk id="4" creationId="{F95240A6-9CFD-C728-2C52-B7BC6BB2B046}"/>
          </ac:picMkLst>
        </pc:picChg>
      </pc:sldChg>
      <pc:sldChg chg="addSp modSp add mod modAnim">
        <pc:chgData name="Wojtek Krakowiak" userId="f72a0bb3b8a70e05" providerId="LiveId" clId="{EB2AAE5E-F441-4B21-A173-D9609660A338}" dt="2026-08-13T06:11:07.368" v="2072"/>
        <pc:sldMkLst>
          <pc:docMk/>
          <pc:sldMk cId="2512071536" sldId="1614"/>
        </pc:sldMkLst>
        <pc:spChg chg="mod">
          <ac:chgData name="Wojtek Krakowiak" userId="f72a0bb3b8a70e05" providerId="LiveId" clId="{EB2AAE5E-F441-4B21-A173-D9609660A338}" dt="2026-08-13T05:42:49.849" v="1783" actId="14100"/>
          <ac:spMkLst>
            <pc:docMk/>
            <pc:sldMk cId="2512071536" sldId="1614"/>
            <ac:spMk id="2" creationId="{4716C15C-1D5A-9C5C-F12B-D9557DF745B6}"/>
          </ac:spMkLst>
        </pc:spChg>
        <pc:spChg chg="mod">
          <ac:chgData name="Wojtek Krakowiak" userId="f72a0bb3b8a70e05" providerId="LiveId" clId="{EB2AAE5E-F441-4B21-A173-D9609660A338}" dt="2026-08-13T05:42:04.718" v="1730" actId="20577"/>
          <ac:spMkLst>
            <pc:docMk/>
            <pc:sldMk cId="2512071536" sldId="1614"/>
            <ac:spMk id="3" creationId="{AD00EAA9-00B7-16C9-561A-2D7F50133631}"/>
          </ac:spMkLst>
        </pc:spChg>
        <pc:picChg chg="add mod">
          <ac:chgData name="Wojtek Krakowiak" userId="f72a0bb3b8a70e05" providerId="LiveId" clId="{EB2AAE5E-F441-4B21-A173-D9609660A338}" dt="2026-08-13T06:11:06.078" v="2070"/>
          <ac:picMkLst>
            <pc:docMk/>
            <pc:sldMk cId="2512071536" sldId="1614"/>
            <ac:picMk id="4" creationId="{4BE34E49-8D34-4F0F-B256-237D6DBE5FE8}"/>
          </ac:picMkLst>
        </pc:picChg>
      </pc:sldChg>
      <pc:sldChg chg="addSp modSp add mod modAnim">
        <pc:chgData name="Wojtek Krakowiak" userId="f72a0bb3b8a70e05" providerId="LiveId" clId="{EB2AAE5E-F441-4B21-A173-D9609660A338}" dt="2026-08-13T06:11:45.297" v="2078"/>
        <pc:sldMkLst>
          <pc:docMk/>
          <pc:sldMk cId="1899052317" sldId="1615"/>
        </pc:sldMkLst>
        <pc:spChg chg="mod">
          <ac:chgData name="Wojtek Krakowiak" userId="f72a0bb3b8a70e05" providerId="LiveId" clId="{EB2AAE5E-F441-4B21-A173-D9609660A338}" dt="2026-08-13T05:43:11.712" v="1814" actId="14100"/>
          <ac:spMkLst>
            <pc:docMk/>
            <pc:sldMk cId="1899052317" sldId="1615"/>
            <ac:spMk id="2" creationId="{4CEB0475-209B-0AFC-0D95-3F30240D6D3B}"/>
          </ac:spMkLst>
        </pc:spChg>
        <pc:spChg chg="mod">
          <ac:chgData name="Wojtek Krakowiak" userId="f72a0bb3b8a70e05" providerId="LiveId" clId="{EB2AAE5E-F441-4B21-A173-D9609660A338}" dt="2026-08-13T05:42:16.605" v="1751" actId="27636"/>
          <ac:spMkLst>
            <pc:docMk/>
            <pc:sldMk cId="1899052317" sldId="1615"/>
            <ac:spMk id="3" creationId="{F7E9202A-99E5-7F68-7D5F-98EC7D34DDDA}"/>
          </ac:spMkLst>
        </pc:spChg>
        <pc:picChg chg="add mod">
          <ac:chgData name="Wojtek Krakowiak" userId="f72a0bb3b8a70e05" providerId="LiveId" clId="{EB2AAE5E-F441-4B21-A173-D9609660A338}" dt="2026-08-13T06:11:43.933" v="2076"/>
          <ac:picMkLst>
            <pc:docMk/>
            <pc:sldMk cId="1899052317" sldId="1615"/>
            <ac:picMk id="4" creationId="{372B0742-76AB-E6D5-5CB9-F4ECBB3350CA}"/>
          </ac:picMkLst>
        </pc:picChg>
      </pc:sldChg>
      <pc:sldChg chg="addSp delSp modSp add mod delAnim modAnim">
        <pc:chgData name="Wojtek Krakowiak" userId="f72a0bb3b8a70e05" providerId="LiveId" clId="{EB2AAE5E-F441-4B21-A173-D9609660A338}" dt="2026-08-13T06:12:15.658" v="2082"/>
        <pc:sldMkLst>
          <pc:docMk/>
          <pc:sldMk cId="2546482476" sldId="1616"/>
        </pc:sldMkLst>
        <pc:spChg chg="mod">
          <ac:chgData name="Wojtek Krakowiak" userId="f72a0bb3b8a70e05" providerId="LiveId" clId="{EB2AAE5E-F441-4B21-A173-D9609660A338}" dt="2026-08-13T05:48:57.616" v="1908" actId="14100"/>
          <ac:spMkLst>
            <pc:docMk/>
            <pc:sldMk cId="2546482476" sldId="1616"/>
            <ac:spMk id="2" creationId="{4D7DBF26-E3EF-5F17-E2B7-DA6703E21F81}"/>
          </ac:spMkLst>
        </pc:spChg>
        <pc:spChg chg="mod">
          <ac:chgData name="Wojtek Krakowiak" userId="f72a0bb3b8a70e05" providerId="LiveId" clId="{EB2AAE5E-F441-4B21-A173-D9609660A338}" dt="2026-08-13T05:48:54.947" v="1907" actId="14100"/>
          <ac:spMkLst>
            <pc:docMk/>
            <pc:sldMk cId="2546482476" sldId="1616"/>
            <ac:spMk id="3" creationId="{0F0A3829-1C16-0712-3023-3394B75DC405}"/>
          </ac:spMkLst>
        </pc:spChg>
        <pc:picChg chg="add del mod">
          <ac:chgData name="Wojtek Krakowiak" userId="f72a0bb3b8a70e05" providerId="LiveId" clId="{EB2AAE5E-F441-4B21-A173-D9609660A338}" dt="2026-08-13T06:11:49.586" v="2079" actId="478"/>
          <ac:picMkLst>
            <pc:docMk/>
            <pc:sldMk cId="2546482476" sldId="1616"/>
            <ac:picMk id="4" creationId="{7C09A8AF-A27D-0524-D97E-75011E84220C}"/>
          </ac:picMkLst>
        </pc:picChg>
        <pc:picChg chg="add mod">
          <ac:chgData name="Wojtek Krakowiak" userId="f72a0bb3b8a70e05" providerId="LiveId" clId="{EB2AAE5E-F441-4B21-A173-D9609660A338}" dt="2026-08-13T06:12:14.562" v="2080"/>
          <ac:picMkLst>
            <pc:docMk/>
            <pc:sldMk cId="2546482476" sldId="1616"/>
            <ac:picMk id="5" creationId="{085E5802-B7F9-2B75-0EF0-F86360F00524}"/>
          </ac:picMkLst>
        </pc:picChg>
      </pc:sldChg>
      <pc:sldChg chg="addSp delSp modSp add mod delAnim modAnim">
        <pc:chgData name="Wojtek Krakowiak" userId="f72a0bb3b8a70e05" providerId="LiveId" clId="{EB2AAE5E-F441-4B21-A173-D9609660A338}" dt="2026-08-13T15:36:03.875" v="2113"/>
        <pc:sldMkLst>
          <pc:docMk/>
          <pc:sldMk cId="2286535445" sldId="1617"/>
        </pc:sldMkLst>
        <pc:spChg chg="mod">
          <ac:chgData name="Wojtek Krakowiak" userId="f72a0bb3b8a70e05" providerId="LiveId" clId="{EB2AAE5E-F441-4B21-A173-D9609660A338}" dt="2026-08-13T15:35:11.010" v="2095" actId="20577"/>
          <ac:spMkLst>
            <pc:docMk/>
            <pc:sldMk cId="2286535445" sldId="1617"/>
            <ac:spMk id="2" creationId="{46B4D6ED-0261-E780-75E7-89675D27509B}"/>
          </ac:spMkLst>
        </pc:spChg>
        <pc:spChg chg="mod">
          <ac:chgData name="Wojtek Krakowiak" userId="f72a0bb3b8a70e05" providerId="LiveId" clId="{EB2AAE5E-F441-4B21-A173-D9609660A338}" dt="2026-08-13T15:35:28.883" v="2110" actId="20577"/>
          <ac:spMkLst>
            <pc:docMk/>
            <pc:sldMk cId="2286535445" sldId="1617"/>
            <ac:spMk id="3" creationId="{1758947C-42DD-BA08-E704-5E4EA0A4DE76}"/>
          </ac:spMkLst>
        </pc:spChg>
        <pc:picChg chg="del">
          <ac:chgData name="Wojtek Krakowiak" userId="f72a0bb3b8a70e05" providerId="LiveId" clId="{EB2AAE5E-F441-4B21-A173-D9609660A338}" dt="2026-08-13T15:35:12.899" v="2096" actId="478"/>
          <ac:picMkLst>
            <pc:docMk/>
            <pc:sldMk cId="2286535445" sldId="1617"/>
            <ac:picMk id="4" creationId="{768DD72D-CF62-85F4-1D86-14278CC5D4F9}"/>
          </ac:picMkLst>
        </pc:picChg>
        <pc:picChg chg="add mod">
          <ac:chgData name="Wojtek Krakowiak" userId="f72a0bb3b8a70e05" providerId="LiveId" clId="{EB2AAE5E-F441-4B21-A173-D9609660A338}" dt="2026-08-13T15:36:01.982" v="2111"/>
          <ac:picMkLst>
            <pc:docMk/>
            <pc:sldMk cId="2286535445" sldId="1617"/>
            <ac:picMk id="5" creationId="{029C227A-5D56-C703-408F-285C70A49BE4}"/>
          </ac:picMkLst>
        </pc:picChg>
      </pc:sldChg>
      <pc:sldChg chg="new del">
        <pc:chgData name="Wojtek Krakowiak" userId="f72a0bb3b8a70e05" providerId="LiveId" clId="{EB2AAE5E-F441-4B21-A173-D9609660A338}" dt="2026-08-13T06:01:54.222" v="1986" actId="680"/>
        <pc:sldMkLst>
          <pc:docMk/>
          <pc:sldMk cId="4135932291" sldId="1617"/>
        </pc:sldMkLst>
      </pc:sldChg>
      <pc:sldChg chg="addSp delSp modSp add mod delAnim modAnim">
        <pc:chgData name="Wojtek Krakowiak" userId="f72a0bb3b8a70e05" providerId="LiveId" clId="{EB2AAE5E-F441-4B21-A173-D9609660A338}" dt="2026-08-13T15:38:50.481" v="2142"/>
        <pc:sldMkLst>
          <pc:docMk/>
          <pc:sldMk cId="4173428588" sldId="1618"/>
        </pc:sldMkLst>
        <pc:spChg chg="mod">
          <ac:chgData name="Wojtek Krakowiak" userId="f72a0bb3b8a70e05" providerId="LiveId" clId="{EB2AAE5E-F441-4B21-A173-D9609660A338}" dt="2026-08-13T15:38:16.062" v="2127" actId="20577"/>
          <ac:spMkLst>
            <pc:docMk/>
            <pc:sldMk cId="4173428588" sldId="1618"/>
            <ac:spMk id="2" creationId="{46B4D6ED-0261-E780-75E7-89675D27509B}"/>
          </ac:spMkLst>
        </pc:spChg>
        <pc:spChg chg="mod">
          <ac:chgData name="Wojtek Krakowiak" userId="f72a0bb3b8a70e05" providerId="LiveId" clId="{EB2AAE5E-F441-4B21-A173-D9609660A338}" dt="2026-08-13T15:38:25.236" v="2139" actId="20577"/>
          <ac:spMkLst>
            <pc:docMk/>
            <pc:sldMk cId="4173428588" sldId="1618"/>
            <ac:spMk id="3" creationId="{1758947C-42DD-BA08-E704-5E4EA0A4DE76}"/>
          </ac:spMkLst>
        </pc:spChg>
        <pc:picChg chg="add mod">
          <ac:chgData name="Wojtek Krakowiak" userId="f72a0bb3b8a70e05" providerId="LiveId" clId="{EB2AAE5E-F441-4B21-A173-D9609660A338}" dt="2026-08-13T15:38:48.976" v="2140"/>
          <ac:picMkLst>
            <pc:docMk/>
            <pc:sldMk cId="4173428588" sldId="1618"/>
            <ac:picMk id="4" creationId="{CC729C3E-0F7D-1786-7BA5-6ACC580BCF1F}"/>
          </ac:picMkLst>
        </pc:picChg>
        <pc:picChg chg="del">
          <ac:chgData name="Wojtek Krakowiak" userId="f72a0bb3b8a70e05" providerId="LiveId" clId="{EB2AAE5E-F441-4B21-A173-D9609660A338}" dt="2026-08-13T15:38:17.847" v="2128" actId="478"/>
          <ac:picMkLst>
            <pc:docMk/>
            <pc:sldMk cId="4173428588" sldId="1618"/>
            <ac:picMk id="5" creationId="{029C227A-5D56-C703-408F-285C70A49BE4}"/>
          </ac:picMkLst>
        </pc:picChg>
      </pc:sldChg>
      <pc:sldChg chg="addSp delSp modSp add mod delAnim modAnim">
        <pc:chgData name="Wojtek Krakowiak" userId="f72a0bb3b8a70e05" providerId="LiveId" clId="{EB2AAE5E-F441-4B21-A173-D9609660A338}" dt="2026-08-14T19:16:38.251" v="2194"/>
        <pc:sldMkLst>
          <pc:docMk/>
          <pc:sldMk cId="3869245973" sldId="1619"/>
        </pc:sldMkLst>
        <pc:spChg chg="mod">
          <ac:chgData name="Wojtek Krakowiak" userId="f72a0bb3b8a70e05" providerId="LiveId" clId="{EB2AAE5E-F441-4B21-A173-D9609660A338}" dt="2026-08-14T19:15:37.484" v="2169" actId="20577"/>
          <ac:spMkLst>
            <pc:docMk/>
            <pc:sldMk cId="3869245973" sldId="1619"/>
            <ac:spMk id="2" creationId="{E099A377-5D57-BA71-962A-0FE47447EAAB}"/>
          </ac:spMkLst>
        </pc:spChg>
        <pc:spChg chg="mod">
          <ac:chgData name="Wojtek Krakowiak" userId="f72a0bb3b8a70e05" providerId="LiveId" clId="{EB2AAE5E-F441-4B21-A173-D9609660A338}" dt="2026-08-14T19:16:01.781" v="2191" actId="20577"/>
          <ac:spMkLst>
            <pc:docMk/>
            <pc:sldMk cId="3869245973" sldId="1619"/>
            <ac:spMk id="3" creationId="{8796DF66-44F2-AE9F-2AD4-59BBD855B737}"/>
          </ac:spMkLst>
        </pc:spChg>
        <pc:picChg chg="del">
          <ac:chgData name="Wojtek Krakowiak" userId="f72a0bb3b8a70e05" providerId="LiveId" clId="{EB2AAE5E-F441-4B21-A173-D9609660A338}" dt="2026-08-14T19:15:39.205" v="2170" actId="478"/>
          <ac:picMkLst>
            <pc:docMk/>
            <pc:sldMk cId="3869245973" sldId="1619"/>
            <ac:picMk id="4" creationId="{ED36D5F9-7E7C-73D7-CB18-52FA345FBC1C}"/>
          </ac:picMkLst>
        </pc:picChg>
        <pc:picChg chg="add mod">
          <ac:chgData name="Wojtek Krakowiak" userId="f72a0bb3b8a70e05" providerId="LiveId" clId="{EB2AAE5E-F441-4B21-A173-D9609660A338}" dt="2026-08-14T19:16:34.112" v="2192"/>
          <ac:picMkLst>
            <pc:docMk/>
            <pc:sldMk cId="3869245973" sldId="1619"/>
            <ac:picMk id="5" creationId="{F541C47F-4BEF-111D-526E-8C0187A33DC9}"/>
          </ac:picMkLst>
        </pc:picChg>
      </pc:sldChg>
      <pc:sldChg chg="addSp delSp modSp add mod delAnim modAnim">
        <pc:chgData name="Wojtek Krakowiak" userId="f72a0bb3b8a70e05" providerId="LiveId" clId="{EB2AAE5E-F441-4B21-A173-D9609660A338}" dt="2026-08-14T19:17:32.204" v="2228"/>
        <pc:sldMkLst>
          <pc:docMk/>
          <pc:sldMk cId="4162730964" sldId="1620"/>
        </pc:sldMkLst>
        <pc:spChg chg="mod">
          <ac:chgData name="Wojtek Krakowiak" userId="f72a0bb3b8a70e05" providerId="LiveId" clId="{EB2AAE5E-F441-4B21-A173-D9609660A338}" dt="2026-08-14T19:17:08.991" v="2225" actId="20577"/>
          <ac:spMkLst>
            <pc:docMk/>
            <pc:sldMk cId="4162730964" sldId="1620"/>
            <ac:spMk id="2" creationId="{B79C5F1F-781C-B5E5-B854-EBCCF456D85E}"/>
          </ac:spMkLst>
        </pc:spChg>
        <pc:spChg chg="mod">
          <ac:chgData name="Wojtek Krakowiak" userId="f72a0bb3b8a70e05" providerId="LiveId" clId="{EB2AAE5E-F441-4B21-A173-D9609660A338}" dt="2026-08-14T19:16:59.986" v="2209" actId="20577"/>
          <ac:spMkLst>
            <pc:docMk/>
            <pc:sldMk cId="4162730964" sldId="1620"/>
            <ac:spMk id="3" creationId="{77C3B1D3-1B56-14A6-5DFE-FE2B1B5AF03A}"/>
          </ac:spMkLst>
        </pc:spChg>
        <pc:picChg chg="del">
          <ac:chgData name="Wojtek Krakowiak" userId="f72a0bb3b8a70e05" providerId="LiveId" clId="{EB2AAE5E-F441-4B21-A173-D9609660A338}" dt="2026-08-14T19:16:54.862" v="2198" actId="478"/>
          <ac:picMkLst>
            <pc:docMk/>
            <pc:sldMk cId="4162730964" sldId="1620"/>
            <ac:picMk id="4" creationId="{B593BC5D-2982-8378-5D37-A8BDE1A072E2}"/>
          </ac:picMkLst>
        </pc:picChg>
        <pc:picChg chg="add mod">
          <ac:chgData name="Wojtek Krakowiak" userId="f72a0bb3b8a70e05" providerId="LiveId" clId="{EB2AAE5E-F441-4B21-A173-D9609660A338}" dt="2026-08-14T19:17:31.098" v="2226"/>
          <ac:picMkLst>
            <pc:docMk/>
            <pc:sldMk cId="4162730964" sldId="1620"/>
            <ac:picMk id="5" creationId="{2668BE0B-0362-E976-065A-78B7BDF7692C}"/>
          </ac:picMkLst>
        </pc:picChg>
      </pc:sldChg>
      <pc:sldChg chg="addSp delSp modSp add mod delAnim modAnim">
        <pc:chgData name="Wojtek Krakowiak" userId="f72a0bb3b8a70e05" providerId="LiveId" clId="{EB2AAE5E-F441-4B21-A173-D9609660A338}" dt="2026-08-14T19:18:29.276" v="2260"/>
        <pc:sldMkLst>
          <pc:docMk/>
          <pc:sldMk cId="1860038402" sldId="1621"/>
        </pc:sldMkLst>
        <pc:spChg chg="mod">
          <ac:chgData name="Wojtek Krakowiak" userId="f72a0bb3b8a70e05" providerId="LiveId" clId="{EB2AAE5E-F441-4B21-A173-D9609660A338}" dt="2026-08-14T19:17:55.827" v="2245" actId="20577"/>
          <ac:spMkLst>
            <pc:docMk/>
            <pc:sldMk cId="1860038402" sldId="1621"/>
            <ac:spMk id="2" creationId="{46B4D6ED-0261-E780-75E7-89675D27509B}"/>
          </ac:spMkLst>
        </pc:spChg>
        <pc:spChg chg="mod">
          <ac:chgData name="Wojtek Krakowiak" userId="f72a0bb3b8a70e05" providerId="LiveId" clId="{EB2AAE5E-F441-4B21-A173-D9609660A338}" dt="2026-08-14T19:18:07.331" v="2256" actId="20577"/>
          <ac:spMkLst>
            <pc:docMk/>
            <pc:sldMk cId="1860038402" sldId="1621"/>
            <ac:spMk id="3" creationId="{1758947C-42DD-BA08-E704-5E4EA0A4DE76}"/>
          </ac:spMkLst>
        </pc:spChg>
        <pc:picChg chg="del">
          <ac:chgData name="Wojtek Krakowiak" userId="f72a0bb3b8a70e05" providerId="LiveId" clId="{EB2AAE5E-F441-4B21-A173-D9609660A338}" dt="2026-08-14T19:17:50.086" v="2231" actId="478"/>
          <ac:picMkLst>
            <pc:docMk/>
            <pc:sldMk cId="1860038402" sldId="1621"/>
            <ac:picMk id="4" creationId="{768DD72D-CF62-85F4-1D86-14278CC5D4F9}"/>
          </ac:picMkLst>
        </pc:picChg>
        <pc:picChg chg="add mod">
          <ac:chgData name="Wojtek Krakowiak" userId="f72a0bb3b8a70e05" providerId="LiveId" clId="{EB2AAE5E-F441-4B21-A173-D9609660A338}" dt="2026-08-14T19:18:27.948" v="2258"/>
          <ac:picMkLst>
            <pc:docMk/>
            <pc:sldMk cId="1860038402" sldId="1621"/>
            <ac:picMk id="5" creationId="{D2CF6090-AA51-1956-9C85-ACE514CC678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14.08.2026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media" Target="../media/media29.mp3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29.mp3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2.mp3"/><Relationship Id="rId1" Type="http://schemas.microsoft.com/office/2007/relationships/media" Target="../media/media32.mp3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3.mp3"/><Relationship Id="rId1" Type="http://schemas.microsoft.com/office/2007/relationships/media" Target="../media/media33.mp3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4.mp3"/><Relationship Id="rId1" Type="http://schemas.microsoft.com/office/2007/relationships/media" Target="../media/media34.mp3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5.mp3"/><Relationship Id="rId1" Type="http://schemas.microsoft.com/office/2007/relationships/media" Target="../media/media35.mp3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6.mp3"/><Relationship Id="rId1" Type="http://schemas.microsoft.com/office/2007/relationships/media" Target="../media/media36.mp3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7.mp3"/><Relationship Id="rId1" Type="http://schemas.microsoft.com/office/2007/relationships/media" Target="../media/media37.mp3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8.mp3"/><Relationship Id="rId1" Type="http://schemas.microsoft.com/office/2007/relationships/media" Target="../media/media38.mp3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9.mp3"/><Relationship Id="rId1" Type="http://schemas.microsoft.com/office/2007/relationships/media" Target="../media/media39.mp3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0.mp3"/><Relationship Id="rId1" Type="http://schemas.microsoft.com/office/2007/relationships/media" Target="../media/media40.mp3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1.mp3"/><Relationship Id="rId1" Type="http://schemas.microsoft.com/office/2007/relationships/media" Target="../media/media41.mp3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2.mp3"/><Relationship Id="rId1" Type="http://schemas.microsoft.com/office/2007/relationships/media" Target="../media/media42.mp3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3.mp3"/><Relationship Id="rId1" Type="http://schemas.microsoft.com/office/2007/relationships/media" Target="../media/media43.mp3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4.mp3"/><Relationship Id="rId1" Type="http://schemas.microsoft.com/office/2007/relationships/media" Target="../media/media44.mp3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5.mp3"/><Relationship Id="rId1" Type="http://schemas.microsoft.com/office/2007/relationships/media" Target="../media/media45.mp3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6.mp3"/><Relationship Id="rId1" Type="http://schemas.microsoft.com/office/2007/relationships/media" Target="../media/media46.mp3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7.mp3"/><Relationship Id="rId1" Type="http://schemas.microsoft.com/office/2007/relationships/media" Target="../media/media47.mp3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8.mp3"/><Relationship Id="rId1" Type="http://schemas.microsoft.com/office/2007/relationships/media" Target="../media/media48.mp3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9.mp3"/><Relationship Id="rId1" Type="http://schemas.microsoft.com/office/2007/relationships/media" Target="../media/media49.mp3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0.mp3"/><Relationship Id="rId1" Type="http://schemas.microsoft.com/office/2007/relationships/media" Target="../media/media50.mp3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1.mp3"/><Relationship Id="rId1" Type="http://schemas.microsoft.com/office/2007/relationships/media" Target="../media/media51.mp3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2.mp3"/><Relationship Id="rId1" Type="http://schemas.microsoft.com/office/2007/relationships/media" Target="../media/media52.mp3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3.mp3"/><Relationship Id="rId1" Type="http://schemas.microsoft.com/office/2007/relationships/media" Target="../media/media53.mp3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4.mp3"/><Relationship Id="rId1" Type="http://schemas.microsoft.com/office/2007/relationships/media" Target="../media/media54.mp3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5.mp3"/><Relationship Id="rId1" Type="http://schemas.microsoft.com/office/2007/relationships/media" Target="../media/media55.mp3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6.mp3"/><Relationship Id="rId1" Type="http://schemas.microsoft.com/office/2007/relationships/media" Target="../media/media56.mp3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7.mp3"/><Relationship Id="rId1" Type="http://schemas.microsoft.com/office/2007/relationships/media" Target="../media/media57.mp3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8.mp3"/><Relationship Id="rId1" Type="http://schemas.microsoft.com/office/2007/relationships/media" Target="../media/media58.mp3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9.mp3"/><Relationship Id="rId1" Type="http://schemas.microsoft.com/office/2007/relationships/media" Target="../media/media59.mp3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0.mp3"/><Relationship Id="rId1" Type="http://schemas.microsoft.com/office/2007/relationships/media" Target="../media/media60.mp3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1.mp3"/><Relationship Id="rId1" Type="http://schemas.microsoft.com/office/2007/relationships/media" Target="../media/media61.mp3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2.mp3"/><Relationship Id="rId1" Type="http://schemas.microsoft.com/office/2007/relationships/media" Target="../media/media62.mp3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3.mp3"/><Relationship Id="rId1" Type="http://schemas.microsoft.com/office/2007/relationships/media" Target="../media/media63.mp3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4.mp3"/><Relationship Id="rId1" Type="http://schemas.microsoft.com/office/2007/relationships/media" Target="../media/media64.mp3"/><Relationship Id="rId4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5.mp3"/><Relationship Id="rId1" Type="http://schemas.microsoft.com/office/2007/relationships/media" Target="../media/media65.mp3"/><Relationship Id="rId4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6.mp3"/><Relationship Id="rId1" Type="http://schemas.microsoft.com/office/2007/relationships/media" Target="../media/media66.mp3"/><Relationship Id="rId4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7.mp3"/><Relationship Id="rId1" Type="http://schemas.microsoft.com/office/2007/relationships/media" Target="../media/media67.mp3"/><Relationship Id="rId4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8.mp3"/><Relationship Id="rId1" Type="http://schemas.microsoft.com/office/2007/relationships/media" Target="../media/media68.mp3"/><Relationship Id="rId4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8.mp3"/><Relationship Id="rId1" Type="http://schemas.microsoft.com/office/2007/relationships/media" Target="../media/media68.mp3"/><Relationship Id="rId4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9.mp3"/><Relationship Id="rId1" Type="http://schemas.microsoft.com/office/2007/relationships/media" Target="../media/media69.mp3"/><Relationship Id="rId4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0.mp3"/><Relationship Id="rId1" Type="http://schemas.microsoft.com/office/2007/relationships/media" Target="../media/media70.mp3"/><Relationship Id="rId4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1.mp3"/><Relationship Id="rId1" Type="http://schemas.microsoft.com/office/2007/relationships/media" Target="../media/media71.mp3"/><Relationship Id="rId4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2.mp3"/><Relationship Id="rId1" Type="http://schemas.microsoft.com/office/2007/relationships/media" Target="../media/media72.mp3"/><Relationship Id="rId4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3.mp3"/><Relationship Id="rId1" Type="http://schemas.microsoft.com/office/2007/relationships/media" Target="../media/media73.mp3"/><Relationship Id="rId4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4.mp3"/><Relationship Id="rId1" Type="http://schemas.microsoft.com/office/2007/relationships/media" Target="../media/media74.mp3"/><Relationship Id="rId4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5.mp3"/><Relationship Id="rId1" Type="http://schemas.microsoft.com/office/2007/relationships/media" Target="../media/media75.mp3"/><Relationship Id="rId4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6.mp3"/><Relationship Id="rId1" Type="http://schemas.microsoft.com/office/2007/relationships/media" Target="../media/media76.mp3"/><Relationship Id="rId4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7.mp3"/><Relationship Id="rId1" Type="http://schemas.microsoft.com/office/2007/relationships/media" Target="../media/media77.mp3"/><Relationship Id="rId4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8.mp3"/><Relationship Id="rId1" Type="http://schemas.microsoft.com/office/2007/relationships/media" Target="../media/media78.mp3"/><Relationship Id="rId4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9.mp3"/><Relationship Id="rId1" Type="http://schemas.microsoft.com/office/2007/relationships/media" Target="../media/media79.mp3"/><Relationship Id="rId4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0.mp3"/><Relationship Id="rId1" Type="http://schemas.microsoft.com/office/2007/relationships/media" Target="../media/media80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1592411"/>
            <a:ext cx="11131290" cy="3673178"/>
          </a:xfrm>
        </p:spPr>
        <p:txBody>
          <a:bodyPr>
            <a:normAutofit fontScale="90000"/>
          </a:bodyPr>
          <a:lstStyle/>
          <a:p>
            <a:br>
              <a:rPr lang="pl-PL" sz="9600" b="1" dirty="0">
                <a:latin typeface="+mn-lt"/>
              </a:rPr>
            </a:br>
            <a:r>
              <a:rPr lang="pl-PL" sz="9800" b="1" dirty="0">
                <a:latin typeface="+mn-lt"/>
              </a:rPr>
              <a:t>Terminy fizyczne</a:t>
            </a:r>
            <a:br>
              <a:rPr lang="pl-PL" sz="7300" b="1" dirty="0">
                <a:latin typeface="+mn-lt"/>
              </a:rPr>
            </a:b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 err="1">
                <a:latin typeface="+mn-lt"/>
              </a:rPr>
              <a:t>Scalar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Only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has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magnetude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8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E66080F-BFD1-22D3-B07E-D4F752C66E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4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6C36-EC3A-20E2-6B78-EC8BF1D53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49C222-3696-FDAA-9BEC-C62EE0B1C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 err="1">
                <a:latin typeface="+mn-lt"/>
              </a:rPr>
              <a:t>Vector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6F57F3D-B1D7-3F07-F632-E0041620C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 fontScale="77500" lnSpcReduction="20000"/>
          </a:bodyPr>
          <a:lstStyle/>
          <a:p>
            <a:r>
              <a:rPr lang="pl-PL" sz="7200" b="1">
                <a:solidFill>
                  <a:srgbClr val="FF0000"/>
                </a:solidFill>
              </a:rPr>
              <a:t>Besides magnitude also has diractions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2BC8DAC-D9D0-298C-5A19-080087CAA7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6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99CF8-6F6E-9321-4466-1BCFB5E2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99A377-5D57-BA71-962A-0FE47447E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Wektor przemieszczenia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796DF66-44F2-AE9F-2AD4-59BBD855B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Displacement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vector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D36D5F9-7E7C-73D7-CB18-52FA345FBC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13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99CF8-6F6E-9321-4466-1BCFB5E2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99A377-5D57-BA71-962A-0FE47447E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Składowa (np. wektora)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796DF66-44F2-AE9F-2AD4-59BBD855B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(Vector) Component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541C47F-4BEF-111D-526E-8C0187A33D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4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3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224DA-E74A-1A57-D44F-26D7D21F2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26160D-0B56-40F8-6A97-E9D6B56E8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Szybkość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0078B6E-7F95-FC4C-B5E3-5D85DA66A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Speed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6607B2D-0FF0-372F-6715-EDAE7D17F9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8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FB485-6786-D795-346C-C854C910A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CFF9703-028F-BCC1-60EC-4096A3994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Prędkość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9DE12D9-367C-FC62-B5CE-1FC81F81B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Velocity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5211562-24D5-67F0-2265-3CDD6E8629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7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8E44D-4A2E-9407-97C1-536E0E187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8B7C8B-7EA3-70A5-022A-B05206461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Prędkość średnia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E8DDD72-69C5-BD94-B96F-6FF14DFA9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Avrage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velocity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ED1A5DA-0868-99E1-F58B-08D9AEBB49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75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2774F-7E9C-F09D-732B-A4B3874E5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F50270-1BB9-8648-77B6-84F97AC99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Szybkość średnia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482F23A-0705-0F20-E010-58E88D476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Avrage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speed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6743EF1-7426-29B0-7193-FEE508F662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2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E694-0079-C1E7-A4F2-E11BFBE5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9C5F1F-781C-B5E5-B854-EBCCF456D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Przyspieszenie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7C3B1D3-1B56-14A6-5DFE-FE2B1B5AF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Acceleration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593BC5D-2982-8378-5D37-A8BDE1A072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51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E694-0079-C1E7-A4F2-E11BFBE5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9C5F1F-781C-B5E5-B854-EBCCF456D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Punkt materialny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7C3B1D3-1B56-14A6-5DFE-FE2B1B5AF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Point mass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668BE0B-0362-E976-065A-78B7BDF769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3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1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E694-0079-C1E7-A4F2-E11BFBE5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9C5F1F-781C-B5E5-B854-EBCCF456D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Rzut poziomy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7C3B1D3-1B56-14A6-5DFE-FE2B1B5AF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Horizontal projectile motion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D736082-887B-D16B-1061-B7198A37CD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2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42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E694-0079-C1E7-A4F2-E11BFBE5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9C5F1F-781C-B5E5-B854-EBCCF456D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Rzut ukośny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7C3B1D3-1B56-14A6-5DFE-FE2B1B5AF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01064"/>
            <a:ext cx="12191999" cy="210448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Projectile motion at an angle / Oblique projectile motion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223D2DA-76C0-0A91-54F8-70926EEC1D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9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551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075DB-95E6-3465-1D02-B7CAB9A4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095D938-7F41-F3C1-0394-23BCA0866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Okres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EF2D564-4149-49BD-79FE-2C047D6DD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Period 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398A117-74B7-7763-3A62-BA2602C669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8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9BA5D-194E-B713-6427-F5269DA6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86BA21-B7EE-BFAE-F0E0-8C221B39B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Częstotliwość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394F691-2E45-E891-3ACC-DA0399B40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Frequancy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CD5B717-E23D-3344-A554-E6BA727692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9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DD497-4FE1-DBED-A7B6-514BC0414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58855D-C59E-547D-75F5-7D6AE0840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Szybkość kontowa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F9476C6-81F4-B35D-5BBF-2429B49C5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Angular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speed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4E6B306-6090-C5E8-FAC5-043D7D3A3F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59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39D95-2EB1-9ED8-E5A5-8CBB0AC0D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0091AD-B7BA-44DE-93E0-028F65E1E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Siła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B72FE31-D948-E17C-25E8-BFCAC2F41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Force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494AA97-21C4-4609-99A0-3CD729EDF5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3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D96D6-80E0-463A-AA16-9D2D646A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1041E3-A4BB-F7C6-8F33-D87869109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Siła wypadkowa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4740AFC-B83F-3594-E654-914098759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Net </a:t>
            </a:r>
            <a:r>
              <a:rPr lang="pl-PL" sz="7200" b="1" dirty="0" err="1">
                <a:solidFill>
                  <a:srgbClr val="FF0000"/>
                </a:solidFill>
              </a:rPr>
              <a:t>force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9FE7C46-B66A-5777-5E30-DCE6283881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7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C832-E208-BE44-B1D2-01F21353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B4D6ED-0261-E780-75E7-89675D275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Siła reakcji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758947C-42DD-BA08-E704-5E4EA0A4D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Reaction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force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68DD72D-CF62-85F4-1D86-14278CC5D4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0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C832-E208-BE44-B1D2-01F21353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B4D6ED-0261-E780-75E7-89675D275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Bryła sztywna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758947C-42DD-BA08-E704-5E4EA0A4D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Rigid body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2CF6090-AA51-1956-9C85-ACE514CC67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3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C832-E208-BE44-B1D2-01F21353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B4D6ED-0261-E780-75E7-89675D275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Moment siły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758947C-42DD-BA08-E704-5E4EA0A4D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Torque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29C227A-5D56-C703-408F-285C70A49B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53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C832-E208-BE44-B1D2-01F21353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B4D6ED-0261-E780-75E7-89675D275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Ramię siły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758947C-42DD-BA08-E704-5E4EA0A4D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Moment arm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C729C3E-0F7D-1786-7BA5-6ACC580BCF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42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Prawo dynamiki Newtona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Newton’s</a:t>
            </a:r>
            <a:r>
              <a:rPr lang="pl-PL" sz="7200" b="1" dirty="0">
                <a:solidFill>
                  <a:srgbClr val="FF0000"/>
                </a:solidFill>
              </a:rPr>
              <a:t> law of </a:t>
            </a:r>
            <a:r>
              <a:rPr lang="pl-PL" sz="7200" b="1" dirty="0" err="1">
                <a:solidFill>
                  <a:srgbClr val="FF0000"/>
                </a:solidFill>
              </a:rPr>
              <a:t>motion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238B3FF-6F6F-D630-D4D4-E01ABAD417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77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Tarcie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Friction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7B43CA3-7499-2F4D-98E2-F1C867D334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Siła tarcia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Friction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force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D76D76C-480F-57A4-ECF5-FE63340053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7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Opory ruchu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resistance</a:t>
            </a:r>
            <a:r>
              <a:rPr lang="pl-PL" sz="7200" b="1" dirty="0">
                <a:solidFill>
                  <a:srgbClr val="FF0000"/>
                </a:solidFill>
              </a:rPr>
              <a:t> of </a:t>
            </a:r>
            <a:r>
              <a:rPr lang="pl-PL" sz="7200" b="1" dirty="0" err="1">
                <a:solidFill>
                  <a:srgbClr val="FF0000"/>
                </a:solidFill>
              </a:rPr>
              <a:t>movement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181911B-ED79-EE2F-9A7E-9A346F1A9A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2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Prędkość graniczna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Terminal </a:t>
            </a:r>
            <a:r>
              <a:rPr lang="pl-PL" sz="7200" b="1" dirty="0" err="1">
                <a:solidFill>
                  <a:srgbClr val="FF0000"/>
                </a:solidFill>
              </a:rPr>
              <a:t>velocity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9DB3842-A60D-118E-285A-32C793C508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Siła dośrodkowa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Centripetal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force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B0D00BD-EB86-94B7-6FB0-296829E580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17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Siła odśrodkowa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Centrifugal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force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9DBD493-AFBC-58AB-0B0C-CEE18DB2D1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74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Promień wodzący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Radius </a:t>
            </a:r>
            <a:r>
              <a:rPr lang="pl-PL" sz="7200" b="1" dirty="0" err="1">
                <a:solidFill>
                  <a:srgbClr val="FF0000"/>
                </a:solidFill>
              </a:rPr>
              <a:t>vector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9DBD493-AFBC-58AB-0B0C-CEE18DB2D1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7541CA2-B2B7-99BD-4888-DC6CF363B55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36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13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18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Układ inercjalny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Inertial </a:t>
            </a:r>
            <a:r>
              <a:rPr lang="pl-PL" sz="7200" b="1" dirty="0" err="1">
                <a:solidFill>
                  <a:srgbClr val="FF0000"/>
                </a:solidFill>
              </a:rPr>
              <a:t>reference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frame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29D42BA-0958-EB0A-6EBD-3849AF981E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40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Układ nieinercjalny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Non </a:t>
            </a:r>
            <a:r>
              <a:rPr lang="pl-PL" sz="7200" b="1" dirty="0" err="1">
                <a:solidFill>
                  <a:srgbClr val="FF0000"/>
                </a:solidFill>
              </a:rPr>
              <a:t>inertial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reference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frame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5889A20-62C6-44EB-18A9-756D5582C0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0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6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Siła bezwładności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Inertial </a:t>
            </a:r>
            <a:r>
              <a:rPr lang="pl-PL" sz="7200" b="1" dirty="0" err="1">
                <a:solidFill>
                  <a:srgbClr val="FF0000"/>
                </a:solidFill>
              </a:rPr>
              <a:t>force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4F64A06-E1C3-2D02-DE8C-BAC0ECB4B6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17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Praca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Work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4783CDC-46C9-2F5B-8C9C-BDA492B3FB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9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Moc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Power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4E8C23E-CF82-F542-88C7-69D7AAE15C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67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Sprawność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Efficiency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80DB6E4-B00C-DE1A-CB66-EEB3E586F2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19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Energia potencjalna grawitacji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 fontScale="92500"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Gravitational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potential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energy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D47ECF0-2008-6B4D-B91C-AD4A458E25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0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3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Energia potencjalna sprężystości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Elastic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potential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energy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C54F4F3-C968-C18C-0E7B-FB064CCC5C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42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3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Energia kinetyczna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 err="1">
                <a:solidFill>
                  <a:srgbClr val="FF0000"/>
                </a:solidFill>
              </a:rPr>
              <a:t>Kinetic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energy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50DDB6D-8D64-01D3-100A-99B8BE6656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6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Energia całkowita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Total </a:t>
            </a:r>
            <a:r>
              <a:rPr lang="pl-PL" sz="7200" b="1" dirty="0" err="1">
                <a:solidFill>
                  <a:srgbClr val="FF0000"/>
                </a:solidFill>
              </a:rPr>
              <a:t>energy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66008DB-CBDE-8705-513D-348F21B914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5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E67D-E5C2-323A-49CE-0E12DAE3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50E082-28DC-706D-AC63-A2427E00C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Ciśnienie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F550EF-5229-3803-BFC1-E02CF2AC9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Pressure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F2F3400-0348-B061-3AFD-1152A3CFC2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4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7F03-5339-5A75-D78A-7992A8DC2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7967CA-5467-1F3B-2B68-780422B8C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Ciśnienie atmosferyczne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56402F3-672A-7C20-D390-6B22CBA89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Atmospheric pressure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57C7714-C33A-C2CD-917D-25DB2A1E82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5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4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66254-CCD2-ED5D-C2CC-65E5C3FEA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97A354-DE9A-DEA2-939B-4F13D9106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Ciśnienie hydrostatyczne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E1B83F0-D611-119F-8EE9-74704B979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Hydrostatic pressure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1E39430-D28C-C086-9592-D5C16BB3DF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61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46A09-EBF8-5D94-1F87-DED419185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066CDB-6436-BBB7-8165-90571370C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Stała Boltzmanna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71730A-E1DF-1798-2AF7-AD2CC9549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Boltzmann constant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B72A412-8BE8-7272-36E6-59E5C40174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8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45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6397A-6768-58DB-4D70-EAFDA43F3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75C796-A35E-C103-B325-5483A93C8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n-GB" sz="7200" b="1" dirty="0">
                <a:latin typeface="+mn-lt"/>
              </a:rPr>
              <a:t>Energia wewn</a:t>
            </a:r>
            <a:r>
              <a:rPr lang="pl-PL" sz="7200" b="1" dirty="0">
                <a:latin typeface="+mn-lt"/>
              </a:rPr>
              <a:t>ę</a:t>
            </a:r>
            <a:r>
              <a:rPr lang="en-GB" sz="7200" b="1" dirty="0">
                <a:latin typeface="+mn-lt"/>
              </a:rPr>
              <a:t>trzna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B0C8FB7-3F8E-E3FC-BF8C-218F54308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Internal energy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DAF8AC6-DE31-8950-ACAB-171E7B4997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7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DB1D2-09DA-75CC-3CE0-AFDBAE54D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6E86D9-59AC-89D5-DEF4-4198A338F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Ciepło właściwe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BE5138B-BE46-8E3A-D623-551A14721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Specific heat capacity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12CB2B4-074D-15F0-7E02-C5BF3048EE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8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63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A662A-F3D7-58CB-7197-474B94803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F08EA4-07EE-C804-E19A-EE4D8E283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Ciepło molowe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87A2819-902C-0293-35F3-CA8C97409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Molar heat capacity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A19403B-70A8-AF6A-B5E7-1E9607EF2E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6A5D0-0044-CC21-158C-FD72888F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A8C970-7947-00E7-7747-BAF016ACF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Ciepło topnienia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F68D1E6-3F63-3F1B-0A4E-BDDAD61D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Specific latent heat of fusion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5049C28-6F68-17F3-C40B-5D168C0C6F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9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1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E150-76A5-7497-FCE8-00152CE95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DD107D-4CA7-071F-8B34-8F114A347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Ciepło parowania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7F07872-DCBA-6C52-C474-D9910103E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 fontScale="85000"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Specific latent heat of vaporisation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64CF3CC-3479-BF40-2E79-DA776B0D80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9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73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9A1E3-CA28-2781-0776-962387973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BCE62D-ED0E-A865-0EE1-0FAD7F5BC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Przemiana izobaryczna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4993CA2-978C-EDA9-C29A-BC878B0B2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Isobaric process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977A5ED-5585-CF59-B72C-3F9375A64F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2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365B4-A6B6-0AE2-BC7D-78CDE624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A0CC27-A27D-D146-0884-8210A2168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Przemiana izotermiczna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F374C44-564D-81FE-7333-5DE1A05CD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Isothermal process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9DE60B1-3B3A-2C31-223A-0573FE394B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50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98CCD-5D16-4BB1-06FF-3DA49FC6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DE3AD4-3734-8080-A3FB-0596E8E9E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Przemiana izochoryczna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AAEC31F-9E18-A4A8-8BA0-424934AB8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Isochoric process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F014CEB-7781-180A-A5A1-C31A3E2DF1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9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40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1FD16-7DC1-A43A-B2EF-0190DAD47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F96A5A-E5B4-EA1B-37F4-57418257E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Przemiana adiabatyczna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50C39D3-C331-DF2B-26D1-260645FE4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Adiabatic process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DE7A0FF-339B-FF15-8B1B-F59EEC8508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50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6F801-D062-6499-4EA8-E54FBD83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F55A18-0534-11CA-F8B9-378F05699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Cykl termodynamiczny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9C82F6D-347D-AD47-5F7E-7A57E0F49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Thermodynamic cycle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ED37A1B-CC36-6C20-9029-B44025EA35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0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50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C8F50-9FCD-29AF-18DF-5DAFE08B6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24297B-653C-0CDD-A436-2D8A8837B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Ruch harmoniczny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A5BC880-298B-0F0A-14AC-8A58089FA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Simple harmonic motion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B2D0A7E-147B-6AA6-3DAB-9C89E42EBC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5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6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DF269-FB96-933A-497D-1DBEBA3C8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B30DC6B-555B-7899-5879-0B87FEBC6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Wahadło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380F53C-C940-0669-D7A7-4D3FEC44C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Pendulum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8864865-3799-BB7E-BA3A-E30F1C7601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27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DC4E4-65AE-264A-8F8D-40E95B7A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19AF24-85D2-E5E4-C13B-0057A19D3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Wahadło matematyczne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F08765A-7FA1-AF1D-46F8-36B08F077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Simple pendulum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23DD391-942B-409B-B4A6-C5F99C3578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12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D7E1F-44CE-F0D9-5FFC-EE161B003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40E17F7-0FB4-15A4-4731-6AB206228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Wahadło sprężynowe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50637A0-DD17-4C44-CE45-BABCF873ED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Mass-spring oscillator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6012BC8-A2CC-3832-89A2-70DCFA5047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4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40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57F5-5BC6-30FA-DBA0-21F50218D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E70DD4-A698-B8AC-AC2D-9CDDD05CD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715" y="48625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Rezonans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F824AEE-3301-48E1-8AD3-477AA77EC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Resonance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5F69D95-6233-5921-C997-CAC90B25AF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9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097C4-A39E-04D2-F31D-706D4A2E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81C67D-39EC-A610-9AB1-A5834C364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Grzbiet (fali)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61ECE2C-A7DA-7395-A8D3-FEFC166B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Wave crest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534F002-2B68-A0BB-8BF2-630F1452BC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4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E420E-AFED-8CDD-3D02-D0D6872D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A38CEE-A67D-29C3-DDDE-9C154FFFD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1"/>
            <a:ext cx="11032478" cy="200678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Dolina (fali)</a:t>
            </a:r>
            <a:br>
              <a:rPr lang="pl-PL" sz="7200" b="1" dirty="0">
                <a:latin typeface="+mn-lt"/>
              </a:rPr>
            </a:b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EC0C373-5DA7-CE1C-C4EC-94B1EB260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Wave trough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8FBB288-0FEF-9BFB-0F3D-D8D0FD3E46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49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FE04E-6B1A-4123-8D2D-0713C9F7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AB8866-B0A9-3E65-05E5-CEA79F4C2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715" y="72779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Prawo odbicia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1F9EEFD-7BC8-018D-F1AA-69E943E82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Law of reflection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769D4EC-9B09-99F1-F3B2-36A2143095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04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8423C-18C0-D344-6DF2-14497182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FAF211-DC68-2921-0D23-1EACF082C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715" y="72779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Kąt padania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DD9D797-BC9E-C484-C0E7-FE7CD6987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Angle of incidence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2D3A51E-0199-2103-FBDD-D20A0C6258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79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8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E0DDB-C193-7468-0635-69A3CA165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30EC7D-52C2-8A32-B98E-D23C039D8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715" y="72779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Promień padający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695D5FC-E97C-70C0-490D-813D226B5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Incident ray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ADF13F4-9047-89B3-3C29-C2E40A3E27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1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2F95A-AB28-304A-14DE-9697C777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22DA2B-791E-8B97-CC3B-BB2466A0A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715" y="72779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Promień</a:t>
            </a:r>
            <a:r>
              <a:rPr lang="en-GB" sz="7200" b="1" dirty="0">
                <a:latin typeface="+mn-lt"/>
              </a:rPr>
              <a:t> </a:t>
            </a:r>
            <a:r>
              <a:rPr lang="pl-PL" sz="7200" b="1" dirty="0">
                <a:latin typeface="+mn-lt"/>
              </a:rPr>
              <a:t>odbity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63EF937-5995-33F1-AC85-8069CEF56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Reflected ray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8BC91AE-F528-297E-82A4-97F14C52F6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961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00227-ECBF-4E19-E2FE-4E4117A2C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92D3CB-4CEE-27B8-0BDF-0A046AA3D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715" y="72779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Prawo załamania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450ADF1-2C39-3516-5290-F738762C1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Law of refraction/Snell’s law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6EE381A-967E-9EDA-DB84-F9287C6B67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42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3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10C6F-4CC0-BD92-F103-97BAB2C5B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CF05B7-5A7E-5EAD-3A2E-14FAAE48E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715" y="727795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Promień załamany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5AD9A02-9FED-3BBE-3477-753350DF4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Refracted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en-GB" sz="7200" b="1" dirty="0">
                <a:solidFill>
                  <a:srgbClr val="FF0000"/>
                </a:solidFill>
              </a:rPr>
              <a:t>ray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80B862F-0942-9B0A-3636-5618FD5544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82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0ACA3-83C0-0059-2CCC-6BA68850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163CB1-34E8-2267-60FE-6206FFEAC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1"/>
            <a:ext cx="11032478" cy="203583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Współczynnik załamania światła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B19A103-0C60-D105-31CE-0B7B74B47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Refractive index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3ABF953-862F-9E95-8889-CA18542281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3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1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D994-6D06-DE8B-D78B-BE25F17C0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07B947-72DE-AC06-A921-C569FF4A1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1"/>
            <a:ext cx="11032478" cy="131085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Interferencja konstruktywna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7BEBBD8-207A-AA37-4BAC-E86D214C9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Constructive interference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466D922-93A4-F8C1-7824-86F53739D6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9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74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3613C-6D64-0338-B56E-C3C3DA0FD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01A840-4169-656B-580B-624D8E61D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1"/>
            <a:ext cx="11032478" cy="131085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Interferencja destruktywna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BAA0FF1-072B-8C75-A142-2E2AD2642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Destructive interference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25D0F4F-4F48-E769-FFCD-83D1449373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5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74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9C6A-1F9F-51D9-A0EE-F06D9950F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31ABF41-9D55-1EE2-09F0-022FCFE7B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1"/>
            <a:ext cx="11032478" cy="131085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Dyfrakcja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C55FC42-3581-F9FC-CBAA-D62F6BFDF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Diffraction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BFE965E-0935-C9BF-BFF5-1C51E1867A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6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8F46-1FF4-7ACA-E467-56721CA5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59065A-CD77-878B-9CE9-1DAB80EE8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1"/>
            <a:ext cx="11032478" cy="131085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Fala stojąca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369D99C-CDEF-9796-C67D-2DAC30787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Stationary/Standing wave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72C68C3-3AE2-8397-D4BF-EDCBE6FEC2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16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31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25436-B531-E56D-5804-96967308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B20EB3-2FCB-8616-67BD-3BB4376FB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1"/>
            <a:ext cx="11032478" cy="131085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Węzeł (Fali stojącej)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A064546-FCF4-E988-09D5-45095585F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Node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ECF206E-2E09-CEFC-4CDE-15EEBFFF8C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42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97698-81E2-AEB7-B99D-7D1950903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B94103-B9D8-6FA2-375B-85AEA8B5A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1"/>
            <a:ext cx="11032478" cy="131085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Strzałka (Fali stojącej)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5006DC8-B2A1-8F8A-7319-1CB02728C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Antinode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1BDDF76-A098-DDFC-735D-E7131BA0FB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3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7B8A-5EDC-40E0-C4B2-54083C235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6DDBF8-EF33-F3EC-A090-336247AE5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1"/>
            <a:ext cx="11032478" cy="20354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Pierwsza prędkość kosmiczna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29D5C97-98FB-BAEC-01D6-2FAAFD362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First cosmic velocity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73FD98B-9E61-7F5E-81B2-115A1CA769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39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69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741CC-4E6B-28E7-B18B-52E35336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365837-AF16-0BEE-22CA-95B186FF1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52451"/>
            <a:ext cx="12192000" cy="20354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Druga prędkość kosmiczna/Prędkość ucieczki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0B90D81-BAD2-9C0F-5B04-715F51483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25684"/>
            <a:ext cx="12191999" cy="1932316"/>
          </a:xfrm>
        </p:spPr>
        <p:txBody>
          <a:bodyPr>
            <a:normAutofit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Second cosmic velocity/Escape velocity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F911F41-0D7E-353B-19D5-2AA890A587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7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45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4A184-CB77-18DE-C78F-5F8DC322F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95C6243-475D-BD6C-1943-53DA449C4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52451"/>
            <a:ext cx="12192000" cy="105242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Prawa Keplera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F209457-4E79-D3B3-63DE-3E586E7CD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253127"/>
            <a:ext cx="12191999" cy="1052422"/>
          </a:xfrm>
        </p:spPr>
        <p:txBody>
          <a:bodyPr>
            <a:normAutofit fontScale="925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Kepler’s laws of planetary motion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F286A81-5F4F-244B-6A93-B4EAE676EF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28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18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3C0D4-066A-EF23-C360-62313CE7E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AA8313-38C4-0C8B-4692-4CA611553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210" y="552451"/>
            <a:ext cx="11360989" cy="105242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Pole jednorodne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83ECE46-D0F1-6337-9725-150B87B67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211" y="5253127"/>
            <a:ext cx="11360989" cy="1052422"/>
          </a:xfrm>
        </p:spPr>
        <p:txBody>
          <a:bodyPr>
            <a:normAutofit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Uniform field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5CAB8AC-D1AF-01B5-6826-122A632A36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9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33B8B-FEA2-E8F1-5D0E-224A9BF35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8548FC-B3C2-9425-0E75-3C0C89F8A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210" y="552451"/>
            <a:ext cx="11360989" cy="105242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Pole centralne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9F456E9-F13A-0331-B116-4169A638D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211" y="5253127"/>
            <a:ext cx="11360989" cy="1052422"/>
          </a:xfrm>
        </p:spPr>
        <p:txBody>
          <a:bodyPr>
            <a:normAutofit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Radical field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95240A6-9CFD-C728-2C52-B7BC6BB2B0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3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9A6FC-3D13-8950-11B7-F790A2197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16C15C-1D5A-9C5C-F12B-D9557DF74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166" y="552450"/>
            <a:ext cx="11749177" cy="152651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Potencjał pola grawitacyjnego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D00EAA9-00B7-16C9-561A-2D7F50133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211" y="5253127"/>
            <a:ext cx="11360989" cy="1052422"/>
          </a:xfrm>
        </p:spPr>
        <p:txBody>
          <a:bodyPr>
            <a:normAutofit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Gravitational potential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BE34E49-8D34-4F0F-B256-237D6DBE5F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7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50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928AB-C29A-D41E-B3E7-61D4D386B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EB0475-209B-0AFC-0D95-3F30240D6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08" y="552451"/>
            <a:ext cx="11852694" cy="105242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Natężenie pola grawitacyjnego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7E9202A-99E5-7F68-7D5F-98EC7D34D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211" y="5253127"/>
            <a:ext cx="11360989" cy="1052422"/>
          </a:xfrm>
        </p:spPr>
        <p:txBody>
          <a:bodyPr>
            <a:normAutofit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Gravitational field strength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72B0742-76AB-E6D5-5CB9-F4ECBB3350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5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92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4A693-EAC6-BA74-5F55-6D7C06F0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7DBF26-E3EF-5F17-E2B7-DA6703E21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211" y="552451"/>
            <a:ext cx="11231594" cy="196646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Przenikalność elektryczna </a:t>
            </a:r>
            <a:br>
              <a:rPr lang="pl-PL" sz="7200" b="1" dirty="0">
                <a:latin typeface="+mn-lt"/>
              </a:rPr>
            </a:br>
            <a:r>
              <a:rPr lang="pl-PL" sz="7200" b="1" dirty="0">
                <a:latin typeface="+mn-lt"/>
              </a:rPr>
              <a:t>(w próżni)</a:t>
            </a:r>
            <a:r>
              <a:rPr lang="en-GB" sz="7200" b="1" dirty="0">
                <a:latin typeface="+mn-lt"/>
              </a:rPr>
              <a:t> 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F0A3829-1C16-0712-3023-3394B75DC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211" y="5253127"/>
            <a:ext cx="11231593" cy="1052422"/>
          </a:xfrm>
        </p:spPr>
        <p:txBody>
          <a:bodyPr>
            <a:normAutofit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Vacuum permittivity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85E5802-B7F9-2B75-0EF0-F86360F005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8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3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7308</TotalTime>
  <Words>376</Words>
  <Application>Microsoft Office PowerPoint</Application>
  <PresentationFormat>Panoramiczny</PresentationFormat>
  <Paragraphs>163</Paragraphs>
  <Slides>82</Slides>
  <Notes>0</Notes>
  <HiddenSlides>0</HiddenSlides>
  <MMClips>82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82</vt:i4>
      </vt:variant>
    </vt:vector>
  </HeadingPairs>
  <TitlesOfParts>
    <vt:vector size="86" baseType="lpstr">
      <vt:lpstr>Arial</vt:lpstr>
      <vt:lpstr>Calibri</vt:lpstr>
      <vt:lpstr>Calibri Light</vt:lpstr>
      <vt:lpstr>Motyw pakietu Office</vt:lpstr>
      <vt:lpstr> Terminy fizyczne </vt:lpstr>
      <vt:lpstr>Scalar</vt:lpstr>
      <vt:lpstr>Vector</vt:lpstr>
      <vt:lpstr>Wektor przemieszczenia</vt:lpstr>
      <vt:lpstr>Składowa (np. wektora)</vt:lpstr>
      <vt:lpstr>Szybkość</vt:lpstr>
      <vt:lpstr>Prędkość</vt:lpstr>
      <vt:lpstr>Prędkość średnia</vt:lpstr>
      <vt:lpstr>Szybkość średnia</vt:lpstr>
      <vt:lpstr>Przyspieszenie</vt:lpstr>
      <vt:lpstr>Punkt materialny</vt:lpstr>
      <vt:lpstr>Rzut poziomy</vt:lpstr>
      <vt:lpstr>Rzut ukośny</vt:lpstr>
      <vt:lpstr>Okres</vt:lpstr>
      <vt:lpstr>Częstotliwość</vt:lpstr>
      <vt:lpstr>Szybkość kontowa</vt:lpstr>
      <vt:lpstr>Siła</vt:lpstr>
      <vt:lpstr>Siła wypadkowa</vt:lpstr>
      <vt:lpstr>Siła reakcji</vt:lpstr>
      <vt:lpstr>Bryła sztywna</vt:lpstr>
      <vt:lpstr>Moment siły</vt:lpstr>
      <vt:lpstr>Ramię siły</vt:lpstr>
      <vt:lpstr>Prawo dynamiki Newtona</vt:lpstr>
      <vt:lpstr>Tarcie</vt:lpstr>
      <vt:lpstr>Siła tarcia</vt:lpstr>
      <vt:lpstr>Opory ruchu</vt:lpstr>
      <vt:lpstr>Prędkość graniczna</vt:lpstr>
      <vt:lpstr>Siła dośrodkowa</vt:lpstr>
      <vt:lpstr>Siła odśrodkowa</vt:lpstr>
      <vt:lpstr>Promień wodzący</vt:lpstr>
      <vt:lpstr>Układ inercjalny</vt:lpstr>
      <vt:lpstr>Układ nieinercjalny</vt:lpstr>
      <vt:lpstr>Siła bezwładności</vt:lpstr>
      <vt:lpstr>Praca</vt:lpstr>
      <vt:lpstr>Moc</vt:lpstr>
      <vt:lpstr>Sprawność</vt:lpstr>
      <vt:lpstr>Energia potencjalna grawitacji</vt:lpstr>
      <vt:lpstr>Energia potencjalna sprężystości </vt:lpstr>
      <vt:lpstr>Energia kinetyczna</vt:lpstr>
      <vt:lpstr>Energia całkowita</vt:lpstr>
      <vt:lpstr>Ciśnienie</vt:lpstr>
      <vt:lpstr>Ciśnienie atmosferyczne</vt:lpstr>
      <vt:lpstr>Ciśnienie hydrostatyczne</vt:lpstr>
      <vt:lpstr>Stała Boltzmanna</vt:lpstr>
      <vt:lpstr>Energia wewnętrzna</vt:lpstr>
      <vt:lpstr>Ciepło właściwe</vt:lpstr>
      <vt:lpstr>Ciepło molowe</vt:lpstr>
      <vt:lpstr>Ciepło topnienia</vt:lpstr>
      <vt:lpstr>Ciepło parowania</vt:lpstr>
      <vt:lpstr>Przemiana izobaryczna</vt:lpstr>
      <vt:lpstr>Przemiana izotermiczna</vt:lpstr>
      <vt:lpstr>Przemiana izochoryczna</vt:lpstr>
      <vt:lpstr>Przemiana adiabatyczna</vt:lpstr>
      <vt:lpstr>Cykl termodynamiczny</vt:lpstr>
      <vt:lpstr>Ruch harmoniczny</vt:lpstr>
      <vt:lpstr>Wahadło </vt:lpstr>
      <vt:lpstr>Wahadło matematyczne </vt:lpstr>
      <vt:lpstr>Wahadło sprężynowe</vt:lpstr>
      <vt:lpstr>Rezonans</vt:lpstr>
      <vt:lpstr>Grzbiet (fali)</vt:lpstr>
      <vt:lpstr>Dolina (fali) </vt:lpstr>
      <vt:lpstr>Prawo odbicia</vt:lpstr>
      <vt:lpstr>Kąt padania</vt:lpstr>
      <vt:lpstr>Promień padający</vt:lpstr>
      <vt:lpstr>Promień odbity</vt:lpstr>
      <vt:lpstr>Prawo załamania</vt:lpstr>
      <vt:lpstr>Promień załamany</vt:lpstr>
      <vt:lpstr>Współczynnik załamania światła</vt:lpstr>
      <vt:lpstr>Interferencja konstruktywna</vt:lpstr>
      <vt:lpstr>Interferencja destruktywna</vt:lpstr>
      <vt:lpstr>Dyfrakcja</vt:lpstr>
      <vt:lpstr>Fala stojąca</vt:lpstr>
      <vt:lpstr>Węzeł (Fali stojącej)</vt:lpstr>
      <vt:lpstr>Strzałka (Fali stojącej)</vt:lpstr>
      <vt:lpstr>Pierwsza prędkość kosmiczna</vt:lpstr>
      <vt:lpstr>Druga prędkość kosmiczna/Prędkość ucieczki</vt:lpstr>
      <vt:lpstr>Prawa Keplera</vt:lpstr>
      <vt:lpstr>Pole jednorodne</vt:lpstr>
      <vt:lpstr>Pole centralne</vt:lpstr>
      <vt:lpstr>Potencjał pola grawitacyjnego</vt:lpstr>
      <vt:lpstr>Natężenie pola grawitacyjnego</vt:lpstr>
      <vt:lpstr>Przenikalność elektryczna  (w próżni)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1516</cp:revision>
  <dcterms:created xsi:type="dcterms:W3CDTF">2018-09-30T05:35:06Z</dcterms:created>
  <dcterms:modified xsi:type="dcterms:W3CDTF">2026-08-14T19:18:38Z</dcterms:modified>
</cp:coreProperties>
</file>