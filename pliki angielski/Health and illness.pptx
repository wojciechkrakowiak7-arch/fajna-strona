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93" r:id="rId2"/>
    <p:sldId id="1493" r:id="rId3"/>
    <p:sldId id="1494" r:id="rId4"/>
    <p:sldId id="1499" r:id="rId5"/>
    <p:sldId id="1495" r:id="rId6"/>
    <p:sldId id="1496" r:id="rId7"/>
    <p:sldId id="1497" r:id="rId8"/>
    <p:sldId id="1498" r:id="rId9"/>
    <p:sldId id="1500" r:id="rId10"/>
    <p:sldId id="1501" r:id="rId11"/>
    <p:sldId id="1502" r:id="rId12"/>
    <p:sldId id="1503" r:id="rId13"/>
    <p:sldId id="1504" r:id="rId14"/>
    <p:sldId id="1505" r:id="rId15"/>
    <p:sldId id="1506" r:id="rId16"/>
    <p:sldId id="1507" r:id="rId17"/>
    <p:sldId id="1508" r:id="rId18"/>
    <p:sldId id="1509" r:id="rId19"/>
    <p:sldId id="1510" r:id="rId20"/>
    <p:sldId id="1511" r:id="rId21"/>
    <p:sldId id="1512" r:id="rId22"/>
    <p:sldId id="1513" r:id="rId23"/>
    <p:sldId id="1514" r:id="rId24"/>
    <p:sldId id="1515" r:id="rId25"/>
    <p:sldId id="1516" r:id="rId26"/>
    <p:sldId id="1517" r:id="rId27"/>
    <p:sldId id="1518" r:id="rId28"/>
    <p:sldId id="1519" r:id="rId29"/>
    <p:sldId id="1520" r:id="rId30"/>
    <p:sldId id="1521" r:id="rId31"/>
    <p:sldId id="1522" r:id="rId32"/>
    <p:sldId id="1523" r:id="rId3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ek" initials="TKR" lastIdx="2" clrIdx="0">
    <p:extLst>
      <p:ext uri="{19B8F6BF-5375-455C-9EA6-DF929625EA0E}">
        <p15:presenceInfo xmlns:p15="http://schemas.microsoft.com/office/powerpoint/2012/main" userId="Tom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02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ciech Krakowiak" userId="86718142a3635522" providerId="LiveId" clId="{26BA3A9B-B69E-46E9-B3AD-45EBD15A9BA9}"/>
    <pc:docChg chg="custSel addSld modSld">
      <pc:chgData name="Wojciech Krakowiak" userId="86718142a3635522" providerId="LiveId" clId="{26BA3A9B-B69E-46E9-B3AD-45EBD15A9BA9}" dt="2025-07-08T22:16:32.178" v="231"/>
      <pc:docMkLst>
        <pc:docMk/>
      </pc:docMkLst>
      <pc:sldChg chg="addSp modSp mod modAnim">
        <pc:chgData name="Wojciech Krakowiak" userId="86718142a3635522" providerId="LiveId" clId="{26BA3A9B-B69E-46E9-B3AD-45EBD15A9BA9}" dt="2025-07-08T21:23:55.376" v="15"/>
        <pc:sldMkLst>
          <pc:docMk/>
          <pc:sldMk cId="43237198" sldId="1497"/>
        </pc:sldMkLst>
      </pc:sldChg>
      <pc:sldChg chg="addSp delSp modSp add mod delAnim modAnim">
        <pc:chgData name="Wojciech Krakowiak" userId="86718142a3635522" providerId="LiveId" clId="{26BA3A9B-B69E-46E9-B3AD-45EBD15A9BA9}" dt="2025-07-08T21:25:50.749" v="41"/>
        <pc:sldMkLst>
          <pc:docMk/>
          <pc:sldMk cId="3006842627" sldId="1498"/>
        </pc:sldMkLst>
      </pc:sldChg>
      <pc:sldChg chg="addSp delSp modSp add mod delAnim modAnim">
        <pc:chgData name="Wojciech Krakowiak" userId="86718142a3635522" providerId="LiveId" clId="{26BA3A9B-B69E-46E9-B3AD-45EBD15A9BA9}" dt="2025-07-08T21:43:37.082" v="77"/>
        <pc:sldMkLst>
          <pc:docMk/>
          <pc:sldMk cId="2361599004" sldId="1499"/>
        </pc:sldMkLst>
      </pc:sldChg>
      <pc:sldChg chg="addSp delSp modSp add mod delAnim modAnim">
        <pc:chgData name="Wojciech Krakowiak" userId="86718142a3635522" providerId="LiveId" clId="{26BA3A9B-B69E-46E9-B3AD-45EBD15A9BA9}" dt="2025-07-08T21:52:59.176" v="109" actId="20577"/>
        <pc:sldMkLst>
          <pc:docMk/>
          <pc:sldMk cId="3297848511" sldId="1500"/>
        </pc:sldMkLst>
      </pc:sldChg>
      <pc:sldChg chg="addSp delSp modSp add mod delAnim modAnim">
        <pc:chgData name="Wojciech Krakowiak" userId="86718142a3635522" providerId="LiveId" clId="{26BA3A9B-B69E-46E9-B3AD-45EBD15A9BA9}" dt="2025-07-08T22:03:54.124" v="151" actId="20577"/>
        <pc:sldMkLst>
          <pc:docMk/>
          <pc:sldMk cId="4125144861" sldId="1501"/>
        </pc:sldMkLst>
      </pc:sldChg>
      <pc:sldChg chg="addSp delSp modSp add mod delAnim modAnim">
        <pc:chgData name="Wojciech Krakowiak" userId="86718142a3635522" providerId="LiveId" clId="{26BA3A9B-B69E-46E9-B3AD-45EBD15A9BA9}" dt="2025-07-08T22:05:34.241" v="187" actId="20577"/>
        <pc:sldMkLst>
          <pc:docMk/>
          <pc:sldMk cId="261605351" sldId="1502"/>
        </pc:sldMkLst>
      </pc:sldChg>
      <pc:sldChg chg="addSp delSp modSp add mod delAnim modAnim">
        <pc:chgData name="Wojciech Krakowiak" userId="86718142a3635522" providerId="LiveId" clId="{26BA3A9B-B69E-46E9-B3AD-45EBD15A9BA9}" dt="2025-07-08T22:16:32.178" v="231"/>
        <pc:sldMkLst>
          <pc:docMk/>
          <pc:sldMk cId="4252460294" sldId="1503"/>
        </pc:sldMkLst>
      </pc:sldChg>
    </pc:docChg>
  </pc:docChgLst>
  <pc:docChgLst>
    <pc:chgData name="Wojtek Krakowiak" userId="f72a0bb3b8a70e05" providerId="LiveId" clId="{8BE943A7-9B51-43B2-8C1F-26F49D716000}"/>
    <pc:docChg chg="undo custSel addSld delSld modSld">
      <pc:chgData name="Wojtek Krakowiak" userId="f72a0bb3b8a70e05" providerId="LiveId" clId="{8BE943A7-9B51-43B2-8C1F-26F49D716000}" dt="2025-07-31T19:59:34.658" v="1397"/>
      <pc:docMkLst>
        <pc:docMk/>
      </pc:docMkLst>
      <pc:sldChg chg="modSp mod">
        <pc:chgData name="Wojtek Krakowiak" userId="f72a0bb3b8a70e05" providerId="LiveId" clId="{8BE943A7-9B51-43B2-8C1F-26F49D716000}" dt="2025-07-31T10:46:34.766" v="19" actId="20577"/>
        <pc:sldMkLst>
          <pc:docMk/>
          <pc:sldMk cId="1582655019" sldId="1193"/>
        </pc:sldMkLst>
        <pc:spChg chg="mod">
          <ac:chgData name="Wojtek Krakowiak" userId="f72a0bb3b8a70e05" providerId="LiveId" clId="{8BE943A7-9B51-43B2-8C1F-26F49D716000}" dt="2025-07-31T10:46:34.766" v="19" actId="20577"/>
          <ac:spMkLst>
            <pc:docMk/>
            <pc:sldMk cId="1582655019" sldId="1193"/>
            <ac:spMk id="2" creationId="{D0CF59C9-6B33-4CB8-855B-43D2F5A16BB8}"/>
          </ac:spMkLst>
        </pc:spChg>
      </pc:sldChg>
      <pc:sldChg chg="addSp delSp modSp mod delAnim modAnim">
        <pc:chgData name="Wojtek Krakowiak" userId="f72a0bb3b8a70e05" providerId="LiveId" clId="{8BE943A7-9B51-43B2-8C1F-26F49D716000}" dt="2025-07-31T11:58:38.047" v="500"/>
        <pc:sldMkLst>
          <pc:docMk/>
          <pc:sldMk cId="3351162817" sldId="1493"/>
        </pc:sldMkLst>
        <pc:spChg chg="mod">
          <ac:chgData name="Wojtek Krakowiak" userId="f72a0bb3b8a70e05" providerId="LiveId" clId="{8BE943A7-9B51-43B2-8C1F-26F49D716000}" dt="2025-07-31T11:58:11.120" v="495" actId="20577"/>
          <ac:spMkLst>
            <pc:docMk/>
            <pc:sldMk cId="3351162817" sldId="1493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1:58:15.254" v="497" actId="20577"/>
          <ac:spMkLst>
            <pc:docMk/>
            <pc:sldMk cId="3351162817" sldId="1493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1:58:36.700" v="498"/>
          <ac:picMkLst>
            <pc:docMk/>
            <pc:sldMk cId="3351162817" sldId="1493"/>
            <ac:picMk id="6" creationId="{9BBADBD5-F7FC-444A-ADF7-B50EE7F9B2C3}"/>
          </ac:picMkLst>
        </pc:picChg>
      </pc:sldChg>
      <pc:sldChg chg="addSp delSp modSp add mod delAnim modAnim">
        <pc:chgData name="Wojtek Krakowiak" userId="f72a0bb3b8a70e05" providerId="LiveId" clId="{8BE943A7-9B51-43B2-8C1F-26F49D716000}" dt="2025-07-31T11:00:08.152" v="186" actId="20577"/>
        <pc:sldMkLst>
          <pc:docMk/>
          <pc:sldMk cId="1842071577" sldId="1494"/>
        </pc:sldMkLst>
        <pc:spChg chg="mod">
          <ac:chgData name="Wojtek Krakowiak" userId="f72a0bb3b8a70e05" providerId="LiveId" clId="{8BE943A7-9B51-43B2-8C1F-26F49D716000}" dt="2025-07-31T10:58:36.017" v="175" actId="20577"/>
          <ac:spMkLst>
            <pc:docMk/>
            <pc:sldMk cId="1842071577" sldId="1494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1:00:08.152" v="186" actId="20577"/>
          <ac:spMkLst>
            <pc:docMk/>
            <pc:sldMk cId="1842071577" sldId="1494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0:59:54.555" v="178"/>
          <ac:picMkLst>
            <pc:docMk/>
            <pc:sldMk cId="1842071577" sldId="1494"/>
            <ac:picMk id="5" creationId="{A97B44BA-6F93-3C52-EE92-CC6043C674FF}"/>
          </ac:picMkLst>
        </pc:picChg>
      </pc:sldChg>
      <pc:sldChg chg="delSp modSp add del mod delAnim modAnim">
        <pc:chgData name="Wojtek Krakowiak" userId="f72a0bb3b8a70e05" providerId="LiveId" clId="{8BE943A7-9B51-43B2-8C1F-26F49D716000}" dt="2025-07-31T10:57:25.721" v="117" actId="2696"/>
        <pc:sldMkLst>
          <pc:docMk/>
          <pc:sldMk cId="2133034264" sldId="1494"/>
        </pc:sldMkLst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2826707428" sldId="1494"/>
        </pc:sldMkLst>
      </pc:sldChg>
      <pc:sldChg chg="addSp delSp modSp add mod delAnim modAnim">
        <pc:chgData name="Wojtek Krakowiak" userId="f72a0bb3b8a70e05" providerId="LiveId" clId="{8BE943A7-9B51-43B2-8C1F-26F49D716000}" dt="2025-07-31T11:08:22.311" v="228"/>
        <pc:sldMkLst>
          <pc:docMk/>
          <pc:sldMk cId="3381714600" sldId="1495"/>
        </pc:sldMkLst>
        <pc:spChg chg="mod">
          <ac:chgData name="Wojtek Krakowiak" userId="f72a0bb3b8a70e05" providerId="LiveId" clId="{8BE943A7-9B51-43B2-8C1F-26F49D716000}" dt="2025-07-31T11:07:56.148" v="225" actId="20577"/>
          <ac:spMkLst>
            <pc:docMk/>
            <pc:sldMk cId="3381714600" sldId="1495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1:07:39.973" v="205" actId="20577"/>
          <ac:spMkLst>
            <pc:docMk/>
            <pc:sldMk cId="3381714600" sldId="1495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1:08:20.396" v="226"/>
          <ac:picMkLst>
            <pc:docMk/>
            <pc:sldMk cId="3381714600" sldId="1495"/>
            <ac:picMk id="4" creationId="{1A65ECDD-568B-022C-ACB1-F62982FE1053}"/>
          </ac:picMkLst>
        </pc:picChg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3994839688" sldId="1495"/>
        </pc:sldMkLst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3768027299" sldId="1496"/>
        </pc:sldMkLst>
      </pc:sldChg>
      <pc:sldChg chg="addSp delSp modSp add mod delAnim modAnim">
        <pc:chgData name="Wojtek Krakowiak" userId="f72a0bb3b8a70e05" providerId="LiveId" clId="{8BE943A7-9B51-43B2-8C1F-26F49D716000}" dt="2025-07-31T11:45:57.663" v="261"/>
        <pc:sldMkLst>
          <pc:docMk/>
          <pc:sldMk cId="3971140297" sldId="1496"/>
        </pc:sldMkLst>
        <pc:spChg chg="mod">
          <ac:chgData name="Wojtek Krakowiak" userId="f72a0bb3b8a70e05" providerId="LiveId" clId="{8BE943A7-9B51-43B2-8C1F-26F49D716000}" dt="2025-07-31T11:45:36.464" v="258" actId="20577"/>
          <ac:spMkLst>
            <pc:docMk/>
            <pc:sldMk cId="3971140297" sldId="1496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1:44:41.247" v="242" actId="20577"/>
          <ac:spMkLst>
            <pc:docMk/>
            <pc:sldMk cId="3971140297" sldId="1496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1:45:56.053" v="259"/>
          <ac:picMkLst>
            <pc:docMk/>
            <pc:sldMk cId="3971140297" sldId="1496"/>
            <ac:picMk id="5" creationId="{1108E678-3301-C3CA-88A3-0B689C273758}"/>
          </ac:picMkLst>
        </pc:picChg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43237198" sldId="1497"/>
        </pc:sldMkLst>
      </pc:sldChg>
      <pc:sldChg chg="new del">
        <pc:chgData name="Wojtek Krakowiak" userId="f72a0bb3b8a70e05" providerId="LiveId" clId="{8BE943A7-9B51-43B2-8C1F-26F49D716000}" dt="2025-07-31T11:47:06.601" v="263" actId="47"/>
        <pc:sldMkLst>
          <pc:docMk/>
          <pc:sldMk cId="1424965864" sldId="1497"/>
        </pc:sldMkLst>
      </pc:sldChg>
      <pc:sldChg chg="addSp delSp modSp add mod delAnim modAnim">
        <pc:chgData name="Wojtek Krakowiak" userId="f72a0bb3b8a70e05" providerId="LiveId" clId="{8BE943A7-9B51-43B2-8C1F-26F49D716000}" dt="2025-07-31T11:47:56.741" v="284" actId="313"/>
        <pc:sldMkLst>
          <pc:docMk/>
          <pc:sldMk cId="3720810610" sldId="1497"/>
        </pc:sldMkLst>
        <pc:spChg chg="mod">
          <ac:chgData name="Wojtek Krakowiak" userId="f72a0bb3b8a70e05" providerId="LiveId" clId="{8BE943A7-9B51-43B2-8C1F-26F49D716000}" dt="2025-07-31T11:47:56.741" v="284" actId="313"/>
          <ac:spMkLst>
            <pc:docMk/>
            <pc:sldMk cId="3720810610" sldId="1497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1:47:21.265" v="280" actId="20577"/>
          <ac:spMkLst>
            <pc:docMk/>
            <pc:sldMk cId="3720810610" sldId="1497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1:47:51.402" v="281"/>
          <ac:picMkLst>
            <pc:docMk/>
            <pc:sldMk cId="3720810610" sldId="1497"/>
            <ac:picMk id="4" creationId="{A229C6BD-DD46-3E70-B643-19FFF6C235AC}"/>
          </ac:picMkLst>
        </pc:picChg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3006842627" sldId="1498"/>
        </pc:sldMkLst>
      </pc:sldChg>
      <pc:sldChg chg="addSp delSp modSp add mod delAnim modAnim">
        <pc:chgData name="Wojtek Krakowiak" userId="f72a0bb3b8a70e05" providerId="LiveId" clId="{8BE943A7-9B51-43B2-8C1F-26F49D716000}" dt="2025-07-31T11:57:05.435" v="466" actId="20577"/>
        <pc:sldMkLst>
          <pc:docMk/>
          <pc:sldMk cId="3174933073" sldId="1498"/>
        </pc:sldMkLst>
        <pc:spChg chg="mod">
          <ac:chgData name="Wojtek Krakowiak" userId="f72a0bb3b8a70e05" providerId="LiveId" clId="{8BE943A7-9B51-43B2-8C1F-26F49D716000}" dt="2025-07-31T11:49:56.020" v="313" actId="20577"/>
          <ac:spMkLst>
            <pc:docMk/>
            <pc:sldMk cId="3174933073" sldId="1498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1:57:05.435" v="466" actId="20577"/>
          <ac:spMkLst>
            <pc:docMk/>
            <pc:sldMk cId="3174933073" sldId="1498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1:50:20.610" v="314"/>
          <ac:picMkLst>
            <pc:docMk/>
            <pc:sldMk cId="3174933073" sldId="1498"/>
            <ac:picMk id="5" creationId="{092F4EC1-5FF7-B91D-7333-AD868133D499}"/>
          </ac:picMkLst>
        </pc:picChg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2361599004" sldId="1499"/>
        </pc:sldMkLst>
      </pc:sldChg>
      <pc:sldChg chg="addSp delSp modSp add mod delAnim modAnim">
        <pc:chgData name="Wojtek Krakowiak" userId="f72a0bb3b8a70e05" providerId="LiveId" clId="{8BE943A7-9B51-43B2-8C1F-26F49D716000}" dt="2025-07-31T11:53:11.820" v="343"/>
        <pc:sldMkLst>
          <pc:docMk/>
          <pc:sldMk cId="2372246775" sldId="1499"/>
        </pc:sldMkLst>
        <pc:spChg chg="mod">
          <ac:chgData name="Wojtek Krakowiak" userId="f72a0bb3b8a70e05" providerId="LiveId" clId="{8BE943A7-9B51-43B2-8C1F-26F49D716000}" dt="2025-07-31T11:52:40.548" v="332" actId="20577"/>
          <ac:spMkLst>
            <pc:docMk/>
            <pc:sldMk cId="2372246775" sldId="1499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1:52:50.173" v="340" actId="20577"/>
          <ac:spMkLst>
            <pc:docMk/>
            <pc:sldMk cId="2372246775" sldId="1499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1:53:10.553" v="341"/>
          <ac:picMkLst>
            <pc:docMk/>
            <pc:sldMk cId="2372246775" sldId="1499"/>
            <ac:picMk id="4" creationId="{33DD9064-90F7-9A30-E0CE-99E4B7EF948B}"/>
          </ac:picMkLst>
        </pc:picChg>
      </pc:sldChg>
      <pc:sldChg chg="addSp delSp modSp add mod delAnim modAnim">
        <pc:chgData name="Wojtek Krakowiak" userId="f72a0bb3b8a70e05" providerId="LiveId" clId="{8BE943A7-9B51-43B2-8C1F-26F49D716000}" dt="2025-07-31T11:56:10.497" v="433" actId="20577"/>
        <pc:sldMkLst>
          <pc:docMk/>
          <pc:sldMk cId="1613669643" sldId="1500"/>
        </pc:sldMkLst>
        <pc:spChg chg="mod">
          <ac:chgData name="Wojtek Krakowiak" userId="f72a0bb3b8a70e05" providerId="LiveId" clId="{8BE943A7-9B51-43B2-8C1F-26F49D716000}" dt="2025-07-31T11:54:43.134" v="376" actId="20577"/>
          <ac:spMkLst>
            <pc:docMk/>
            <pc:sldMk cId="1613669643" sldId="1500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1:56:10.497" v="433" actId="20577"/>
          <ac:spMkLst>
            <pc:docMk/>
            <pc:sldMk cId="1613669643" sldId="1500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1:55:33.536" v="377"/>
          <ac:picMkLst>
            <pc:docMk/>
            <pc:sldMk cId="1613669643" sldId="1500"/>
            <ac:picMk id="4" creationId="{3CDADFFD-7AAD-2FCC-1FE0-F22A77C2F987}"/>
          </ac:picMkLst>
        </pc:picChg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3297848511" sldId="1500"/>
        </pc:sldMkLst>
      </pc:sldChg>
      <pc:sldChg chg="addSp delSp modSp add mod delAnim modAnim">
        <pc:chgData name="Wojtek Krakowiak" userId="f72a0bb3b8a70e05" providerId="LiveId" clId="{8BE943A7-9B51-43B2-8C1F-26F49D716000}" dt="2025-07-31T12:02:27.342" v="533"/>
        <pc:sldMkLst>
          <pc:docMk/>
          <pc:sldMk cId="3365345241" sldId="1501"/>
        </pc:sldMkLst>
        <pc:spChg chg="mod">
          <ac:chgData name="Wojtek Krakowiak" userId="f72a0bb3b8a70e05" providerId="LiveId" clId="{8BE943A7-9B51-43B2-8C1F-26F49D716000}" dt="2025-07-31T12:02:04.348" v="530" actId="20577"/>
          <ac:spMkLst>
            <pc:docMk/>
            <pc:sldMk cId="3365345241" sldId="1501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2:01:51.339" v="517" actId="20577"/>
          <ac:spMkLst>
            <pc:docMk/>
            <pc:sldMk cId="3365345241" sldId="1501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2:02:26.051" v="531"/>
          <ac:picMkLst>
            <pc:docMk/>
            <pc:sldMk cId="3365345241" sldId="1501"/>
            <ac:picMk id="5" creationId="{40E0114D-8773-0436-8367-ED9B2B67314C}"/>
          </ac:picMkLst>
        </pc:picChg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4125144861" sldId="1501"/>
        </pc:sldMkLst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261605351" sldId="1502"/>
        </pc:sldMkLst>
      </pc:sldChg>
      <pc:sldChg chg="addSp delSp modSp add mod delAnim modAnim">
        <pc:chgData name="Wojtek Krakowiak" userId="f72a0bb3b8a70e05" providerId="LiveId" clId="{8BE943A7-9B51-43B2-8C1F-26F49D716000}" dt="2025-07-31T12:42:17.656" v="553"/>
        <pc:sldMkLst>
          <pc:docMk/>
          <pc:sldMk cId="2135619236" sldId="1502"/>
        </pc:sldMkLst>
        <pc:spChg chg="mod">
          <ac:chgData name="Wojtek Krakowiak" userId="f72a0bb3b8a70e05" providerId="LiveId" clId="{8BE943A7-9B51-43B2-8C1F-26F49D716000}" dt="2025-07-31T12:41:46.196" v="543" actId="20577"/>
          <ac:spMkLst>
            <pc:docMk/>
            <pc:sldMk cId="2135619236" sldId="1502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2:41:54.242" v="550" actId="20577"/>
          <ac:spMkLst>
            <pc:docMk/>
            <pc:sldMk cId="2135619236" sldId="1502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2:42:15.770" v="551"/>
          <ac:picMkLst>
            <pc:docMk/>
            <pc:sldMk cId="2135619236" sldId="1502"/>
            <ac:picMk id="4" creationId="{109CA8CF-1055-E7CD-EB8B-67A48115AAAC}"/>
          </ac:picMkLst>
        </pc:picChg>
      </pc:sldChg>
      <pc:sldChg chg="addSp delSp modSp add mod delAnim modAnim">
        <pc:chgData name="Wojtek Krakowiak" userId="f72a0bb3b8a70e05" providerId="LiveId" clId="{8BE943A7-9B51-43B2-8C1F-26F49D716000}" dt="2025-07-31T12:44:11.611" v="576"/>
        <pc:sldMkLst>
          <pc:docMk/>
          <pc:sldMk cId="2677186523" sldId="1503"/>
        </pc:sldMkLst>
        <pc:spChg chg="mod">
          <ac:chgData name="Wojtek Krakowiak" userId="f72a0bb3b8a70e05" providerId="LiveId" clId="{8BE943A7-9B51-43B2-8C1F-26F49D716000}" dt="2025-07-31T12:43:49.058" v="573" actId="20577"/>
          <ac:spMkLst>
            <pc:docMk/>
            <pc:sldMk cId="2677186523" sldId="1503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2:43:43.223" v="565" actId="20577"/>
          <ac:spMkLst>
            <pc:docMk/>
            <pc:sldMk cId="2677186523" sldId="1503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2:44:10.123" v="574"/>
          <ac:picMkLst>
            <pc:docMk/>
            <pc:sldMk cId="2677186523" sldId="1503"/>
            <ac:picMk id="5" creationId="{CC0C0405-6704-41F2-B984-0B817B7697F6}"/>
          </ac:picMkLst>
        </pc:picChg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4252460294" sldId="1503"/>
        </pc:sldMkLst>
      </pc:sldChg>
      <pc:sldChg chg="addSp delSp modSp add mod delAnim modAnim">
        <pc:chgData name="Wojtek Krakowiak" userId="f72a0bb3b8a70e05" providerId="LiveId" clId="{8BE943A7-9B51-43B2-8C1F-26F49D716000}" dt="2025-07-31T12:45:26.077" v="602"/>
        <pc:sldMkLst>
          <pc:docMk/>
          <pc:sldMk cId="498079602" sldId="1504"/>
        </pc:sldMkLst>
        <pc:spChg chg="mod">
          <ac:chgData name="Wojtek Krakowiak" userId="f72a0bb3b8a70e05" providerId="LiveId" clId="{8BE943A7-9B51-43B2-8C1F-26F49D716000}" dt="2025-07-31T12:44:30.718" v="589" actId="20577"/>
          <ac:spMkLst>
            <pc:docMk/>
            <pc:sldMk cId="498079602" sldId="1504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2:45:00.697" v="599" actId="20577"/>
          <ac:spMkLst>
            <pc:docMk/>
            <pc:sldMk cId="498079602" sldId="1504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2:45:24.688" v="600"/>
          <ac:picMkLst>
            <pc:docMk/>
            <pc:sldMk cId="498079602" sldId="1504"/>
            <ac:picMk id="4" creationId="{EEBFDC2F-0CAB-C06E-6029-1EB1C6234343}"/>
          </ac:picMkLst>
        </pc:picChg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1881858433" sldId="1504"/>
        </pc:sldMkLst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2328320797" sldId="1505"/>
        </pc:sldMkLst>
      </pc:sldChg>
      <pc:sldChg chg="addSp delSp modSp add mod delAnim modAnim">
        <pc:chgData name="Wojtek Krakowiak" userId="f72a0bb3b8a70e05" providerId="LiveId" clId="{8BE943A7-9B51-43B2-8C1F-26F49D716000}" dt="2025-07-31T13:07:11.575" v="641" actId="20577"/>
        <pc:sldMkLst>
          <pc:docMk/>
          <pc:sldMk cId="3629436563" sldId="1505"/>
        </pc:sldMkLst>
        <pc:spChg chg="mod">
          <ac:chgData name="Wojtek Krakowiak" userId="f72a0bb3b8a70e05" providerId="LiveId" clId="{8BE943A7-9B51-43B2-8C1F-26F49D716000}" dt="2025-07-31T13:07:11.575" v="641" actId="20577"/>
          <ac:spMkLst>
            <pc:docMk/>
            <pc:sldMk cId="3629436563" sldId="1505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3:05:36.636" v="617" actId="20577"/>
          <ac:spMkLst>
            <pc:docMk/>
            <pc:sldMk cId="3629436563" sldId="1505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3:07:01.346" v="628"/>
          <ac:picMkLst>
            <pc:docMk/>
            <pc:sldMk cId="3629436563" sldId="1505"/>
            <ac:picMk id="5" creationId="{A51F403E-6D52-D3CF-2D55-E797ABCC140F}"/>
          </ac:picMkLst>
        </pc:picChg>
      </pc:sldChg>
      <pc:sldChg chg="addSp delSp modSp add mod delAnim modAnim">
        <pc:chgData name="Wojtek Krakowiak" userId="f72a0bb3b8a70e05" providerId="LiveId" clId="{8BE943A7-9B51-43B2-8C1F-26F49D716000}" dt="2025-07-31T13:10:49.681" v="707"/>
        <pc:sldMkLst>
          <pc:docMk/>
          <pc:sldMk cId="29951171" sldId="1506"/>
        </pc:sldMkLst>
        <pc:spChg chg="mod">
          <ac:chgData name="Wojtek Krakowiak" userId="f72a0bb3b8a70e05" providerId="LiveId" clId="{8BE943A7-9B51-43B2-8C1F-26F49D716000}" dt="2025-07-31T13:10:22.089" v="704" actId="20577"/>
          <ac:spMkLst>
            <pc:docMk/>
            <pc:sldMk cId="29951171" sldId="1506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3:10:12.194" v="689" actId="20577"/>
          <ac:spMkLst>
            <pc:docMk/>
            <pc:sldMk cId="29951171" sldId="1506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3:10:48.468" v="705"/>
          <ac:picMkLst>
            <pc:docMk/>
            <pc:sldMk cId="29951171" sldId="1506"/>
            <ac:picMk id="4" creationId="{A118A26E-E04A-4DEC-EF9D-6D38F0455C6F}"/>
          </ac:picMkLst>
        </pc:picChg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1897061910" sldId="1506"/>
        </pc:sldMkLst>
      </pc:sldChg>
      <pc:sldChg chg="addSp delSp modSp add mod delAnim modAnim">
        <pc:chgData name="Wojtek Krakowiak" userId="f72a0bb3b8a70e05" providerId="LiveId" clId="{8BE943A7-9B51-43B2-8C1F-26F49D716000}" dt="2025-07-31T13:11:36.900" v="718" actId="20577"/>
        <pc:sldMkLst>
          <pc:docMk/>
          <pc:sldMk cId="3142297496" sldId="1507"/>
        </pc:sldMkLst>
        <pc:spChg chg="mod">
          <ac:chgData name="Wojtek Krakowiak" userId="f72a0bb3b8a70e05" providerId="LiveId" clId="{8BE943A7-9B51-43B2-8C1F-26F49D716000}" dt="2025-07-31T13:11:36.900" v="718" actId="20577"/>
          <ac:spMkLst>
            <pc:docMk/>
            <pc:sldMk cId="3142297496" sldId="1507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3:08:54.699" v="675" actId="313"/>
          <ac:spMkLst>
            <pc:docMk/>
            <pc:sldMk cId="3142297496" sldId="1507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3:09:26.256" v="676"/>
          <ac:picMkLst>
            <pc:docMk/>
            <pc:sldMk cId="3142297496" sldId="1507"/>
            <ac:picMk id="4" creationId="{ACA84196-4751-3EB8-B5BB-82E28D43C358}"/>
          </ac:picMkLst>
        </pc:picChg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4171990198" sldId="1507"/>
        </pc:sldMkLst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2227088355" sldId="1508"/>
        </pc:sldMkLst>
      </pc:sldChg>
      <pc:sldChg chg="addSp delSp modSp add mod delAnim modAnim">
        <pc:chgData name="Wojtek Krakowiak" userId="f72a0bb3b8a70e05" providerId="LiveId" clId="{8BE943A7-9B51-43B2-8C1F-26F49D716000}" dt="2025-07-31T13:12:31.279" v="745"/>
        <pc:sldMkLst>
          <pc:docMk/>
          <pc:sldMk cId="2936752277" sldId="1508"/>
        </pc:sldMkLst>
        <pc:spChg chg="mod">
          <ac:chgData name="Wojtek Krakowiak" userId="f72a0bb3b8a70e05" providerId="LiveId" clId="{8BE943A7-9B51-43B2-8C1F-26F49D716000}" dt="2025-07-31T13:12:00.593" v="742" actId="20577"/>
          <ac:spMkLst>
            <pc:docMk/>
            <pc:sldMk cId="2936752277" sldId="1508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3:11:51.397" v="730" actId="20577"/>
          <ac:spMkLst>
            <pc:docMk/>
            <pc:sldMk cId="2936752277" sldId="1508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3:12:28.474" v="743"/>
          <ac:picMkLst>
            <pc:docMk/>
            <pc:sldMk cId="2936752277" sldId="1508"/>
            <ac:picMk id="5" creationId="{AE5C185A-A688-732A-B18B-266FDABF1B69}"/>
          </ac:picMkLst>
        </pc:picChg>
      </pc:sldChg>
      <pc:sldChg chg="addSp delSp modSp add mod delAnim modAnim">
        <pc:chgData name="Wojtek Krakowiak" userId="f72a0bb3b8a70e05" providerId="LiveId" clId="{8BE943A7-9B51-43B2-8C1F-26F49D716000}" dt="2025-07-31T13:13:48.386" v="770"/>
        <pc:sldMkLst>
          <pc:docMk/>
          <pc:sldMk cId="148436488" sldId="1509"/>
        </pc:sldMkLst>
        <pc:spChg chg="mod">
          <ac:chgData name="Wojtek Krakowiak" userId="f72a0bb3b8a70e05" providerId="LiveId" clId="{8BE943A7-9B51-43B2-8C1F-26F49D716000}" dt="2025-07-31T13:13:05.216" v="759" actId="20577"/>
          <ac:spMkLst>
            <pc:docMk/>
            <pc:sldMk cId="148436488" sldId="1509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3:13:20.805" v="767" actId="20577"/>
          <ac:spMkLst>
            <pc:docMk/>
            <pc:sldMk cId="148436488" sldId="1509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3:13:46.155" v="768"/>
          <ac:picMkLst>
            <pc:docMk/>
            <pc:sldMk cId="148436488" sldId="1509"/>
            <ac:picMk id="4" creationId="{39676C6E-7557-6876-0BF8-7CAF81EF2EC6}"/>
          </ac:picMkLst>
        </pc:picChg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4209508218" sldId="1509"/>
        </pc:sldMkLst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152206522" sldId="1510"/>
        </pc:sldMkLst>
      </pc:sldChg>
      <pc:sldChg chg="addSp delSp modSp add mod delAnim modAnim">
        <pc:chgData name="Wojtek Krakowiak" userId="f72a0bb3b8a70e05" providerId="LiveId" clId="{8BE943A7-9B51-43B2-8C1F-26F49D716000}" dt="2025-07-31T13:15:06.783" v="792"/>
        <pc:sldMkLst>
          <pc:docMk/>
          <pc:sldMk cId="3391711123" sldId="1510"/>
        </pc:sldMkLst>
        <pc:spChg chg="mod">
          <ac:chgData name="Wojtek Krakowiak" userId="f72a0bb3b8a70e05" providerId="LiveId" clId="{8BE943A7-9B51-43B2-8C1F-26F49D716000}" dt="2025-07-31T13:14:29.877" v="789" actId="20577"/>
          <ac:spMkLst>
            <pc:docMk/>
            <pc:sldMk cId="3391711123" sldId="1510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3:14:23.239" v="784" actId="20577"/>
          <ac:spMkLst>
            <pc:docMk/>
            <pc:sldMk cId="3391711123" sldId="1510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3:15:05.538" v="790"/>
          <ac:picMkLst>
            <pc:docMk/>
            <pc:sldMk cId="3391711123" sldId="1510"/>
            <ac:picMk id="5" creationId="{C60E880A-A3A2-4D0F-8E71-ED7B3BE12227}"/>
          </ac:picMkLst>
        </pc:picChg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2032420578" sldId="1511"/>
        </pc:sldMkLst>
      </pc:sldChg>
      <pc:sldChg chg="addSp delSp modSp add mod delAnim modAnim">
        <pc:chgData name="Wojtek Krakowiak" userId="f72a0bb3b8a70e05" providerId="LiveId" clId="{8BE943A7-9B51-43B2-8C1F-26F49D716000}" dt="2025-07-31T13:18:53.380" v="843"/>
        <pc:sldMkLst>
          <pc:docMk/>
          <pc:sldMk cId="3670609941" sldId="1511"/>
        </pc:sldMkLst>
        <pc:spChg chg="mod">
          <ac:chgData name="Wojtek Krakowiak" userId="f72a0bb3b8a70e05" providerId="LiveId" clId="{8BE943A7-9B51-43B2-8C1F-26F49D716000}" dt="2025-07-31T13:17:58.156" v="818" actId="20577"/>
          <ac:spMkLst>
            <pc:docMk/>
            <pc:sldMk cId="3670609941" sldId="1511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3:18:27.806" v="840" actId="20577"/>
          <ac:spMkLst>
            <pc:docMk/>
            <pc:sldMk cId="3670609941" sldId="1511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3:18:52.094" v="841"/>
          <ac:picMkLst>
            <pc:docMk/>
            <pc:sldMk cId="3670609941" sldId="1511"/>
            <ac:picMk id="4" creationId="{03D91235-F1D3-792E-5947-C59BDEEF85C5}"/>
          </ac:picMkLst>
        </pc:picChg>
      </pc:sldChg>
      <pc:sldChg chg="addSp delSp modSp add mod delAnim modAnim">
        <pc:chgData name="Wojtek Krakowiak" userId="f72a0bb3b8a70e05" providerId="LiveId" clId="{8BE943A7-9B51-43B2-8C1F-26F49D716000}" dt="2025-07-31T17:43:38.031" v="898" actId="20577"/>
        <pc:sldMkLst>
          <pc:docMk/>
          <pc:sldMk cId="1875337544" sldId="1512"/>
        </pc:sldMkLst>
        <pc:spChg chg="mod">
          <ac:chgData name="Wojtek Krakowiak" userId="f72a0bb3b8a70e05" providerId="LiveId" clId="{8BE943A7-9B51-43B2-8C1F-26F49D716000}" dt="2025-07-31T17:38:56.545" v="868" actId="20577"/>
          <ac:spMkLst>
            <pc:docMk/>
            <pc:sldMk cId="1875337544" sldId="1512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7:43:38.031" v="898" actId="20577"/>
          <ac:spMkLst>
            <pc:docMk/>
            <pc:sldMk cId="1875337544" sldId="1512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7:43:21.544" v="890"/>
          <ac:picMkLst>
            <pc:docMk/>
            <pc:sldMk cId="1875337544" sldId="1512"/>
            <ac:picMk id="5" creationId="{C1E6F375-1B0E-314C-A168-15E0687C8786}"/>
          </ac:picMkLst>
        </pc:picChg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3353753454" sldId="1512"/>
        </pc:sldMkLst>
      </pc:sldChg>
      <pc:sldChg chg="addSp delSp modSp add mod delAnim modAnim">
        <pc:chgData name="Wojtek Krakowiak" userId="f72a0bb3b8a70e05" providerId="LiveId" clId="{8BE943A7-9B51-43B2-8C1F-26F49D716000}" dt="2025-07-31T17:47:00.196" v="918"/>
        <pc:sldMkLst>
          <pc:docMk/>
          <pc:sldMk cId="1108318667" sldId="1513"/>
        </pc:sldMkLst>
        <pc:spChg chg="mod">
          <ac:chgData name="Wojtek Krakowiak" userId="f72a0bb3b8a70e05" providerId="LiveId" clId="{8BE943A7-9B51-43B2-8C1F-26F49D716000}" dt="2025-07-31T17:45:17.164" v="915" actId="20577"/>
          <ac:spMkLst>
            <pc:docMk/>
            <pc:sldMk cId="1108318667" sldId="1513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7:45:10.389" v="907" actId="20577"/>
          <ac:spMkLst>
            <pc:docMk/>
            <pc:sldMk cId="1108318667" sldId="1513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7:46:58.608" v="916"/>
          <ac:picMkLst>
            <pc:docMk/>
            <pc:sldMk cId="1108318667" sldId="1513"/>
            <ac:picMk id="4" creationId="{52B3960E-382A-F9F5-6F1E-99798913EAFB}"/>
          </ac:picMkLst>
        </pc:picChg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2111534738" sldId="1513"/>
        </pc:sldMkLst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2562348965" sldId="1514"/>
        </pc:sldMkLst>
      </pc:sldChg>
      <pc:sldChg chg="addSp delSp modSp add mod delAnim modAnim">
        <pc:chgData name="Wojtek Krakowiak" userId="f72a0bb3b8a70e05" providerId="LiveId" clId="{8BE943A7-9B51-43B2-8C1F-26F49D716000}" dt="2025-07-31T17:49:21.854" v="950"/>
        <pc:sldMkLst>
          <pc:docMk/>
          <pc:sldMk cId="3733717163" sldId="1514"/>
        </pc:sldMkLst>
        <pc:spChg chg="mod">
          <ac:chgData name="Wojtek Krakowiak" userId="f72a0bb3b8a70e05" providerId="LiveId" clId="{8BE943A7-9B51-43B2-8C1F-26F49D716000}" dt="2025-07-31T17:48:49.708" v="939" actId="20577"/>
          <ac:spMkLst>
            <pc:docMk/>
            <pc:sldMk cId="3733717163" sldId="1514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7:49:00.671" v="947" actId="1076"/>
          <ac:spMkLst>
            <pc:docMk/>
            <pc:sldMk cId="3733717163" sldId="1514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7:49:20.110" v="948"/>
          <ac:picMkLst>
            <pc:docMk/>
            <pc:sldMk cId="3733717163" sldId="1514"/>
            <ac:picMk id="5" creationId="{116E7AD5-BCFC-29AD-0918-D58F7A8E5412}"/>
          </ac:picMkLst>
        </pc:picChg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216501489" sldId="1515"/>
        </pc:sldMkLst>
      </pc:sldChg>
      <pc:sldChg chg="addSp delSp modSp add mod delAnim modAnim">
        <pc:chgData name="Wojtek Krakowiak" userId="f72a0bb3b8a70e05" providerId="LiveId" clId="{8BE943A7-9B51-43B2-8C1F-26F49D716000}" dt="2025-07-31T17:52:34.244" v="1010" actId="313"/>
        <pc:sldMkLst>
          <pc:docMk/>
          <pc:sldMk cId="632391395" sldId="1515"/>
        </pc:sldMkLst>
        <pc:spChg chg="mod">
          <ac:chgData name="Wojtek Krakowiak" userId="f72a0bb3b8a70e05" providerId="LiveId" clId="{8BE943A7-9B51-43B2-8C1F-26F49D716000}" dt="2025-07-31T17:52:34.244" v="1010" actId="313"/>
          <ac:spMkLst>
            <pc:docMk/>
            <pc:sldMk cId="632391395" sldId="1515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7:51:45.006" v="984" actId="20577"/>
          <ac:spMkLst>
            <pc:docMk/>
            <pc:sldMk cId="632391395" sldId="1515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7:52:29.106" v="1007"/>
          <ac:picMkLst>
            <pc:docMk/>
            <pc:sldMk cId="632391395" sldId="1515"/>
            <ac:picMk id="4" creationId="{BBBBD421-9912-CCA6-5754-EB8C537E564D}"/>
          </ac:picMkLst>
        </pc:picChg>
      </pc:sldChg>
      <pc:sldChg chg="addSp delSp modSp add mod delAnim modAnim">
        <pc:chgData name="Wojtek Krakowiak" userId="f72a0bb3b8a70e05" providerId="LiveId" clId="{8BE943A7-9B51-43B2-8C1F-26F49D716000}" dt="2025-07-31T18:02:21.307" v="1096"/>
        <pc:sldMkLst>
          <pc:docMk/>
          <pc:sldMk cId="1876083355" sldId="1516"/>
        </pc:sldMkLst>
        <pc:spChg chg="mod">
          <ac:chgData name="Wojtek Krakowiak" userId="f72a0bb3b8a70e05" providerId="LiveId" clId="{8BE943A7-9B51-43B2-8C1F-26F49D716000}" dt="2025-07-31T17:59:41.630" v="1029" actId="20577"/>
          <ac:spMkLst>
            <pc:docMk/>
            <pc:sldMk cId="1876083355" sldId="1516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8:01:58.277" v="1093" actId="20577"/>
          <ac:spMkLst>
            <pc:docMk/>
            <pc:sldMk cId="1876083355" sldId="1516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8:02:19.802" v="1094"/>
          <ac:picMkLst>
            <pc:docMk/>
            <pc:sldMk cId="1876083355" sldId="1516"/>
            <ac:picMk id="5" creationId="{55A78502-EC05-BF01-CCB5-726A8D0531E3}"/>
          </ac:picMkLst>
        </pc:picChg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3463503377" sldId="1516"/>
        </pc:sldMkLst>
      </pc:sldChg>
      <pc:sldChg chg="addSp delSp modSp add mod delAnim modAnim">
        <pc:chgData name="Wojtek Krakowiak" userId="f72a0bb3b8a70e05" providerId="LiveId" clId="{8BE943A7-9B51-43B2-8C1F-26F49D716000}" dt="2025-07-31T18:03:49.594" v="1120"/>
        <pc:sldMkLst>
          <pc:docMk/>
          <pc:sldMk cId="1168574291" sldId="1517"/>
        </pc:sldMkLst>
        <pc:spChg chg="mod">
          <ac:chgData name="Wojtek Krakowiak" userId="f72a0bb3b8a70e05" providerId="LiveId" clId="{8BE943A7-9B51-43B2-8C1F-26F49D716000}" dt="2025-07-31T18:03:26.017" v="1117" actId="20577"/>
          <ac:spMkLst>
            <pc:docMk/>
            <pc:sldMk cId="1168574291" sldId="1517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8:03:14.480" v="1110" actId="20577"/>
          <ac:spMkLst>
            <pc:docMk/>
            <pc:sldMk cId="1168574291" sldId="1517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8:03:46.989" v="1118"/>
          <ac:picMkLst>
            <pc:docMk/>
            <pc:sldMk cId="1168574291" sldId="1517"/>
            <ac:picMk id="4" creationId="{A17CA689-E890-DBC0-4A6D-355E5263ED0C}"/>
          </ac:picMkLst>
        </pc:picChg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2786600915" sldId="1517"/>
        </pc:sldMkLst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855101804" sldId="1518"/>
        </pc:sldMkLst>
      </pc:sldChg>
      <pc:sldChg chg="addSp delSp modSp add mod delAnim modAnim">
        <pc:chgData name="Wojtek Krakowiak" userId="f72a0bb3b8a70e05" providerId="LiveId" clId="{8BE943A7-9B51-43B2-8C1F-26F49D716000}" dt="2025-07-31T18:05:46.862" v="1162"/>
        <pc:sldMkLst>
          <pc:docMk/>
          <pc:sldMk cId="1967071175" sldId="1518"/>
        </pc:sldMkLst>
        <pc:spChg chg="mod">
          <ac:chgData name="Wojtek Krakowiak" userId="f72a0bb3b8a70e05" providerId="LiveId" clId="{8BE943A7-9B51-43B2-8C1F-26F49D716000}" dt="2025-07-31T18:05:18.066" v="1136" actId="20577"/>
          <ac:spMkLst>
            <pc:docMk/>
            <pc:sldMk cId="1967071175" sldId="1518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8:05:40.135" v="1159" actId="20577"/>
          <ac:spMkLst>
            <pc:docMk/>
            <pc:sldMk cId="1967071175" sldId="1518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8:05:44.951" v="1160"/>
          <ac:picMkLst>
            <pc:docMk/>
            <pc:sldMk cId="1967071175" sldId="1518"/>
            <ac:picMk id="5" creationId="{C1208DF3-30FB-BDB3-0E58-1572EE722C3F}"/>
          </ac:picMkLst>
        </pc:picChg>
      </pc:sldChg>
      <pc:sldChg chg="addSp delSp modSp add mod delAnim modAnim">
        <pc:chgData name="Wojtek Krakowiak" userId="f72a0bb3b8a70e05" providerId="LiveId" clId="{8BE943A7-9B51-43B2-8C1F-26F49D716000}" dt="2025-07-31T18:09:12.544" v="1195"/>
        <pc:sldMkLst>
          <pc:docMk/>
          <pc:sldMk cId="1451310549" sldId="1519"/>
        </pc:sldMkLst>
        <pc:spChg chg="mod">
          <ac:chgData name="Wojtek Krakowiak" userId="f72a0bb3b8a70e05" providerId="LiveId" clId="{8BE943A7-9B51-43B2-8C1F-26F49D716000}" dt="2025-07-31T18:08:36.200" v="1192" actId="20577"/>
          <ac:spMkLst>
            <pc:docMk/>
            <pc:sldMk cId="1451310549" sldId="1519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8:08:24.605" v="1180" actId="20577"/>
          <ac:spMkLst>
            <pc:docMk/>
            <pc:sldMk cId="1451310549" sldId="1519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8:09:10.053" v="1193"/>
          <ac:picMkLst>
            <pc:docMk/>
            <pc:sldMk cId="1451310549" sldId="1519"/>
            <ac:picMk id="4" creationId="{2597F2AA-8011-7414-1B92-B3C83DAA67DE}"/>
          </ac:picMkLst>
        </pc:picChg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1542106733" sldId="1519"/>
        </pc:sldMkLst>
      </pc:sldChg>
      <pc:sldChg chg="addSp delSp modSp add mod delAnim modAnim">
        <pc:chgData name="Wojtek Krakowiak" userId="f72a0bb3b8a70e05" providerId="LiveId" clId="{8BE943A7-9B51-43B2-8C1F-26F49D716000}" dt="2025-07-31T18:12:38.515" v="1246"/>
        <pc:sldMkLst>
          <pc:docMk/>
          <pc:sldMk cId="3145162949" sldId="1520"/>
        </pc:sldMkLst>
        <pc:spChg chg="mod">
          <ac:chgData name="Wojtek Krakowiak" userId="f72a0bb3b8a70e05" providerId="LiveId" clId="{8BE943A7-9B51-43B2-8C1F-26F49D716000}" dt="2025-07-31T18:12:00.073" v="1221" actId="20577"/>
          <ac:spMkLst>
            <pc:docMk/>
            <pc:sldMk cId="3145162949" sldId="1520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8:12:17.044" v="1243" actId="20577"/>
          <ac:spMkLst>
            <pc:docMk/>
            <pc:sldMk cId="3145162949" sldId="1520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8:12:36.936" v="1244"/>
          <ac:picMkLst>
            <pc:docMk/>
            <pc:sldMk cId="3145162949" sldId="1520"/>
            <ac:picMk id="5" creationId="{A560E637-FDB3-9403-8D78-DB26C0E295E6}"/>
          </ac:picMkLst>
        </pc:picChg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3861860652" sldId="1520"/>
        </pc:sldMkLst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2484044630" sldId="1521"/>
        </pc:sldMkLst>
      </pc:sldChg>
      <pc:sldChg chg="addSp delSp modSp add mod delAnim modAnim">
        <pc:chgData name="Wojtek Krakowiak" userId="f72a0bb3b8a70e05" providerId="LiveId" clId="{8BE943A7-9B51-43B2-8C1F-26F49D716000}" dt="2025-07-31T19:13:23.466" v="1271"/>
        <pc:sldMkLst>
          <pc:docMk/>
          <pc:sldMk cId="3634854197" sldId="1521"/>
        </pc:sldMkLst>
        <pc:spChg chg="mod">
          <ac:chgData name="Wojtek Krakowiak" userId="f72a0bb3b8a70e05" providerId="LiveId" clId="{8BE943A7-9B51-43B2-8C1F-26F49D716000}" dt="2025-07-31T19:12:52.514" v="1268" actId="20577"/>
          <ac:spMkLst>
            <pc:docMk/>
            <pc:sldMk cId="3634854197" sldId="1521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9:12:39.535" v="1262" actId="20577"/>
          <ac:spMkLst>
            <pc:docMk/>
            <pc:sldMk cId="3634854197" sldId="1521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9:13:22.052" v="1269"/>
          <ac:picMkLst>
            <pc:docMk/>
            <pc:sldMk cId="3634854197" sldId="1521"/>
            <ac:picMk id="4" creationId="{0E426F76-402A-43CB-3297-D4DB5A241D82}"/>
          </ac:picMkLst>
        </pc:picChg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2710384634" sldId="1522"/>
        </pc:sldMkLst>
      </pc:sldChg>
      <pc:sldChg chg="addSp delSp modSp add mod delAnim modAnim">
        <pc:chgData name="Wojtek Krakowiak" userId="f72a0bb3b8a70e05" providerId="LiveId" clId="{8BE943A7-9B51-43B2-8C1F-26F49D716000}" dt="2025-07-31T19:57:52.502" v="1314"/>
        <pc:sldMkLst>
          <pc:docMk/>
          <pc:sldMk cId="3450427991" sldId="1522"/>
        </pc:sldMkLst>
        <pc:spChg chg="mod">
          <ac:chgData name="Wojtek Krakowiak" userId="f72a0bb3b8a70e05" providerId="LiveId" clId="{8BE943A7-9B51-43B2-8C1F-26F49D716000}" dt="2025-07-31T19:56:41.703" v="1299" actId="313"/>
          <ac:spMkLst>
            <pc:docMk/>
            <pc:sldMk cId="3450427991" sldId="1522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9:56:52.268" v="1311" actId="20577"/>
          <ac:spMkLst>
            <pc:docMk/>
            <pc:sldMk cId="3450427991" sldId="1522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9:57:50.928" v="1312"/>
          <ac:picMkLst>
            <pc:docMk/>
            <pc:sldMk cId="3450427991" sldId="1522"/>
            <ac:picMk id="5" creationId="{52FC10BD-9AE8-B9C5-8511-9FB918686EA1}"/>
          </ac:picMkLst>
        </pc:picChg>
      </pc:sldChg>
      <pc:sldChg chg="addSp delSp modSp add mod delAnim modAnim">
        <pc:chgData name="Wojtek Krakowiak" userId="f72a0bb3b8a70e05" providerId="LiveId" clId="{8BE943A7-9B51-43B2-8C1F-26F49D716000}" dt="2025-07-31T19:59:34.658" v="1397"/>
        <pc:sldMkLst>
          <pc:docMk/>
          <pc:sldMk cId="2528058682" sldId="1523"/>
        </pc:sldMkLst>
        <pc:spChg chg="mod">
          <ac:chgData name="Wojtek Krakowiak" userId="f72a0bb3b8a70e05" providerId="LiveId" clId="{8BE943A7-9B51-43B2-8C1F-26F49D716000}" dt="2025-07-31T19:59:01.862" v="1379" actId="20577"/>
          <ac:spMkLst>
            <pc:docMk/>
            <pc:sldMk cId="2528058682" sldId="1523"/>
            <ac:spMk id="2" creationId="{D0CF59C9-6B33-4CB8-855B-43D2F5A16BB8}"/>
          </ac:spMkLst>
        </pc:spChg>
        <pc:spChg chg="mod">
          <ac:chgData name="Wojtek Krakowiak" userId="f72a0bb3b8a70e05" providerId="LiveId" clId="{8BE943A7-9B51-43B2-8C1F-26F49D716000}" dt="2025-07-31T19:59:13.712" v="1394" actId="20577"/>
          <ac:spMkLst>
            <pc:docMk/>
            <pc:sldMk cId="2528058682" sldId="1523"/>
            <ac:spMk id="3" creationId="{39415443-7D6F-4D36-AAC8-D8D539C108C7}"/>
          </ac:spMkLst>
        </pc:spChg>
        <pc:picChg chg="add mod">
          <ac:chgData name="Wojtek Krakowiak" userId="f72a0bb3b8a70e05" providerId="LiveId" clId="{8BE943A7-9B51-43B2-8C1F-26F49D716000}" dt="2025-07-31T19:59:33.432" v="1395"/>
          <ac:picMkLst>
            <pc:docMk/>
            <pc:sldMk cId="2528058682" sldId="1523"/>
            <ac:picMk id="4" creationId="{FA19E659-ED42-601A-281E-8E8B8B2C8547}"/>
          </ac:picMkLst>
        </pc:picChg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3526412603" sldId="1523"/>
        </pc:sldMkLst>
      </pc:sldChg>
      <pc:sldChg chg="del">
        <pc:chgData name="Wojtek Krakowiak" userId="f72a0bb3b8a70e05" providerId="LiveId" clId="{8BE943A7-9B51-43B2-8C1F-26F49D716000}" dt="2025-07-31T10:46:14.866" v="0" actId="47"/>
        <pc:sldMkLst>
          <pc:docMk/>
          <pc:sldMk cId="1361402875" sldId="1524"/>
        </pc:sldMkLst>
      </pc:sldChg>
    </pc:docChg>
  </pc:docChgLst>
  <pc:docChgLst>
    <pc:chgData name="Wojtek Krakowiak" userId="f72a0bb3b8a70e05" providerId="LiveId" clId="{F78FE461-272D-4191-B46C-9B9F54D26061}"/>
    <pc:docChg chg="custSel addSld modSld">
      <pc:chgData name="Wojtek Krakowiak" userId="f72a0bb3b8a70e05" providerId="LiveId" clId="{F78FE461-272D-4191-B46C-9B9F54D26061}" dt="2025-07-14T12:08:41.835" v="776"/>
      <pc:docMkLst>
        <pc:docMk/>
      </pc:docMkLst>
      <pc:sldChg chg="modSp mod">
        <pc:chgData name="Wojtek Krakowiak" userId="f72a0bb3b8a70e05" providerId="LiveId" clId="{F78FE461-272D-4191-B46C-9B9F54D26061}" dt="2025-07-14T09:47:48.080" v="288" actId="20577"/>
        <pc:sldMkLst>
          <pc:docMk/>
          <pc:sldMk cId="1582655019" sldId="1193"/>
        </pc:sldMkLst>
      </pc:sldChg>
      <pc:sldChg chg="addSp delSp modSp add mod delAnim modAnim">
        <pc:chgData name="Wojtek Krakowiak" userId="f72a0bb3b8a70e05" providerId="LiveId" clId="{F78FE461-272D-4191-B46C-9B9F54D26061}" dt="2025-07-13T21:39:09.559" v="25" actId="20577"/>
        <pc:sldMkLst>
          <pc:docMk/>
          <pc:sldMk cId="4171990198" sldId="1507"/>
        </pc:sldMkLst>
      </pc:sldChg>
      <pc:sldChg chg="addSp delSp modSp add mod delAnim modAnim">
        <pc:chgData name="Wojtek Krakowiak" userId="f72a0bb3b8a70e05" providerId="LiveId" clId="{F78FE461-272D-4191-B46C-9B9F54D26061}" dt="2025-07-13T21:49:00.653" v="70" actId="20577"/>
        <pc:sldMkLst>
          <pc:docMk/>
          <pc:sldMk cId="2227088355" sldId="1508"/>
        </pc:sldMkLst>
      </pc:sldChg>
      <pc:sldChg chg="addSp delSp modSp add mod delAnim modAnim">
        <pc:chgData name="Wojtek Krakowiak" userId="f72a0bb3b8a70e05" providerId="LiveId" clId="{F78FE461-272D-4191-B46C-9B9F54D26061}" dt="2025-07-13T21:51:23.571" v="99" actId="20577"/>
        <pc:sldMkLst>
          <pc:docMk/>
          <pc:sldMk cId="4209508218" sldId="1509"/>
        </pc:sldMkLst>
      </pc:sldChg>
      <pc:sldChg chg="addSp delSp modSp add mod delAnim modAnim">
        <pc:chgData name="Wojtek Krakowiak" userId="f72a0bb3b8a70e05" providerId="LiveId" clId="{F78FE461-272D-4191-B46C-9B9F54D26061}" dt="2025-07-13T22:01:33.007" v="169" actId="20577"/>
        <pc:sldMkLst>
          <pc:docMk/>
          <pc:sldMk cId="152206522" sldId="1510"/>
        </pc:sldMkLst>
      </pc:sldChg>
      <pc:sldChg chg="addSp delSp modSp add mod delAnim modAnim">
        <pc:chgData name="Wojtek Krakowiak" userId="f72a0bb3b8a70e05" providerId="LiveId" clId="{F78FE461-272D-4191-B46C-9B9F54D26061}" dt="2025-07-13T22:05:24.453" v="278"/>
        <pc:sldMkLst>
          <pc:docMk/>
          <pc:sldMk cId="2032420578" sldId="1511"/>
        </pc:sldMkLst>
      </pc:sldChg>
      <pc:sldChg chg="addSp modSp add mod modAnim">
        <pc:chgData name="Wojtek Krakowiak" userId="f72a0bb3b8a70e05" providerId="LiveId" clId="{F78FE461-272D-4191-B46C-9B9F54D26061}" dt="2025-07-13T22:05:49.007" v="281"/>
        <pc:sldMkLst>
          <pc:docMk/>
          <pc:sldMk cId="3353753454" sldId="1512"/>
        </pc:sldMkLst>
      </pc:sldChg>
      <pc:sldChg chg="addSp modSp add mod modAnim">
        <pc:chgData name="Wojtek Krakowiak" userId="f72a0bb3b8a70e05" providerId="LiveId" clId="{F78FE461-272D-4191-B46C-9B9F54D26061}" dt="2025-07-13T22:06:14.720" v="284"/>
        <pc:sldMkLst>
          <pc:docMk/>
          <pc:sldMk cId="2111534738" sldId="1513"/>
        </pc:sldMkLst>
      </pc:sldChg>
      <pc:sldChg chg="addSp delSp modSp add mod delAnim modAnim">
        <pc:chgData name="Wojtek Krakowiak" userId="f72a0bb3b8a70e05" providerId="LiveId" clId="{F78FE461-272D-4191-B46C-9B9F54D26061}" dt="2025-07-14T10:09:47.570" v="371" actId="20577"/>
        <pc:sldMkLst>
          <pc:docMk/>
          <pc:sldMk cId="2562348965" sldId="1514"/>
        </pc:sldMkLst>
      </pc:sldChg>
      <pc:sldChg chg="addSp delSp modSp add mod delAnim modAnim">
        <pc:chgData name="Wojtek Krakowiak" userId="f72a0bb3b8a70e05" providerId="LiveId" clId="{F78FE461-272D-4191-B46C-9B9F54D26061}" dt="2025-07-14T11:42:41.086" v="457"/>
        <pc:sldMkLst>
          <pc:docMk/>
          <pc:sldMk cId="216501489" sldId="1515"/>
        </pc:sldMkLst>
      </pc:sldChg>
      <pc:sldChg chg="addSp delSp modSp add mod delAnim modAnim">
        <pc:chgData name="Wojtek Krakowiak" userId="f72a0bb3b8a70e05" providerId="LiveId" clId="{F78FE461-272D-4191-B46C-9B9F54D26061}" dt="2025-07-14T11:44:20.512" v="486" actId="20577"/>
        <pc:sldMkLst>
          <pc:docMk/>
          <pc:sldMk cId="3463503377" sldId="1516"/>
        </pc:sldMkLst>
      </pc:sldChg>
      <pc:sldChg chg="addSp delSp modSp add mod delAnim modAnim">
        <pc:chgData name="Wojtek Krakowiak" userId="f72a0bb3b8a70e05" providerId="LiveId" clId="{F78FE461-272D-4191-B46C-9B9F54D26061}" dt="2025-07-14T11:45:36.528" v="520"/>
        <pc:sldMkLst>
          <pc:docMk/>
          <pc:sldMk cId="2786600915" sldId="1517"/>
        </pc:sldMkLst>
      </pc:sldChg>
      <pc:sldChg chg="add">
        <pc:chgData name="Wojtek Krakowiak" userId="f72a0bb3b8a70e05" providerId="LiveId" clId="{F78FE461-272D-4191-B46C-9B9F54D26061}" dt="2025-07-14T11:46:12.428" v="521"/>
        <pc:sldMkLst>
          <pc:docMk/>
          <pc:sldMk cId="855101804" sldId="1518"/>
        </pc:sldMkLst>
      </pc:sldChg>
      <pc:sldChg chg="addSp delSp modSp add mod delAnim modAnim">
        <pc:chgData name="Wojtek Krakowiak" userId="f72a0bb3b8a70e05" providerId="LiveId" clId="{F78FE461-272D-4191-B46C-9B9F54D26061}" dt="2025-07-14T11:47:53.086" v="547"/>
        <pc:sldMkLst>
          <pc:docMk/>
          <pc:sldMk cId="1542106733" sldId="1519"/>
        </pc:sldMkLst>
      </pc:sldChg>
      <pc:sldChg chg="addSp delSp modSp add mod delAnim modAnim">
        <pc:chgData name="Wojtek Krakowiak" userId="f72a0bb3b8a70e05" providerId="LiveId" clId="{F78FE461-272D-4191-B46C-9B9F54D26061}" dt="2025-07-14T11:51:39.368" v="594" actId="20577"/>
        <pc:sldMkLst>
          <pc:docMk/>
          <pc:sldMk cId="3861860652" sldId="1520"/>
        </pc:sldMkLst>
      </pc:sldChg>
      <pc:sldChg chg="addSp delSp modSp add mod delAnim modAnim">
        <pc:chgData name="Wojtek Krakowiak" userId="f72a0bb3b8a70e05" providerId="LiveId" clId="{F78FE461-272D-4191-B46C-9B9F54D26061}" dt="2025-07-14T11:58:09.312" v="643"/>
        <pc:sldMkLst>
          <pc:docMk/>
          <pc:sldMk cId="2484044630" sldId="1521"/>
        </pc:sldMkLst>
      </pc:sldChg>
      <pc:sldChg chg="addSp delSp modSp add mod delAnim modAnim">
        <pc:chgData name="Wojtek Krakowiak" userId="f72a0bb3b8a70e05" providerId="LiveId" clId="{F78FE461-272D-4191-B46C-9B9F54D26061}" dt="2025-07-14T12:01:02.969" v="720"/>
        <pc:sldMkLst>
          <pc:docMk/>
          <pc:sldMk cId="2710384634" sldId="1522"/>
        </pc:sldMkLst>
      </pc:sldChg>
      <pc:sldChg chg="addSp delSp modSp add mod delAnim modAnim">
        <pc:chgData name="Wojtek Krakowiak" userId="f72a0bb3b8a70e05" providerId="LiveId" clId="{F78FE461-272D-4191-B46C-9B9F54D26061}" dt="2025-07-14T12:05:58.397" v="750" actId="20577"/>
        <pc:sldMkLst>
          <pc:docMk/>
          <pc:sldMk cId="3526412603" sldId="1523"/>
        </pc:sldMkLst>
      </pc:sldChg>
      <pc:sldChg chg="addSp delSp modSp add mod delAnim modAnim">
        <pc:chgData name="Wojtek Krakowiak" userId="f72a0bb3b8a70e05" providerId="LiveId" clId="{F78FE461-272D-4191-B46C-9B9F54D26061}" dt="2025-07-14T12:08:41.835" v="776"/>
        <pc:sldMkLst>
          <pc:docMk/>
          <pc:sldMk cId="1361402875" sldId="1524"/>
        </pc:sldMkLst>
      </pc:sldChg>
    </pc:docChg>
  </pc:docChgLst>
  <pc:docChgLst>
    <pc:chgData name="Wojtek Krakowiak" userId="f72a0bb3b8a70e05" providerId="LiveId" clId="{74925F7A-350C-449E-AE57-C26F742A6102}"/>
    <pc:docChg chg="modSld">
      <pc:chgData name="Wojtek Krakowiak" userId="f72a0bb3b8a70e05" providerId="LiveId" clId="{74925F7A-350C-449E-AE57-C26F742A6102}" dt="2025-08-26T15:27:52.669" v="17" actId="20577"/>
      <pc:docMkLst>
        <pc:docMk/>
      </pc:docMkLst>
      <pc:sldChg chg="modSp mod">
        <pc:chgData name="Wojtek Krakowiak" userId="f72a0bb3b8a70e05" providerId="LiveId" clId="{74925F7A-350C-449E-AE57-C26F742A6102}" dt="2025-08-26T15:27:52.669" v="17" actId="20577"/>
        <pc:sldMkLst>
          <pc:docMk/>
          <pc:sldMk cId="29951171" sldId="1506"/>
        </pc:sldMkLst>
        <pc:spChg chg="mod">
          <ac:chgData name="Wojtek Krakowiak" userId="f72a0bb3b8a70e05" providerId="LiveId" clId="{74925F7A-350C-449E-AE57-C26F742A6102}" dt="2025-08-26T15:27:52.669" v="17" actId="20577"/>
          <ac:spMkLst>
            <pc:docMk/>
            <pc:sldMk cId="29951171" sldId="1506"/>
            <ac:spMk id="2" creationId="{D0CF59C9-6B33-4CB8-855B-43D2F5A16BB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921EC4-EAB7-419D-AA92-EFAC71305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D8CD32E-B3EF-4BB7-9087-FC556C55F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FCF072-E0AD-4995-98D1-01A463F4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B94581-9053-4885-B747-4D11B2E6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7BA141-90D4-43B5-9B79-7A8AABB0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665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DD083A-9D1C-4C91-8895-277BB6D1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C2F94E-197F-458C-89E9-645E3445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1A9D01-F8E9-42EA-8AD3-75E9CD20D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8CF2E2-CFAC-46E6-89E8-39C59614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25D68F7-E4B8-45BB-8727-11113F3C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51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60989D-EFA5-4607-92FF-E385F6FD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4E1CDF6-D6EC-4826-8B2F-3254DBDE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6F4F5DB-9700-4A7F-A0E7-2492A5E6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41039D-DF05-49CF-A8FD-9A8B6F46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8F514A1-F403-4980-B0C9-D835C922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029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133645-71B7-4FDF-B8A2-C358D10E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6AD115-62A8-480B-9189-D21B5D8A5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537C153-4A2E-40B5-BF02-F37834FC3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A1D1747-4492-4F86-B2B4-9BB3DE75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C896157-A8DE-4AE4-8B1B-96D37B85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FEDC477-749B-49B4-8961-D95D1775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561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9C183-58E0-4563-8923-57E4C009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3939FEC-2F86-4F31-B6CE-7BDCC3D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3A0FE68-72DC-435D-9B3C-BC87508D2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68FCC60-2FC3-4416-9280-B2830AD7F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43D7FFB-743E-4928-B03A-73906F964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BC21A3E-20EB-4EF9-A82E-59819C59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B9B477A-B893-4728-8482-EA09CCC0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460F094-BD17-41E5-9B47-242D6D76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71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5CE496-3EF6-41F7-BE77-AACC0415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7CDEC83-A9B2-41F2-8ADB-AEBBF805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A6E95F5-49ED-4580-93DB-17D9B7FA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DB566B7-385E-4399-A212-E9826A3E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605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4A1314F-3186-488E-B0CB-88508AC8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54470DD-8D47-472A-BF52-7AE7CA35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2B53DDE-F168-4046-B429-B122A26A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928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F6BAB2-D8A8-4CA3-AE67-CB2E0B34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AE51AC-D673-4C65-876F-046396EB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A8059E8-E8EE-4BB0-B805-CBACC8C1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C63BB4-7F61-424C-9401-36DDA2BD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994D591-0C14-4392-9C0C-49D47122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EE5004B-242E-4092-82D7-40380C8B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85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3D500E-FFB6-4CDB-A916-56D4656D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281F8F2-61CA-4B6E-89E3-B97E14321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2FE05F1-0449-4938-A7F8-5C2AAABAF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DA18418-67F1-4A0E-BF45-EF08C711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F83B392-697C-4783-8E2B-73ECE0E3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B6F4653-AABB-453E-AA1D-AF66E592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066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B1117E-8896-4BC5-888B-D0F219F1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28A6BE3-47EB-4249-BAFF-DD88A45D3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943FC2-91BB-4722-B87D-A5A5E4FE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55E191-6AAF-483E-A725-BF34D370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EA161D8-5EFB-4508-8020-B270250B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114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B19B07B-0F2E-4E22-B09F-E907431F1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D294D7A-3F4D-4658-8B10-D21C3E559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C8A2C7-C2CF-46AD-BB86-552A1EF3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8E4453A-B8EE-4217-BB76-A99C0E58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2B9351-4178-4F4C-A78A-5A1C4CD8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497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63EC774-FCE7-4A08-947F-DE2E6EA7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9C1E8E-6FC5-4D10-877B-4CA71B645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20E9AD8-D556-4904-812A-C674D2ED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D19AAE-A1E3-4581-83E0-0A7CC09D5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A93E77-A5E0-4146-90E8-ABB933EE5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435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4.mp3"/><Relationship Id="rId1" Type="http://schemas.microsoft.com/office/2007/relationships/media" Target="../media/media24.mp3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5.mp3"/><Relationship Id="rId1" Type="http://schemas.microsoft.com/office/2007/relationships/media" Target="../media/media25.mp3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6.mp3"/><Relationship Id="rId1" Type="http://schemas.microsoft.com/office/2007/relationships/media" Target="../media/media26.mp3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7.mp3"/><Relationship Id="rId1" Type="http://schemas.microsoft.com/office/2007/relationships/media" Target="../media/media27.mp3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8.mp3"/><Relationship Id="rId1" Type="http://schemas.microsoft.com/office/2007/relationships/media" Target="../media/media28.mp3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9.mp3"/><Relationship Id="rId1" Type="http://schemas.microsoft.com/office/2007/relationships/media" Target="../media/media29.mp3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0.mp3"/><Relationship Id="rId1" Type="http://schemas.microsoft.com/office/2007/relationships/media" Target="../media/media30.mp3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1.mp3"/><Relationship Id="rId1" Type="http://schemas.microsoft.com/office/2007/relationships/media" Target="../media/media31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5" y="1885241"/>
            <a:ext cx="11131290" cy="4151575"/>
          </a:xfrm>
        </p:spPr>
        <p:txBody>
          <a:bodyPr>
            <a:normAutofit fontScale="90000"/>
          </a:bodyPr>
          <a:lstStyle/>
          <a:p>
            <a:r>
              <a:rPr lang="pl-PL" sz="9600" b="1" dirty="0">
                <a:latin typeface="+mn-lt"/>
              </a:rPr>
              <a:t>Klasa 2</a:t>
            </a:r>
            <a:r>
              <a:rPr lang="en-US" sz="9600" b="1" dirty="0">
                <a:latin typeface="+mn-lt"/>
              </a:rPr>
              <a:t> LO</a:t>
            </a:r>
            <a:br>
              <a:rPr lang="pl-PL" sz="9600" b="1" dirty="0">
                <a:latin typeface="+mn-lt"/>
              </a:rPr>
            </a:br>
            <a:r>
              <a:rPr lang="en-GB" sz="6600" b="1" dirty="0">
                <a:latin typeface="+mn-lt"/>
              </a:rPr>
              <a:t>Health and illness</a:t>
            </a:r>
            <a:br>
              <a:rPr lang="pl-PL" sz="7300" b="1" dirty="0">
                <a:latin typeface="+mn-lt"/>
              </a:rPr>
            </a:br>
            <a:br>
              <a:rPr lang="pl-PL" sz="7300" b="1" dirty="0">
                <a:latin typeface="+mn-lt"/>
              </a:rPr>
            </a:br>
            <a:endParaRPr lang="pl-PL" sz="73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2655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en-GB" sz="7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GB" sz="7200" b="1" dirty="0">
                <a:latin typeface="+mn-lt"/>
              </a:rPr>
              <a:t>RKO</a:t>
            </a:r>
            <a:endParaRPr lang="pl-PL" sz="7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113176"/>
            <a:ext cx="12191999" cy="1192374"/>
          </a:xfrm>
        </p:spPr>
        <p:txBody>
          <a:bodyPr>
            <a:normAutofit fontScale="85000" lnSpcReduction="100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CPR (Cardiopulmonary </a:t>
            </a:r>
            <a:r>
              <a:rPr lang="pl-PL" sz="7200" b="1" dirty="0">
                <a:solidFill>
                  <a:srgbClr val="FF0000"/>
                </a:solidFill>
              </a:rPr>
              <a:t>resuscitation</a:t>
            </a:r>
            <a:r>
              <a:rPr lang="en-GB" sz="7200" b="1" dirty="0">
                <a:solidFill>
                  <a:srgbClr val="FF0000"/>
                </a:solidFill>
              </a:rPr>
              <a:t>)</a:t>
            </a:r>
            <a:r>
              <a:rPr lang="pl-PL" sz="7200" dirty="0"/>
              <a:t> </a:t>
            </a:r>
            <a:r>
              <a:rPr lang="en-GB" sz="7200" b="1" dirty="0">
                <a:solidFill>
                  <a:srgbClr val="FF0000"/>
                </a:solidFill>
              </a:rPr>
              <a:t> 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BBADBD5-F7FC-444A-ADF7-B50EE7F9B2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6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Znieczulenie ogólne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General anaesthetic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97B44BA-6F93-3C52-EE92-CC6043C674F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071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4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Znieczulenie miejscowe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Local anaesthetic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3DD9064-90F7-9A30-E0CE-99E4B7EF948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246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Plomba (w zębie)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Tooth filling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A65ECDD-568B-022C-ACB1-F62982FE10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71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en-GB" sz="7200" b="1" dirty="0">
                <a:latin typeface="+mn-lt"/>
              </a:rPr>
              <a:t>Lifting</a:t>
            </a:r>
            <a:r>
              <a:rPr lang="pl-PL" sz="7200" b="1" dirty="0">
                <a:latin typeface="+mn-lt"/>
              </a:rPr>
              <a:t> twarzy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Facelift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108E678-3301-C3CA-88A3-0B689C27375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14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Biopsja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Biopsy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229C6BD-DD46-3E70-B643-19FFF6C235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810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Rezonans magnetyczny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 fontScale="85000" lnSpcReduction="100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MRI (Magnetic resonance imaging)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92F4EC1-5FF7-B91D-7333-AD868133D49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93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Odział intensywnej terapii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ICU</a:t>
            </a:r>
            <a:r>
              <a:rPr lang="pl-PL" sz="7200" b="1" dirty="0">
                <a:solidFill>
                  <a:srgbClr val="FF0000"/>
                </a:solidFill>
              </a:rPr>
              <a:t> (</a:t>
            </a:r>
            <a:r>
              <a:rPr lang="en-GB" sz="7200" b="1" dirty="0">
                <a:solidFill>
                  <a:srgbClr val="FF0000"/>
                </a:solidFill>
              </a:rPr>
              <a:t>Intensive care unit)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CDADFFD-7AAD-2FCC-1FE0-F22A77C2F9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669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Skrót (słowa)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Abbreviation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0E0114D-8773-0436-8367-ED9B2B6731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345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0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Dyszeć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pant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09CA8CF-1055-E7CD-EB8B-67A48115AA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619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Więzadło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Ligament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C0C0405-6704-41F2-B984-0B817B7697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186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Śledziona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Spleen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EBFDC2F-0CAB-C06E-6029-1EB1C62343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07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Polifenole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Polyphenols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51F403E-6D52-D3CF-2D55-E797ABCC14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43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Ciało </a:t>
            </a:r>
            <a:r>
              <a:rPr lang="pl-PL" sz="7200" b="1" dirty="0" err="1">
                <a:latin typeface="+mn-lt"/>
              </a:rPr>
              <a:t>midgałowate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Amygdala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118A26E-E04A-4DEC-EF9D-6D38F0455C6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1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Rytm dobowy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Circadian rhythms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CA84196-4751-3EB8-B5BB-82E28D43C35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297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7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Ucieleśniony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Embodied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E5C185A-A688-732A-B18B-266FDABF1B6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752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1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Oksytocyna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Oxytocin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9676C6E-7557-6876-0BF8-7CAF81EF2EC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36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Burak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Beetroot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60E880A-A3A2-4D0F-8E71-ED7B3BE122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711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Mięśnie pośladkowe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Gluteal muscles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3D91235-F1D3-792E-5947-C59BDEEF85C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609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4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Trening ekscentryczny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Eccentric exercise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1E6F375-1B0E-314C-A168-15E0687C87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337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7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Wędrować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wander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2B3960E-382A-F9F5-6F1E-99798913EA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31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Zastanawiać się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087" y="5147681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mull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16E7AD5-BCFC-29AD-0918-D58F7A8E541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71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6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Zapalenia w organizmie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087" y="5147681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Inflammation in the body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BBBD421-9912-CCA6-5754-EB8C537E564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39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7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Lekarz rodzinny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087" y="5147681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 </a:t>
            </a:r>
            <a:r>
              <a:rPr lang="pl-PL" sz="7200" b="1" dirty="0">
                <a:solidFill>
                  <a:srgbClr val="FF0000"/>
                </a:solidFill>
              </a:rPr>
              <a:t>GP (</a:t>
            </a:r>
            <a:r>
              <a:rPr lang="en-GB" sz="7200" b="1" dirty="0">
                <a:solidFill>
                  <a:srgbClr val="FF0000"/>
                </a:solidFill>
              </a:rPr>
              <a:t>a General Practitioner)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5A78502-EC05-BF01-CCB5-726A8D0531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083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Szczery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087" y="5147681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Downright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17CA689-E890-DBC0-4A6D-355E5263ED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57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Trampolina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087" y="5147681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Springboard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1208DF3-30FB-BDB3-0E58-1572EE722C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07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0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Antropologia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087" y="5147681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Anthropology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597F2AA-8011-7414-1B92-B3C83DAA67D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310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Otrząsnąć się z czegoś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087" y="5147681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shake off something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560E637-FDB3-9403-8D78-DB26C0E295E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16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4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Zmiana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087" y="5147681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 shake up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E426F76-402A-43CB-3297-D4DB5A241D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85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Wybuch (np. epidemii)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087" y="5147681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An outbreak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2FC10BD-9AE8-B9C5-8511-9FB918686E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42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Ograniczenie na coś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087" y="5147681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 clampdown</a:t>
            </a:r>
            <a:r>
              <a:rPr lang="pl-PL" sz="7200" b="1" dirty="0">
                <a:solidFill>
                  <a:srgbClr val="FF0000"/>
                </a:solidFill>
              </a:rPr>
              <a:t> on</a:t>
            </a:r>
            <a:r>
              <a:rPr lang="en-GB" sz="7200" b="1" dirty="0">
                <a:solidFill>
                  <a:srgbClr val="FF0000"/>
                </a:solidFill>
              </a:rPr>
              <a:t> something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A19E659-ED42-601A-281E-8E8B8B2C85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05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6439</TotalTime>
  <Words>144</Words>
  <Application>Microsoft Office PowerPoint</Application>
  <PresentationFormat>Panoramiczny</PresentationFormat>
  <Paragraphs>63</Paragraphs>
  <Slides>32</Slides>
  <Notes>0</Notes>
  <HiddenSlides>0</HiddenSlides>
  <MMClips>31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Motyw pakietu Office</vt:lpstr>
      <vt:lpstr>Klasa 2 LO Health and illness  </vt:lpstr>
      <vt:lpstr> RKO</vt:lpstr>
      <vt:lpstr>Znieczulenie ogólne</vt:lpstr>
      <vt:lpstr>Znieczulenie miejscowe</vt:lpstr>
      <vt:lpstr>Plomba (w zębie)</vt:lpstr>
      <vt:lpstr>Lifting twarzy</vt:lpstr>
      <vt:lpstr>Biopsja</vt:lpstr>
      <vt:lpstr>Rezonans magnetyczny</vt:lpstr>
      <vt:lpstr>Odział intensywnej terapii</vt:lpstr>
      <vt:lpstr>Skrót (słowa)</vt:lpstr>
      <vt:lpstr>Dyszeć</vt:lpstr>
      <vt:lpstr>Więzadło</vt:lpstr>
      <vt:lpstr>Śledziona</vt:lpstr>
      <vt:lpstr>Polifenole</vt:lpstr>
      <vt:lpstr>Ciało midgałowate</vt:lpstr>
      <vt:lpstr>Rytm dobowy</vt:lpstr>
      <vt:lpstr>Ucieleśniony</vt:lpstr>
      <vt:lpstr>Oksytocyna</vt:lpstr>
      <vt:lpstr>Burak</vt:lpstr>
      <vt:lpstr>Mięśnie pośladkowe</vt:lpstr>
      <vt:lpstr>Trening ekscentryczny</vt:lpstr>
      <vt:lpstr>Wędrować</vt:lpstr>
      <vt:lpstr>Zastanawiać się</vt:lpstr>
      <vt:lpstr>Zapalenia w organizmie</vt:lpstr>
      <vt:lpstr>Lekarz rodzinny</vt:lpstr>
      <vt:lpstr>Szczery</vt:lpstr>
      <vt:lpstr>Trampolina</vt:lpstr>
      <vt:lpstr>Antropologia</vt:lpstr>
      <vt:lpstr>Otrząsnąć się z czegoś</vt:lpstr>
      <vt:lpstr>Zmiana</vt:lpstr>
      <vt:lpstr>Wybuch (np. epidemii)</vt:lpstr>
      <vt:lpstr>Ograniczenie na coś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Tomasz Krakowiak</dc:creator>
  <cp:lastModifiedBy>Wojtek Krakowiak</cp:lastModifiedBy>
  <cp:revision>1191</cp:revision>
  <dcterms:created xsi:type="dcterms:W3CDTF">2018-09-30T05:35:06Z</dcterms:created>
  <dcterms:modified xsi:type="dcterms:W3CDTF">2025-08-26T15:27:54Z</dcterms:modified>
</cp:coreProperties>
</file>