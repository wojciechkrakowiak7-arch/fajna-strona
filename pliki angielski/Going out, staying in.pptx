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493" r:id="rId3"/>
    <p:sldId id="1494" r:id="rId4"/>
    <p:sldId id="1495" r:id="rId5"/>
    <p:sldId id="1496" r:id="rId6"/>
    <p:sldId id="1497" r:id="rId7"/>
    <p:sldId id="1498" r:id="rId8"/>
    <p:sldId id="1499" r:id="rId9"/>
    <p:sldId id="1500" r:id="rId10"/>
    <p:sldId id="1501" r:id="rId11"/>
    <p:sldId id="1502" r:id="rId12"/>
    <p:sldId id="1503" r:id="rId13"/>
    <p:sldId id="1504" r:id="rId14"/>
    <p:sldId id="1505" r:id="rId15"/>
    <p:sldId id="1506" r:id="rId16"/>
    <p:sldId id="1507" r:id="rId17"/>
    <p:sldId id="1508" r:id="rId18"/>
    <p:sldId id="1510" r:id="rId19"/>
    <p:sldId id="1512" r:id="rId20"/>
    <p:sldId id="1513" r:id="rId21"/>
    <p:sldId id="1514" r:id="rId22"/>
    <p:sldId id="1515" r:id="rId23"/>
    <p:sldId id="1516" r:id="rId24"/>
    <p:sldId id="1517" r:id="rId25"/>
    <p:sldId id="1518" r:id="rId26"/>
    <p:sldId id="1519" r:id="rId27"/>
    <p:sldId id="1520" r:id="rId28"/>
    <p:sldId id="1521" r:id="rId29"/>
    <p:sldId id="1523" r:id="rId30"/>
    <p:sldId id="1522" r:id="rId31"/>
    <p:sldId id="1524" r:id="rId32"/>
    <p:sldId id="1525" r:id="rId33"/>
    <p:sldId id="1526" r:id="rId34"/>
    <p:sldId id="1528" r:id="rId35"/>
    <p:sldId id="1529" r:id="rId36"/>
    <p:sldId id="1530" r:id="rId37"/>
    <p:sldId id="1531" r:id="rId38"/>
    <p:sldId id="1532" r:id="rId39"/>
    <p:sldId id="1533" r:id="rId40"/>
    <p:sldId id="1534" r:id="rId41"/>
    <p:sldId id="1535" r:id="rId42"/>
    <p:sldId id="1536" r:id="rId43"/>
    <p:sldId id="1537" r:id="rId44"/>
    <p:sldId id="1538" r:id="rId45"/>
    <p:sldId id="1539" r:id="rId4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44E5F9-DEC6-49AC-A71D-501570C36964}" v="723" dt="2026-02-12T23:37:05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EB2AAE5E-F441-4B21-A173-D9609660A338}"/>
    <pc:docChg chg="undo custSel addSld delSld modSld sldOrd">
      <pc:chgData name="Wojtek Krakowiak" userId="f72a0bb3b8a70e05" providerId="LiveId" clId="{EB2AAE5E-F441-4B21-A173-D9609660A338}" dt="2026-02-12T23:19:58.887" v="2920"/>
      <pc:docMkLst>
        <pc:docMk/>
      </pc:docMkLst>
      <pc:sldChg chg="modSp mod">
        <pc:chgData name="Wojtek Krakowiak" userId="f72a0bb3b8a70e05" providerId="LiveId" clId="{EB2AAE5E-F441-4B21-A173-D9609660A338}" dt="2026-02-11T18:55:10.413" v="1415" actId="255"/>
        <pc:sldMkLst>
          <pc:docMk/>
          <pc:sldMk cId="1582655019" sldId="1193"/>
        </pc:sldMkLst>
        <pc:spChg chg="mod">
          <ac:chgData name="Wojtek Krakowiak" userId="f72a0bb3b8a70e05" providerId="LiveId" clId="{EB2AAE5E-F441-4B21-A173-D9609660A338}" dt="2026-02-11T18:55:10.413" v="1415" actId="255"/>
          <ac:spMkLst>
            <pc:docMk/>
            <pc:sldMk cId="1582655019" sldId="1193"/>
            <ac:spMk id="2" creationId="{D0CF59C9-6B33-4CB8-855B-43D2F5A16BB8}"/>
          </ac:spMkLst>
        </pc:spChg>
      </pc:sldChg>
      <pc:sldChg chg="addSp delSp modSp mod delAnim modAnim">
        <pc:chgData name="Wojtek Krakowiak" userId="f72a0bb3b8a70e05" providerId="LiveId" clId="{EB2AAE5E-F441-4B21-A173-D9609660A338}" dt="2026-02-12T21:52:29.183" v="2058"/>
        <pc:sldMkLst>
          <pc:docMk/>
          <pc:sldMk cId="3351162817" sldId="1493"/>
        </pc:sldMkLst>
        <pc:spChg chg="mod">
          <ac:chgData name="Wojtek Krakowiak" userId="f72a0bb3b8a70e05" providerId="LiveId" clId="{EB2AAE5E-F441-4B21-A173-D9609660A338}" dt="2026-02-12T21:52:04.609" v="2055" actId="20577"/>
          <ac:spMkLst>
            <pc:docMk/>
            <pc:sldMk cId="3351162817" sldId="1493"/>
            <ac:spMk id="2" creationId="{D0CF59C9-6B33-4CB8-855B-43D2F5A16BB8}"/>
          </ac:spMkLst>
        </pc:spChg>
        <pc:spChg chg="mod">
          <ac:chgData name="Wojtek Krakowiak" userId="f72a0bb3b8a70e05" providerId="LiveId" clId="{EB2AAE5E-F441-4B21-A173-D9609660A338}" dt="2026-02-12T20:40:22.050" v="1800" actId="20577"/>
          <ac:spMkLst>
            <pc:docMk/>
            <pc:sldMk cId="3351162817" sldId="1493"/>
            <ac:spMk id="3" creationId="{39415443-7D6F-4D36-AAC8-D8D539C108C7}"/>
          </ac:spMkLst>
        </pc:spChg>
        <pc:picChg chg="add mod">
          <ac:chgData name="Wojtek Krakowiak" userId="f72a0bb3b8a70e05" providerId="LiveId" clId="{EB2AAE5E-F441-4B21-A173-D9609660A338}" dt="2026-02-12T21:52:26.920" v="2056"/>
          <ac:picMkLst>
            <pc:docMk/>
            <pc:sldMk cId="3351162817" sldId="1493"/>
            <ac:picMk id="4" creationId="{912968F6-F9F5-D981-F0B8-564274DAEE39}"/>
          </ac:picMkLst>
        </pc:picChg>
        <pc:picChg chg="add del mod">
          <ac:chgData name="Wojtek Krakowiak" userId="f72a0bb3b8a70e05" providerId="LiveId" clId="{EB2AAE5E-F441-4B21-A173-D9609660A338}" dt="2026-02-11T18:38:08.396" v="1380" actId="478"/>
          <ac:picMkLst>
            <pc:docMk/>
            <pc:sldMk cId="3351162817" sldId="1493"/>
            <ac:picMk id="4" creationId="{9F2B60BE-716F-0E76-EF09-3DF5DB2F3F94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2398005917" sldId="1494"/>
        </pc:sldMkLst>
      </pc:sldChg>
      <pc:sldChg chg="addSp modSp add mod modAnim">
        <pc:chgData name="Wojtek Krakowiak" userId="f72a0bb3b8a70e05" providerId="LiveId" clId="{EB2AAE5E-F441-4B21-A173-D9609660A338}" dt="2026-02-12T21:53:45.053" v="2093"/>
        <pc:sldMkLst>
          <pc:docMk/>
          <pc:sldMk cId="3290452167" sldId="1494"/>
        </pc:sldMkLst>
        <pc:spChg chg="mod">
          <ac:chgData name="Wojtek Krakowiak" userId="f72a0bb3b8a70e05" providerId="LiveId" clId="{EB2AAE5E-F441-4B21-A173-D9609660A338}" dt="2026-02-12T21:53:12.177" v="2090" actId="14100"/>
          <ac:spMkLst>
            <pc:docMk/>
            <pc:sldMk cId="3290452167" sldId="1494"/>
            <ac:spMk id="2" creationId="{0CA5BEDE-4811-42F0-05CE-E03A620D8D89}"/>
          </ac:spMkLst>
        </pc:spChg>
        <pc:spChg chg="mod">
          <ac:chgData name="Wojtek Krakowiak" userId="f72a0bb3b8a70e05" providerId="LiveId" clId="{EB2AAE5E-F441-4B21-A173-D9609660A338}" dt="2026-02-12T18:39:38.324" v="1443" actId="20577"/>
          <ac:spMkLst>
            <pc:docMk/>
            <pc:sldMk cId="3290452167" sldId="1494"/>
            <ac:spMk id="3" creationId="{BC9601A9-2873-83CF-9264-CD130133299A}"/>
          </ac:spMkLst>
        </pc:spChg>
        <pc:picChg chg="add mod">
          <ac:chgData name="Wojtek Krakowiak" userId="f72a0bb3b8a70e05" providerId="LiveId" clId="{EB2AAE5E-F441-4B21-A173-D9609660A338}" dt="2026-02-12T21:53:43.572" v="2091"/>
          <ac:picMkLst>
            <pc:docMk/>
            <pc:sldMk cId="3290452167" sldId="1494"/>
            <ac:picMk id="4" creationId="{1A6D6251-3A32-1A5F-5139-E49CC2442770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42738075" sldId="1495"/>
        </pc:sldMkLst>
      </pc:sldChg>
      <pc:sldChg chg="addSp modSp add mod modAnim">
        <pc:chgData name="Wojtek Krakowiak" userId="f72a0bb3b8a70e05" providerId="LiveId" clId="{EB2AAE5E-F441-4B21-A173-D9609660A338}" dt="2026-02-12T21:54:25.014" v="2110"/>
        <pc:sldMkLst>
          <pc:docMk/>
          <pc:sldMk cId="650292743" sldId="1495"/>
        </pc:sldMkLst>
        <pc:spChg chg="mod">
          <ac:chgData name="Wojtek Krakowiak" userId="f72a0bb3b8a70e05" providerId="LiveId" clId="{EB2AAE5E-F441-4B21-A173-D9609660A338}" dt="2026-02-12T21:54:02.418" v="2107" actId="20577"/>
          <ac:spMkLst>
            <pc:docMk/>
            <pc:sldMk cId="650292743" sldId="1495"/>
            <ac:spMk id="2" creationId="{F756BF04-5C13-A531-2459-1AC34923BC4E}"/>
          </ac:spMkLst>
        </pc:spChg>
        <pc:spChg chg="mod">
          <ac:chgData name="Wojtek Krakowiak" userId="f72a0bb3b8a70e05" providerId="LiveId" clId="{EB2AAE5E-F441-4B21-A173-D9609660A338}" dt="2026-02-12T18:40:44.155" v="1462" actId="20577"/>
          <ac:spMkLst>
            <pc:docMk/>
            <pc:sldMk cId="650292743" sldId="1495"/>
            <ac:spMk id="3" creationId="{1BEAFD22-BCAF-102C-7885-2FA3F3DFD47D}"/>
          </ac:spMkLst>
        </pc:spChg>
        <pc:picChg chg="add mod">
          <ac:chgData name="Wojtek Krakowiak" userId="f72a0bb3b8a70e05" providerId="LiveId" clId="{EB2AAE5E-F441-4B21-A173-D9609660A338}" dt="2026-02-12T21:54:23.363" v="2108"/>
          <ac:picMkLst>
            <pc:docMk/>
            <pc:sldMk cId="650292743" sldId="1495"/>
            <ac:picMk id="4" creationId="{0E13822A-691C-FED5-FAFD-29DF5F91C3D9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2051822155" sldId="1496"/>
        </pc:sldMkLst>
      </pc:sldChg>
      <pc:sldChg chg="addSp modSp add mod modAnim">
        <pc:chgData name="Wojtek Krakowiak" userId="f72a0bb3b8a70e05" providerId="LiveId" clId="{EB2AAE5E-F441-4B21-A173-D9609660A338}" dt="2026-02-12T21:55:31.040" v="2138" actId="20577"/>
        <pc:sldMkLst>
          <pc:docMk/>
          <pc:sldMk cId="2832008573" sldId="1496"/>
        </pc:sldMkLst>
        <pc:spChg chg="mod">
          <ac:chgData name="Wojtek Krakowiak" userId="f72a0bb3b8a70e05" providerId="LiveId" clId="{EB2AAE5E-F441-4B21-A173-D9609660A338}" dt="2026-02-12T21:55:31.040" v="2138" actId="20577"/>
          <ac:spMkLst>
            <pc:docMk/>
            <pc:sldMk cId="2832008573" sldId="1496"/>
            <ac:spMk id="2" creationId="{9045CEB6-31FC-D468-4101-C05C61518DE4}"/>
          </ac:spMkLst>
        </pc:spChg>
        <pc:spChg chg="mod">
          <ac:chgData name="Wojtek Krakowiak" userId="f72a0bb3b8a70e05" providerId="LiveId" clId="{EB2AAE5E-F441-4B21-A173-D9609660A338}" dt="2026-02-12T18:49:15.174" v="1489" actId="20577"/>
          <ac:spMkLst>
            <pc:docMk/>
            <pc:sldMk cId="2832008573" sldId="1496"/>
            <ac:spMk id="3" creationId="{A4BF91E7-E1E4-8C24-185A-F8D4F8F0923F}"/>
          </ac:spMkLst>
        </pc:spChg>
        <pc:picChg chg="add mod">
          <ac:chgData name="Wojtek Krakowiak" userId="f72a0bb3b8a70e05" providerId="LiveId" clId="{EB2AAE5E-F441-4B21-A173-D9609660A338}" dt="2026-02-12T21:54:51.385" v="2111"/>
          <ac:picMkLst>
            <pc:docMk/>
            <pc:sldMk cId="2832008573" sldId="1496"/>
            <ac:picMk id="4" creationId="{BFE3C5E3-3785-35E4-1710-D3684B993825}"/>
          </ac:picMkLst>
        </pc:picChg>
      </pc:sldChg>
      <pc:sldChg chg="addSp modSp add mod modAnim">
        <pc:chgData name="Wojtek Krakowiak" userId="f72a0bb3b8a70e05" providerId="LiveId" clId="{EB2AAE5E-F441-4B21-A173-D9609660A338}" dt="2026-02-12T21:56:07.069" v="2151"/>
        <pc:sldMkLst>
          <pc:docMk/>
          <pc:sldMk cId="2674866555" sldId="1497"/>
        </pc:sldMkLst>
        <pc:spChg chg="mod">
          <ac:chgData name="Wojtek Krakowiak" userId="f72a0bb3b8a70e05" providerId="LiveId" clId="{EB2AAE5E-F441-4B21-A173-D9609660A338}" dt="2026-02-12T21:55:46.909" v="2148" actId="20577"/>
          <ac:spMkLst>
            <pc:docMk/>
            <pc:sldMk cId="2674866555" sldId="1497"/>
            <ac:spMk id="2" creationId="{427B2303-45F8-D4AF-FF73-71601E44ED71}"/>
          </ac:spMkLst>
        </pc:spChg>
        <pc:spChg chg="mod">
          <ac:chgData name="Wojtek Krakowiak" userId="f72a0bb3b8a70e05" providerId="LiveId" clId="{EB2AAE5E-F441-4B21-A173-D9609660A338}" dt="2026-02-12T20:05:18.669" v="1499" actId="20577"/>
          <ac:spMkLst>
            <pc:docMk/>
            <pc:sldMk cId="2674866555" sldId="1497"/>
            <ac:spMk id="3" creationId="{160E8412-499A-4AA8-0BE5-D2DE35D01998}"/>
          </ac:spMkLst>
        </pc:spChg>
        <pc:picChg chg="add mod">
          <ac:chgData name="Wojtek Krakowiak" userId="f72a0bb3b8a70e05" providerId="LiveId" clId="{EB2AAE5E-F441-4B21-A173-D9609660A338}" dt="2026-02-12T21:56:05.768" v="2149"/>
          <ac:picMkLst>
            <pc:docMk/>
            <pc:sldMk cId="2674866555" sldId="1497"/>
            <ac:picMk id="4" creationId="{CF856B1B-DEF8-0BA9-4901-8878639F576C}"/>
          </ac:picMkLst>
        </pc:picChg>
      </pc:sldChg>
      <pc:sldChg chg="addSp modSp add mod modAnim">
        <pc:chgData name="Wojtek Krakowiak" userId="f72a0bb3b8a70e05" providerId="LiveId" clId="{EB2AAE5E-F441-4B21-A173-D9609660A338}" dt="2026-02-12T21:56:43.283" v="2180"/>
        <pc:sldMkLst>
          <pc:docMk/>
          <pc:sldMk cId="453249938" sldId="1498"/>
        </pc:sldMkLst>
        <pc:spChg chg="mod">
          <ac:chgData name="Wojtek Krakowiak" userId="f72a0bb3b8a70e05" providerId="LiveId" clId="{EB2AAE5E-F441-4B21-A173-D9609660A338}" dt="2026-02-12T21:56:23.652" v="2177" actId="14100"/>
          <ac:spMkLst>
            <pc:docMk/>
            <pc:sldMk cId="453249938" sldId="1498"/>
            <ac:spMk id="2" creationId="{5F510ADC-C7DA-5953-1762-0F15FA464B95}"/>
          </ac:spMkLst>
        </pc:spChg>
        <pc:spChg chg="mod">
          <ac:chgData name="Wojtek Krakowiak" userId="f72a0bb3b8a70e05" providerId="LiveId" clId="{EB2AAE5E-F441-4B21-A173-D9609660A338}" dt="2026-02-12T20:06:52.329" v="1534" actId="20577"/>
          <ac:spMkLst>
            <pc:docMk/>
            <pc:sldMk cId="453249938" sldId="1498"/>
            <ac:spMk id="3" creationId="{44856F96-3E60-6640-E14C-9966E9C922A7}"/>
          </ac:spMkLst>
        </pc:spChg>
        <pc:picChg chg="add mod">
          <ac:chgData name="Wojtek Krakowiak" userId="f72a0bb3b8a70e05" providerId="LiveId" clId="{EB2AAE5E-F441-4B21-A173-D9609660A338}" dt="2026-02-12T21:56:41.994" v="2178"/>
          <ac:picMkLst>
            <pc:docMk/>
            <pc:sldMk cId="453249938" sldId="1498"/>
            <ac:picMk id="4" creationId="{A15774F5-8126-0FB4-C00B-D54AC89B1245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1300604782" sldId="1498"/>
        </pc:sldMkLst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1551908544" sldId="1499"/>
        </pc:sldMkLst>
      </pc:sldChg>
      <pc:sldChg chg="addSp modSp add mod modAnim">
        <pc:chgData name="Wojtek Krakowiak" userId="f72a0bb3b8a70e05" providerId="LiveId" clId="{EB2AAE5E-F441-4B21-A173-D9609660A338}" dt="2026-02-12T21:57:25.224" v="2200"/>
        <pc:sldMkLst>
          <pc:docMk/>
          <pc:sldMk cId="3735955106" sldId="1499"/>
        </pc:sldMkLst>
        <pc:spChg chg="mod">
          <ac:chgData name="Wojtek Krakowiak" userId="f72a0bb3b8a70e05" providerId="LiveId" clId="{EB2AAE5E-F441-4B21-A173-D9609660A338}" dt="2026-02-12T21:57:06.726" v="2197" actId="20577"/>
          <ac:spMkLst>
            <pc:docMk/>
            <pc:sldMk cId="3735955106" sldId="1499"/>
            <ac:spMk id="2" creationId="{3CF84579-F662-1DE3-266F-9CAC02AEC5E0}"/>
          </ac:spMkLst>
        </pc:spChg>
        <pc:spChg chg="mod">
          <ac:chgData name="Wojtek Krakowiak" userId="f72a0bb3b8a70e05" providerId="LiveId" clId="{EB2AAE5E-F441-4B21-A173-D9609660A338}" dt="2026-02-12T20:14:56.339" v="1545" actId="20577"/>
          <ac:spMkLst>
            <pc:docMk/>
            <pc:sldMk cId="3735955106" sldId="1499"/>
            <ac:spMk id="3" creationId="{4EF14261-3B2C-7A57-93C5-1425D1817EE0}"/>
          </ac:spMkLst>
        </pc:spChg>
        <pc:picChg chg="add mod">
          <ac:chgData name="Wojtek Krakowiak" userId="f72a0bb3b8a70e05" providerId="LiveId" clId="{EB2AAE5E-F441-4B21-A173-D9609660A338}" dt="2026-02-12T21:57:24.012" v="2198"/>
          <ac:picMkLst>
            <pc:docMk/>
            <pc:sldMk cId="3735955106" sldId="1499"/>
            <ac:picMk id="4" creationId="{2B94D6AE-E79F-5F97-B242-367E066332F6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3091929110" sldId="1500"/>
        </pc:sldMkLst>
      </pc:sldChg>
      <pc:sldChg chg="addSp modSp add mod modAnim">
        <pc:chgData name="Wojtek Krakowiak" userId="f72a0bb3b8a70e05" providerId="LiveId" clId="{EB2AAE5E-F441-4B21-A173-D9609660A338}" dt="2026-02-12T23:19:58.887" v="2920"/>
        <pc:sldMkLst>
          <pc:docMk/>
          <pc:sldMk cId="3958594365" sldId="1500"/>
        </pc:sldMkLst>
        <pc:spChg chg="mod">
          <ac:chgData name="Wojtek Krakowiak" userId="f72a0bb3b8a70e05" providerId="LiveId" clId="{EB2AAE5E-F441-4B21-A173-D9609660A338}" dt="2026-02-12T21:58:28.519" v="2226" actId="20577"/>
          <ac:spMkLst>
            <pc:docMk/>
            <pc:sldMk cId="3958594365" sldId="1500"/>
            <ac:spMk id="2" creationId="{572E2BF3-4CB2-F8C9-5AEE-EC58B0D31899}"/>
          </ac:spMkLst>
        </pc:spChg>
        <pc:spChg chg="mod">
          <ac:chgData name="Wojtek Krakowiak" userId="f72a0bb3b8a70e05" providerId="LiveId" clId="{EB2AAE5E-F441-4B21-A173-D9609660A338}" dt="2026-02-12T20:15:43.858" v="1560" actId="20577"/>
          <ac:spMkLst>
            <pc:docMk/>
            <pc:sldMk cId="3958594365" sldId="1500"/>
            <ac:spMk id="3" creationId="{5A2D0273-4A2A-E199-9EB9-0805EB51A28D}"/>
          </ac:spMkLst>
        </pc:spChg>
        <pc:picChg chg="add mod">
          <ac:chgData name="Wojtek Krakowiak" userId="f72a0bb3b8a70e05" providerId="LiveId" clId="{EB2AAE5E-F441-4B21-A173-D9609660A338}" dt="2026-02-12T23:19:56.694" v="2918"/>
          <ac:picMkLst>
            <pc:docMk/>
            <pc:sldMk cId="3958594365" sldId="1500"/>
            <ac:picMk id="4" creationId="{10BA78C7-25B9-0216-4994-6E678254A256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2074355673" sldId="1501"/>
        </pc:sldMkLst>
      </pc:sldChg>
      <pc:sldChg chg="addSp modSp add mod modAnim">
        <pc:chgData name="Wojtek Krakowiak" userId="f72a0bb3b8a70e05" providerId="LiveId" clId="{EB2AAE5E-F441-4B21-A173-D9609660A338}" dt="2026-02-12T22:00:01.369" v="2246"/>
        <pc:sldMkLst>
          <pc:docMk/>
          <pc:sldMk cId="2909635806" sldId="1501"/>
        </pc:sldMkLst>
        <pc:spChg chg="mod">
          <ac:chgData name="Wojtek Krakowiak" userId="f72a0bb3b8a70e05" providerId="LiveId" clId="{EB2AAE5E-F441-4B21-A173-D9609660A338}" dt="2026-02-12T21:59:36.134" v="2243" actId="20577"/>
          <ac:spMkLst>
            <pc:docMk/>
            <pc:sldMk cId="2909635806" sldId="1501"/>
            <ac:spMk id="2" creationId="{32AD09BA-033B-295F-9E25-10904281DDEE}"/>
          </ac:spMkLst>
        </pc:spChg>
        <pc:spChg chg="mod">
          <ac:chgData name="Wojtek Krakowiak" userId="f72a0bb3b8a70e05" providerId="LiveId" clId="{EB2AAE5E-F441-4B21-A173-D9609660A338}" dt="2026-02-12T20:16:08.316" v="1575" actId="20577"/>
          <ac:spMkLst>
            <pc:docMk/>
            <pc:sldMk cId="2909635806" sldId="1501"/>
            <ac:spMk id="3" creationId="{335DC26F-4F10-920E-5157-0F88EC5203FC}"/>
          </ac:spMkLst>
        </pc:spChg>
        <pc:picChg chg="add mod">
          <ac:chgData name="Wojtek Krakowiak" userId="f72a0bb3b8a70e05" providerId="LiveId" clId="{EB2AAE5E-F441-4B21-A173-D9609660A338}" dt="2026-02-12T22:00:00.145" v="2244"/>
          <ac:picMkLst>
            <pc:docMk/>
            <pc:sldMk cId="2909635806" sldId="1501"/>
            <ac:picMk id="4" creationId="{C02D5E25-ACD7-F805-FA77-2B6875E9D8B2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1789543304" sldId="1502"/>
        </pc:sldMkLst>
      </pc:sldChg>
      <pc:sldChg chg="addSp modSp add mod modAnim">
        <pc:chgData name="Wojtek Krakowiak" userId="f72a0bb3b8a70e05" providerId="LiveId" clId="{EB2AAE5E-F441-4B21-A173-D9609660A338}" dt="2026-02-12T22:00:35.680" v="2256"/>
        <pc:sldMkLst>
          <pc:docMk/>
          <pc:sldMk cId="2088829073" sldId="1502"/>
        </pc:sldMkLst>
        <pc:spChg chg="mod">
          <ac:chgData name="Wojtek Krakowiak" userId="f72a0bb3b8a70e05" providerId="LiveId" clId="{EB2AAE5E-F441-4B21-A173-D9609660A338}" dt="2026-02-12T22:00:18.025" v="2253" actId="20577"/>
          <ac:spMkLst>
            <pc:docMk/>
            <pc:sldMk cId="2088829073" sldId="1502"/>
            <ac:spMk id="2" creationId="{3A6CD639-2B09-68FD-F153-47438CBE76DE}"/>
          </ac:spMkLst>
        </pc:spChg>
        <pc:spChg chg="mod">
          <ac:chgData name="Wojtek Krakowiak" userId="f72a0bb3b8a70e05" providerId="LiveId" clId="{EB2AAE5E-F441-4B21-A173-D9609660A338}" dt="2026-02-12T20:19:24.890" v="1584" actId="20577"/>
          <ac:spMkLst>
            <pc:docMk/>
            <pc:sldMk cId="2088829073" sldId="1502"/>
            <ac:spMk id="3" creationId="{947E0DE7-E22B-262D-9605-7E661DD87B16}"/>
          </ac:spMkLst>
        </pc:spChg>
        <pc:picChg chg="add mod">
          <ac:chgData name="Wojtek Krakowiak" userId="f72a0bb3b8a70e05" providerId="LiveId" clId="{EB2AAE5E-F441-4B21-A173-D9609660A338}" dt="2026-02-12T22:00:34.362" v="2254"/>
          <ac:picMkLst>
            <pc:docMk/>
            <pc:sldMk cId="2088829073" sldId="1502"/>
            <ac:picMk id="4" creationId="{84C04EBD-7192-BEC1-69E7-C33CA21E7A30}"/>
          </ac:picMkLst>
        </pc:picChg>
      </pc:sldChg>
      <pc:sldChg chg="addSp modSp add mod modAnim">
        <pc:chgData name="Wojtek Krakowiak" userId="f72a0bb3b8a70e05" providerId="LiveId" clId="{EB2AAE5E-F441-4B21-A173-D9609660A338}" dt="2026-02-12T22:01:25.547" v="2266"/>
        <pc:sldMkLst>
          <pc:docMk/>
          <pc:sldMk cId="3364546399" sldId="1503"/>
        </pc:sldMkLst>
        <pc:spChg chg="mod">
          <ac:chgData name="Wojtek Krakowiak" userId="f72a0bb3b8a70e05" providerId="LiveId" clId="{EB2AAE5E-F441-4B21-A173-D9609660A338}" dt="2026-02-12T22:01:06.203" v="2263" actId="20577"/>
          <ac:spMkLst>
            <pc:docMk/>
            <pc:sldMk cId="3364546399" sldId="1503"/>
            <ac:spMk id="2" creationId="{C54FE719-D263-C15C-0267-8BB99D28743B}"/>
          </ac:spMkLst>
        </pc:spChg>
        <pc:spChg chg="mod">
          <ac:chgData name="Wojtek Krakowiak" userId="f72a0bb3b8a70e05" providerId="LiveId" clId="{EB2AAE5E-F441-4B21-A173-D9609660A338}" dt="2026-02-12T20:19:54.874" v="1593" actId="20577"/>
          <ac:spMkLst>
            <pc:docMk/>
            <pc:sldMk cId="3364546399" sldId="1503"/>
            <ac:spMk id="3" creationId="{A058C47B-F45E-C8CB-5B43-DFE73F48915B}"/>
          </ac:spMkLst>
        </pc:spChg>
        <pc:picChg chg="add mod">
          <ac:chgData name="Wojtek Krakowiak" userId="f72a0bb3b8a70e05" providerId="LiveId" clId="{EB2AAE5E-F441-4B21-A173-D9609660A338}" dt="2026-02-12T22:01:23.574" v="2264"/>
          <ac:picMkLst>
            <pc:docMk/>
            <pc:sldMk cId="3364546399" sldId="1503"/>
            <ac:picMk id="4" creationId="{A8523D1C-080B-07A7-92C0-4760430C458B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3812628540" sldId="1503"/>
        </pc:sldMkLst>
      </pc:sldChg>
      <pc:sldChg chg="addSp modSp add mod modAnim">
        <pc:chgData name="Wojtek Krakowiak" userId="f72a0bb3b8a70e05" providerId="LiveId" clId="{EB2AAE5E-F441-4B21-A173-D9609660A338}" dt="2026-02-12T22:02:13.081" v="2280"/>
        <pc:sldMkLst>
          <pc:docMk/>
          <pc:sldMk cId="3677320646" sldId="1504"/>
        </pc:sldMkLst>
        <pc:spChg chg="mod">
          <ac:chgData name="Wojtek Krakowiak" userId="f72a0bb3b8a70e05" providerId="LiveId" clId="{EB2AAE5E-F441-4B21-A173-D9609660A338}" dt="2026-02-12T22:01:56.975" v="2277" actId="20577"/>
          <ac:spMkLst>
            <pc:docMk/>
            <pc:sldMk cId="3677320646" sldId="1504"/>
            <ac:spMk id="2" creationId="{4173459D-0E71-FCA5-327A-F73AB65391F5}"/>
          </ac:spMkLst>
        </pc:spChg>
        <pc:spChg chg="mod">
          <ac:chgData name="Wojtek Krakowiak" userId="f72a0bb3b8a70e05" providerId="LiveId" clId="{EB2AAE5E-F441-4B21-A173-D9609660A338}" dt="2026-02-12T20:20:08.928" v="1604" actId="20577"/>
          <ac:spMkLst>
            <pc:docMk/>
            <pc:sldMk cId="3677320646" sldId="1504"/>
            <ac:spMk id="3" creationId="{DD13C4D0-B2C6-FCFE-0F93-8805CF7C44DC}"/>
          </ac:spMkLst>
        </pc:spChg>
        <pc:picChg chg="add mod">
          <ac:chgData name="Wojtek Krakowiak" userId="f72a0bb3b8a70e05" providerId="LiveId" clId="{EB2AAE5E-F441-4B21-A173-D9609660A338}" dt="2026-02-12T22:02:12.012" v="2278"/>
          <ac:picMkLst>
            <pc:docMk/>
            <pc:sldMk cId="3677320646" sldId="1504"/>
            <ac:picMk id="4" creationId="{CAE3817A-0583-36B5-61C4-D063CE0D34E5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3942533708" sldId="1504"/>
        </pc:sldMkLst>
      </pc:sldChg>
      <pc:sldChg chg="addSp modSp add mod addAnim delAnim modAnim">
        <pc:chgData name="Wojtek Krakowiak" userId="f72a0bb3b8a70e05" providerId="LiveId" clId="{EB2AAE5E-F441-4B21-A173-D9609660A338}" dt="2026-02-12T22:02:54.512" v="2291"/>
        <pc:sldMkLst>
          <pc:docMk/>
          <pc:sldMk cId="2604188871" sldId="1505"/>
        </pc:sldMkLst>
        <pc:spChg chg="mod">
          <ac:chgData name="Wojtek Krakowiak" userId="f72a0bb3b8a70e05" providerId="LiveId" clId="{EB2AAE5E-F441-4B21-A173-D9609660A338}" dt="2026-02-12T22:02:36.477" v="2288" actId="20577"/>
          <ac:spMkLst>
            <pc:docMk/>
            <pc:sldMk cId="2604188871" sldId="1505"/>
            <ac:spMk id="2" creationId="{DCA496C7-1C03-C2EA-2045-A7B7342941E1}"/>
          </ac:spMkLst>
        </pc:spChg>
        <pc:spChg chg="mod">
          <ac:chgData name="Wojtek Krakowiak" userId="f72a0bb3b8a70e05" providerId="LiveId" clId="{EB2AAE5E-F441-4B21-A173-D9609660A338}" dt="2026-02-12T22:02:21.069" v="2282" actId="21"/>
          <ac:spMkLst>
            <pc:docMk/>
            <pc:sldMk cId="2604188871" sldId="1505"/>
            <ac:spMk id="3" creationId="{D8DF7A54-7355-2B29-C9DC-2D0177B179EE}"/>
          </ac:spMkLst>
        </pc:spChg>
        <pc:picChg chg="add mod">
          <ac:chgData name="Wojtek Krakowiak" userId="f72a0bb3b8a70e05" providerId="LiveId" clId="{EB2AAE5E-F441-4B21-A173-D9609660A338}" dt="2026-02-12T22:02:53.214" v="2289"/>
          <ac:picMkLst>
            <pc:docMk/>
            <pc:sldMk cId="2604188871" sldId="1505"/>
            <ac:picMk id="4" creationId="{7F523A0A-99D8-77C3-9C49-A3C3BB4174A4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4059031156" sldId="1505"/>
        </pc:sldMkLst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951056965" sldId="1506"/>
        </pc:sldMkLst>
      </pc:sldChg>
      <pc:sldChg chg="addSp modSp add mod modAnim">
        <pc:chgData name="Wojtek Krakowiak" userId="f72a0bb3b8a70e05" providerId="LiveId" clId="{EB2AAE5E-F441-4B21-A173-D9609660A338}" dt="2026-02-12T22:08:14.048" v="2299"/>
        <pc:sldMkLst>
          <pc:docMk/>
          <pc:sldMk cId="1089401296" sldId="1506"/>
        </pc:sldMkLst>
        <pc:spChg chg="mod">
          <ac:chgData name="Wojtek Krakowiak" userId="f72a0bb3b8a70e05" providerId="LiveId" clId="{EB2AAE5E-F441-4B21-A173-D9609660A338}" dt="2026-02-12T22:07:57.074" v="2296" actId="20577"/>
          <ac:spMkLst>
            <pc:docMk/>
            <pc:sldMk cId="1089401296" sldId="1506"/>
            <ac:spMk id="2" creationId="{41F1B790-7975-33CD-5870-4A0A1A509453}"/>
          </ac:spMkLst>
        </pc:spChg>
        <pc:spChg chg="mod">
          <ac:chgData name="Wojtek Krakowiak" userId="f72a0bb3b8a70e05" providerId="LiveId" clId="{EB2AAE5E-F441-4B21-A173-D9609660A338}" dt="2026-02-12T20:25:28.089" v="1628" actId="20577"/>
          <ac:spMkLst>
            <pc:docMk/>
            <pc:sldMk cId="1089401296" sldId="1506"/>
            <ac:spMk id="3" creationId="{A18A0C18-ABD4-645A-9EDA-F3859B029241}"/>
          </ac:spMkLst>
        </pc:spChg>
        <pc:picChg chg="add mod">
          <ac:chgData name="Wojtek Krakowiak" userId="f72a0bb3b8a70e05" providerId="LiveId" clId="{EB2AAE5E-F441-4B21-A173-D9609660A338}" dt="2026-02-12T22:08:12.532" v="2297"/>
          <ac:picMkLst>
            <pc:docMk/>
            <pc:sldMk cId="1089401296" sldId="1506"/>
            <ac:picMk id="4" creationId="{DFB553E7-FD92-36A6-BC5A-F116DD085F45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137313962" sldId="1507"/>
        </pc:sldMkLst>
      </pc:sldChg>
      <pc:sldChg chg="addSp modSp add mod modAnim">
        <pc:chgData name="Wojtek Krakowiak" userId="f72a0bb3b8a70e05" providerId="LiveId" clId="{EB2AAE5E-F441-4B21-A173-D9609660A338}" dt="2026-02-12T22:08:59.403" v="2318" actId="20577"/>
        <pc:sldMkLst>
          <pc:docMk/>
          <pc:sldMk cId="3307095582" sldId="1507"/>
        </pc:sldMkLst>
        <pc:spChg chg="mod">
          <ac:chgData name="Wojtek Krakowiak" userId="f72a0bb3b8a70e05" providerId="LiveId" clId="{EB2AAE5E-F441-4B21-A173-D9609660A338}" dt="2026-02-12T22:08:59.403" v="2318" actId="20577"/>
          <ac:spMkLst>
            <pc:docMk/>
            <pc:sldMk cId="3307095582" sldId="1507"/>
            <ac:spMk id="2" creationId="{26757F49-BEBD-F050-EF20-4FB553EE94E0}"/>
          </ac:spMkLst>
        </pc:spChg>
        <pc:spChg chg="mod">
          <ac:chgData name="Wojtek Krakowiak" userId="f72a0bb3b8a70e05" providerId="LiveId" clId="{EB2AAE5E-F441-4B21-A173-D9609660A338}" dt="2026-02-12T20:25:41.924" v="1641" actId="20577"/>
          <ac:spMkLst>
            <pc:docMk/>
            <pc:sldMk cId="3307095582" sldId="1507"/>
            <ac:spMk id="3" creationId="{7E8C6189-B695-555C-4C0D-EC0360418230}"/>
          </ac:spMkLst>
        </pc:spChg>
        <pc:picChg chg="add mod">
          <ac:chgData name="Wojtek Krakowiak" userId="f72a0bb3b8a70e05" providerId="LiveId" clId="{EB2AAE5E-F441-4B21-A173-D9609660A338}" dt="2026-02-12T22:08:34.803" v="2300"/>
          <ac:picMkLst>
            <pc:docMk/>
            <pc:sldMk cId="3307095582" sldId="1507"/>
            <ac:picMk id="4" creationId="{8499918F-DAE0-3997-2B4C-003ED862C49E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1044837110" sldId="1508"/>
        </pc:sldMkLst>
      </pc:sldChg>
      <pc:sldChg chg="addSp modSp add mod modAnim">
        <pc:chgData name="Wojtek Krakowiak" userId="f72a0bb3b8a70e05" providerId="LiveId" clId="{EB2AAE5E-F441-4B21-A173-D9609660A338}" dt="2026-02-12T22:10:27.679" v="2341"/>
        <pc:sldMkLst>
          <pc:docMk/>
          <pc:sldMk cId="1970224232" sldId="1508"/>
        </pc:sldMkLst>
        <pc:spChg chg="mod">
          <ac:chgData name="Wojtek Krakowiak" userId="f72a0bb3b8a70e05" providerId="LiveId" clId="{EB2AAE5E-F441-4B21-A173-D9609660A338}" dt="2026-02-12T22:10:01.543" v="2338" actId="20577"/>
          <ac:spMkLst>
            <pc:docMk/>
            <pc:sldMk cId="1970224232" sldId="1508"/>
            <ac:spMk id="2" creationId="{A47A4793-95AE-8271-AA73-BE7892C02B1A}"/>
          </ac:spMkLst>
        </pc:spChg>
        <pc:spChg chg="mod">
          <ac:chgData name="Wojtek Krakowiak" userId="f72a0bb3b8a70e05" providerId="LiveId" clId="{EB2AAE5E-F441-4B21-A173-D9609660A338}" dt="2026-02-12T20:27:36.049" v="1661" actId="20577"/>
          <ac:spMkLst>
            <pc:docMk/>
            <pc:sldMk cId="1970224232" sldId="1508"/>
            <ac:spMk id="3" creationId="{C8F23704-6048-4E59-4A19-51D86B0BCE92}"/>
          </ac:spMkLst>
        </pc:spChg>
        <pc:picChg chg="add mod">
          <ac:chgData name="Wojtek Krakowiak" userId="f72a0bb3b8a70e05" providerId="LiveId" clId="{EB2AAE5E-F441-4B21-A173-D9609660A338}" dt="2026-02-12T22:10:26.494" v="2339"/>
          <ac:picMkLst>
            <pc:docMk/>
            <pc:sldMk cId="1970224232" sldId="1508"/>
            <ac:picMk id="4" creationId="{E5B14A34-FD21-D9AB-0EAC-34936C54C656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863033349" sldId="1509"/>
        </pc:sldMkLst>
      </pc:sldChg>
      <pc:sldChg chg="add del">
        <pc:chgData name="Wojtek Krakowiak" userId="f72a0bb3b8a70e05" providerId="LiveId" clId="{EB2AAE5E-F441-4B21-A173-D9609660A338}" dt="2026-02-12T22:10:33.699" v="2342" actId="47"/>
        <pc:sldMkLst>
          <pc:docMk/>
          <pc:sldMk cId="1580480649" sldId="1509"/>
        </pc:sldMkLst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2413227907" sldId="1510"/>
        </pc:sldMkLst>
      </pc:sldChg>
      <pc:sldChg chg="addSp modSp add mod modAnim">
        <pc:chgData name="Wojtek Krakowiak" userId="f72a0bb3b8a70e05" providerId="LiveId" clId="{EB2AAE5E-F441-4B21-A173-D9609660A338}" dt="2026-02-12T22:11:28.747" v="2367"/>
        <pc:sldMkLst>
          <pc:docMk/>
          <pc:sldMk cId="4021912567" sldId="1510"/>
        </pc:sldMkLst>
        <pc:spChg chg="mod">
          <ac:chgData name="Wojtek Krakowiak" userId="f72a0bb3b8a70e05" providerId="LiveId" clId="{EB2AAE5E-F441-4B21-A173-D9609660A338}" dt="2026-02-12T22:11:10.427" v="2364" actId="20577"/>
          <ac:spMkLst>
            <pc:docMk/>
            <pc:sldMk cId="4021912567" sldId="1510"/>
            <ac:spMk id="2" creationId="{D36262A3-C771-472F-4B7C-81A80A4F4D03}"/>
          </ac:spMkLst>
        </pc:spChg>
        <pc:spChg chg="mod">
          <ac:chgData name="Wojtek Krakowiak" userId="f72a0bb3b8a70e05" providerId="LiveId" clId="{EB2AAE5E-F441-4B21-A173-D9609660A338}" dt="2026-02-12T20:28:33.596" v="1704" actId="20577"/>
          <ac:spMkLst>
            <pc:docMk/>
            <pc:sldMk cId="4021912567" sldId="1510"/>
            <ac:spMk id="3" creationId="{605BC0EB-107B-3DFC-8BDC-DFCA14D704A7}"/>
          </ac:spMkLst>
        </pc:spChg>
        <pc:picChg chg="add mod">
          <ac:chgData name="Wojtek Krakowiak" userId="f72a0bb3b8a70e05" providerId="LiveId" clId="{EB2AAE5E-F441-4B21-A173-D9609660A338}" dt="2026-02-12T22:11:27.418" v="2365"/>
          <ac:picMkLst>
            <pc:docMk/>
            <pc:sldMk cId="4021912567" sldId="1510"/>
            <ac:picMk id="4" creationId="{C768F045-5CF8-AB5D-4D06-B62D9210F181}"/>
          </ac:picMkLst>
        </pc:picChg>
      </pc:sldChg>
      <pc:sldChg chg="add del">
        <pc:chgData name="Wojtek Krakowiak" userId="f72a0bb3b8a70e05" providerId="LiveId" clId="{EB2AAE5E-F441-4B21-A173-D9609660A338}" dt="2026-02-12T22:11:33.057" v="2368" actId="47"/>
        <pc:sldMkLst>
          <pc:docMk/>
          <pc:sldMk cId="576801253" sldId="1511"/>
        </pc:sldMkLst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2301608515" sldId="1511"/>
        </pc:sldMkLst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1721441878" sldId="1512"/>
        </pc:sldMkLst>
      </pc:sldChg>
      <pc:sldChg chg="addSp modSp add mod modAnim">
        <pc:chgData name="Wojtek Krakowiak" userId="f72a0bb3b8a70e05" providerId="LiveId" clId="{EB2AAE5E-F441-4B21-A173-D9609660A338}" dt="2026-02-12T22:12:32.179" v="2387"/>
        <pc:sldMkLst>
          <pc:docMk/>
          <pc:sldMk cId="1868831652" sldId="1512"/>
        </pc:sldMkLst>
        <pc:spChg chg="mod">
          <ac:chgData name="Wojtek Krakowiak" userId="f72a0bb3b8a70e05" providerId="LiveId" clId="{EB2AAE5E-F441-4B21-A173-D9609660A338}" dt="2026-02-12T22:12:12.724" v="2384" actId="20577"/>
          <ac:spMkLst>
            <pc:docMk/>
            <pc:sldMk cId="1868831652" sldId="1512"/>
            <ac:spMk id="2" creationId="{21CDEA28-9512-351D-5208-9B3F7057EF5F}"/>
          </ac:spMkLst>
        </pc:spChg>
        <pc:spChg chg="mod">
          <ac:chgData name="Wojtek Krakowiak" userId="f72a0bb3b8a70e05" providerId="LiveId" clId="{EB2AAE5E-F441-4B21-A173-D9609660A338}" dt="2026-02-12T20:29:19.029" v="1711" actId="20577"/>
          <ac:spMkLst>
            <pc:docMk/>
            <pc:sldMk cId="1868831652" sldId="1512"/>
            <ac:spMk id="3" creationId="{8CB3DCBC-DE17-1401-27AE-E8FF0C6C95DF}"/>
          </ac:spMkLst>
        </pc:spChg>
        <pc:picChg chg="add mod">
          <ac:chgData name="Wojtek Krakowiak" userId="f72a0bb3b8a70e05" providerId="LiveId" clId="{EB2AAE5E-F441-4B21-A173-D9609660A338}" dt="2026-02-12T22:12:30.956" v="2385"/>
          <ac:picMkLst>
            <pc:docMk/>
            <pc:sldMk cId="1868831652" sldId="1512"/>
            <ac:picMk id="4" creationId="{22F3E0BC-4629-ABC8-13EE-6FE0FEF61B7B}"/>
          </ac:picMkLst>
        </pc:picChg>
      </pc:sldChg>
      <pc:sldChg chg="addSp modSp add mod modAnim">
        <pc:chgData name="Wojtek Krakowiak" userId="f72a0bb3b8a70e05" providerId="LiveId" clId="{EB2AAE5E-F441-4B21-A173-D9609660A338}" dt="2026-02-12T22:14:24.276" v="2431" actId="14100"/>
        <pc:sldMkLst>
          <pc:docMk/>
          <pc:sldMk cId="2788470025" sldId="1513"/>
        </pc:sldMkLst>
        <pc:spChg chg="mod">
          <ac:chgData name="Wojtek Krakowiak" userId="f72a0bb3b8a70e05" providerId="LiveId" clId="{EB2AAE5E-F441-4B21-A173-D9609660A338}" dt="2026-02-12T22:14:24.276" v="2431" actId="14100"/>
          <ac:spMkLst>
            <pc:docMk/>
            <pc:sldMk cId="2788470025" sldId="1513"/>
            <ac:spMk id="2" creationId="{E542915F-3F4A-3EF4-F9F8-6DA65B68AAFA}"/>
          </ac:spMkLst>
        </pc:spChg>
        <pc:spChg chg="mod">
          <ac:chgData name="Wojtek Krakowiak" userId="f72a0bb3b8a70e05" providerId="LiveId" clId="{EB2AAE5E-F441-4B21-A173-D9609660A338}" dt="2026-02-12T20:31:59.830" v="1725" actId="20577"/>
          <ac:spMkLst>
            <pc:docMk/>
            <pc:sldMk cId="2788470025" sldId="1513"/>
            <ac:spMk id="3" creationId="{BD00A3BE-8CFB-34F9-199B-2CEB01ACF020}"/>
          </ac:spMkLst>
        </pc:spChg>
        <pc:picChg chg="add mod">
          <ac:chgData name="Wojtek Krakowiak" userId="f72a0bb3b8a70e05" providerId="LiveId" clId="{EB2AAE5E-F441-4B21-A173-D9609660A338}" dt="2026-02-12T22:12:57.450" v="2388"/>
          <ac:picMkLst>
            <pc:docMk/>
            <pc:sldMk cId="2788470025" sldId="1513"/>
            <ac:picMk id="4" creationId="{5277343A-176C-AD1A-E5EA-CF08A4A6B499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3247371806" sldId="1513"/>
        </pc:sldMkLst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3059084130" sldId="1514"/>
        </pc:sldMkLst>
      </pc:sldChg>
      <pc:sldChg chg="addSp modSp add mod modAnim">
        <pc:chgData name="Wojtek Krakowiak" userId="f72a0bb3b8a70e05" providerId="LiveId" clId="{EB2AAE5E-F441-4B21-A173-D9609660A338}" dt="2026-02-12T22:15:06.896" v="2442"/>
        <pc:sldMkLst>
          <pc:docMk/>
          <pc:sldMk cId="3233858044" sldId="1514"/>
        </pc:sldMkLst>
        <pc:spChg chg="mod">
          <ac:chgData name="Wojtek Krakowiak" userId="f72a0bb3b8a70e05" providerId="LiveId" clId="{EB2AAE5E-F441-4B21-A173-D9609660A338}" dt="2026-02-12T22:14:41.637" v="2439" actId="20577"/>
          <ac:spMkLst>
            <pc:docMk/>
            <pc:sldMk cId="3233858044" sldId="1514"/>
            <ac:spMk id="2" creationId="{8CE6061E-4ED7-C597-24ED-58B9374DE8A4}"/>
          </ac:spMkLst>
        </pc:spChg>
        <pc:spChg chg="mod">
          <ac:chgData name="Wojtek Krakowiak" userId="f72a0bb3b8a70e05" providerId="LiveId" clId="{EB2AAE5E-F441-4B21-A173-D9609660A338}" dt="2026-02-12T20:34:02.812" v="1736" actId="20577"/>
          <ac:spMkLst>
            <pc:docMk/>
            <pc:sldMk cId="3233858044" sldId="1514"/>
            <ac:spMk id="3" creationId="{EE296853-2172-4852-EBE0-B9D18909DA2F}"/>
          </ac:spMkLst>
        </pc:spChg>
        <pc:picChg chg="add mod">
          <ac:chgData name="Wojtek Krakowiak" userId="f72a0bb3b8a70e05" providerId="LiveId" clId="{EB2AAE5E-F441-4B21-A173-D9609660A338}" dt="2026-02-12T22:15:05.277" v="2440"/>
          <ac:picMkLst>
            <pc:docMk/>
            <pc:sldMk cId="3233858044" sldId="1514"/>
            <ac:picMk id="4" creationId="{5F85F12B-7F05-860E-707E-6DF630EFECE8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701304081" sldId="1515"/>
        </pc:sldMkLst>
      </pc:sldChg>
      <pc:sldChg chg="addSp modSp add mod modAnim">
        <pc:chgData name="Wojtek Krakowiak" userId="f72a0bb3b8a70e05" providerId="LiveId" clId="{EB2AAE5E-F441-4B21-A173-D9609660A338}" dt="2026-02-12T22:15:53.812" v="2451" actId="20577"/>
        <pc:sldMkLst>
          <pc:docMk/>
          <pc:sldMk cId="3927446590" sldId="1515"/>
        </pc:sldMkLst>
        <pc:spChg chg="mod">
          <ac:chgData name="Wojtek Krakowiak" userId="f72a0bb3b8a70e05" providerId="LiveId" clId="{EB2AAE5E-F441-4B21-A173-D9609660A338}" dt="2026-02-12T22:15:53.812" v="2451" actId="20577"/>
          <ac:spMkLst>
            <pc:docMk/>
            <pc:sldMk cId="3927446590" sldId="1515"/>
            <ac:spMk id="2" creationId="{893021AC-3DFB-A396-EE9F-E20A5B8FF385}"/>
          </ac:spMkLst>
        </pc:spChg>
        <pc:spChg chg="mod">
          <ac:chgData name="Wojtek Krakowiak" userId="f72a0bb3b8a70e05" providerId="LiveId" clId="{EB2AAE5E-F441-4B21-A173-D9609660A338}" dt="2026-02-12T20:34:38.359" v="1743" actId="20577"/>
          <ac:spMkLst>
            <pc:docMk/>
            <pc:sldMk cId="3927446590" sldId="1515"/>
            <ac:spMk id="3" creationId="{34847FAE-6E27-8517-5C9F-23A2050C15D8}"/>
          </ac:spMkLst>
        </pc:spChg>
        <pc:picChg chg="add mod">
          <ac:chgData name="Wojtek Krakowiak" userId="f72a0bb3b8a70e05" providerId="LiveId" clId="{EB2AAE5E-F441-4B21-A173-D9609660A338}" dt="2026-02-12T22:15:26.849" v="2443"/>
          <ac:picMkLst>
            <pc:docMk/>
            <pc:sldMk cId="3927446590" sldId="1515"/>
            <ac:picMk id="4" creationId="{CF8FE60C-C4FA-0792-864F-DE2CC4048D26}"/>
          </ac:picMkLst>
        </pc:picChg>
      </pc:sldChg>
      <pc:sldChg chg="addSp modSp add mod modAnim">
        <pc:chgData name="Wojtek Krakowiak" userId="f72a0bb3b8a70e05" providerId="LiveId" clId="{EB2AAE5E-F441-4B21-A173-D9609660A338}" dt="2026-02-12T22:17:32.448" v="2500"/>
        <pc:sldMkLst>
          <pc:docMk/>
          <pc:sldMk cId="2415795047" sldId="1516"/>
        </pc:sldMkLst>
        <pc:spChg chg="mod">
          <ac:chgData name="Wojtek Krakowiak" userId="f72a0bb3b8a70e05" providerId="LiveId" clId="{EB2AAE5E-F441-4B21-A173-D9609660A338}" dt="2026-02-12T22:17:11.676" v="2497" actId="14100"/>
          <ac:spMkLst>
            <pc:docMk/>
            <pc:sldMk cId="2415795047" sldId="1516"/>
            <ac:spMk id="2" creationId="{D4E57D0B-B4AD-B5F8-C069-B5D62AE38E30}"/>
          </ac:spMkLst>
        </pc:spChg>
        <pc:spChg chg="mod">
          <ac:chgData name="Wojtek Krakowiak" userId="f72a0bb3b8a70e05" providerId="LiveId" clId="{EB2AAE5E-F441-4B21-A173-D9609660A338}" dt="2026-02-12T20:35:06.260" v="1751" actId="20577"/>
          <ac:spMkLst>
            <pc:docMk/>
            <pc:sldMk cId="2415795047" sldId="1516"/>
            <ac:spMk id="3" creationId="{5C6749BD-114F-2403-08B3-750F43A02DA1}"/>
          </ac:spMkLst>
        </pc:spChg>
        <pc:picChg chg="add mod">
          <ac:chgData name="Wojtek Krakowiak" userId="f72a0bb3b8a70e05" providerId="LiveId" clId="{EB2AAE5E-F441-4B21-A173-D9609660A338}" dt="2026-02-12T22:17:30.176" v="2498"/>
          <ac:picMkLst>
            <pc:docMk/>
            <pc:sldMk cId="2415795047" sldId="1516"/>
            <ac:picMk id="4" creationId="{CEE5C064-7D9B-FF57-9DE2-16A6F15D5DA1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2627189905" sldId="1516"/>
        </pc:sldMkLst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1551589690" sldId="1517"/>
        </pc:sldMkLst>
      </pc:sldChg>
      <pc:sldChg chg="addSp modSp add mod modAnim">
        <pc:chgData name="Wojtek Krakowiak" userId="f72a0bb3b8a70e05" providerId="LiveId" clId="{EB2AAE5E-F441-4B21-A173-D9609660A338}" dt="2026-02-12T22:18:14.735" v="2514"/>
        <pc:sldMkLst>
          <pc:docMk/>
          <pc:sldMk cId="4114310442" sldId="1517"/>
        </pc:sldMkLst>
        <pc:spChg chg="mod">
          <ac:chgData name="Wojtek Krakowiak" userId="f72a0bb3b8a70e05" providerId="LiveId" clId="{EB2AAE5E-F441-4B21-A173-D9609660A338}" dt="2026-02-12T22:17:55.961" v="2511" actId="20577"/>
          <ac:spMkLst>
            <pc:docMk/>
            <pc:sldMk cId="4114310442" sldId="1517"/>
            <ac:spMk id="2" creationId="{2A0AA66A-E614-9052-F071-04D623482A59}"/>
          </ac:spMkLst>
        </pc:spChg>
        <pc:spChg chg="mod">
          <ac:chgData name="Wojtek Krakowiak" userId="f72a0bb3b8a70e05" providerId="LiveId" clId="{EB2AAE5E-F441-4B21-A173-D9609660A338}" dt="2026-02-12T20:36:56.220" v="1759" actId="20577"/>
          <ac:spMkLst>
            <pc:docMk/>
            <pc:sldMk cId="4114310442" sldId="1517"/>
            <ac:spMk id="3" creationId="{6D435E69-949D-E456-4ED8-949C81A63C34}"/>
          </ac:spMkLst>
        </pc:spChg>
        <pc:picChg chg="add mod">
          <ac:chgData name="Wojtek Krakowiak" userId="f72a0bb3b8a70e05" providerId="LiveId" clId="{EB2AAE5E-F441-4B21-A173-D9609660A338}" dt="2026-02-12T22:18:13.120" v="2512"/>
          <ac:picMkLst>
            <pc:docMk/>
            <pc:sldMk cId="4114310442" sldId="1517"/>
            <ac:picMk id="4" creationId="{8BF469EB-92F2-F3FB-FD40-3D6F33414E65}"/>
          </ac:picMkLst>
        </pc:picChg>
      </pc:sldChg>
      <pc:sldChg chg="addSp modSp add mod modAnim">
        <pc:chgData name="Wojtek Krakowiak" userId="f72a0bb3b8a70e05" providerId="LiveId" clId="{EB2AAE5E-F441-4B21-A173-D9609660A338}" dt="2026-02-12T22:18:50.018" v="2523" actId="20577"/>
        <pc:sldMkLst>
          <pc:docMk/>
          <pc:sldMk cId="2226782416" sldId="1518"/>
        </pc:sldMkLst>
        <pc:spChg chg="mod">
          <ac:chgData name="Wojtek Krakowiak" userId="f72a0bb3b8a70e05" providerId="LiveId" clId="{EB2AAE5E-F441-4B21-A173-D9609660A338}" dt="2026-02-12T22:18:50.018" v="2523" actId="20577"/>
          <ac:spMkLst>
            <pc:docMk/>
            <pc:sldMk cId="2226782416" sldId="1518"/>
            <ac:spMk id="2" creationId="{712C1779-F0AA-FA9D-D806-E7A4E9F1A78A}"/>
          </ac:spMkLst>
        </pc:spChg>
        <pc:spChg chg="mod">
          <ac:chgData name="Wojtek Krakowiak" userId="f72a0bb3b8a70e05" providerId="LiveId" clId="{EB2AAE5E-F441-4B21-A173-D9609660A338}" dt="2026-02-12T20:37:46.559" v="1776" actId="20577"/>
          <ac:spMkLst>
            <pc:docMk/>
            <pc:sldMk cId="2226782416" sldId="1518"/>
            <ac:spMk id="3" creationId="{5EF34929-9B36-7758-3052-A1648CAEE563}"/>
          </ac:spMkLst>
        </pc:spChg>
        <pc:picChg chg="add mod">
          <ac:chgData name="Wojtek Krakowiak" userId="f72a0bb3b8a70e05" providerId="LiveId" clId="{EB2AAE5E-F441-4B21-A173-D9609660A338}" dt="2026-02-12T22:18:37.479" v="2515"/>
          <ac:picMkLst>
            <pc:docMk/>
            <pc:sldMk cId="2226782416" sldId="1518"/>
            <ac:picMk id="4" creationId="{D58CEEC0-0BF5-AC94-E581-8DF84EA253CF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4024259668" sldId="1518"/>
        </pc:sldMkLst>
      </pc:sldChg>
      <pc:sldChg chg="addSp modSp add mod modAnim">
        <pc:chgData name="Wojtek Krakowiak" userId="f72a0bb3b8a70e05" providerId="LiveId" clId="{EB2AAE5E-F441-4B21-A173-D9609660A338}" dt="2026-02-12T22:19:31.113" v="2535" actId="20577"/>
        <pc:sldMkLst>
          <pc:docMk/>
          <pc:sldMk cId="182231634" sldId="1519"/>
        </pc:sldMkLst>
        <pc:spChg chg="mod">
          <ac:chgData name="Wojtek Krakowiak" userId="f72a0bb3b8a70e05" providerId="LiveId" clId="{EB2AAE5E-F441-4B21-A173-D9609660A338}" dt="2026-02-12T22:19:31.113" v="2535" actId="20577"/>
          <ac:spMkLst>
            <pc:docMk/>
            <pc:sldMk cId="182231634" sldId="1519"/>
            <ac:spMk id="2" creationId="{C2E9BB92-AE7C-5565-5222-2B9D7FC26E06}"/>
          </ac:spMkLst>
        </pc:spChg>
        <pc:spChg chg="mod">
          <ac:chgData name="Wojtek Krakowiak" userId="f72a0bb3b8a70e05" providerId="LiveId" clId="{EB2AAE5E-F441-4B21-A173-D9609660A338}" dt="2026-02-12T20:38:31.240" v="1786" actId="20577"/>
          <ac:spMkLst>
            <pc:docMk/>
            <pc:sldMk cId="182231634" sldId="1519"/>
            <ac:spMk id="3" creationId="{C0A905F4-0474-ED1B-A1BC-CE17C18DA60D}"/>
          </ac:spMkLst>
        </pc:spChg>
        <pc:picChg chg="add mod">
          <ac:chgData name="Wojtek Krakowiak" userId="f72a0bb3b8a70e05" providerId="LiveId" clId="{EB2AAE5E-F441-4B21-A173-D9609660A338}" dt="2026-02-12T22:19:09.460" v="2524"/>
          <ac:picMkLst>
            <pc:docMk/>
            <pc:sldMk cId="182231634" sldId="1519"/>
            <ac:picMk id="4" creationId="{720D3BDC-6809-320E-C8FD-C2EF758CDA46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3237345654" sldId="1519"/>
        </pc:sldMkLst>
      </pc:sldChg>
      <pc:sldChg chg="addSp modSp add mod modAnim">
        <pc:chgData name="Wojtek Krakowiak" userId="f72a0bb3b8a70e05" providerId="LiveId" clId="{EB2AAE5E-F441-4B21-A173-D9609660A338}" dt="2026-02-12T22:20:20.766" v="2546"/>
        <pc:sldMkLst>
          <pc:docMk/>
          <pc:sldMk cId="563751010" sldId="1520"/>
        </pc:sldMkLst>
        <pc:spChg chg="mod">
          <ac:chgData name="Wojtek Krakowiak" userId="f72a0bb3b8a70e05" providerId="LiveId" clId="{EB2AAE5E-F441-4B21-A173-D9609660A338}" dt="2026-02-12T22:20:01.967" v="2543" actId="20577"/>
          <ac:spMkLst>
            <pc:docMk/>
            <pc:sldMk cId="563751010" sldId="1520"/>
            <ac:spMk id="2" creationId="{A1B3C87F-9BD7-D4F6-79DF-FFE0F75A0CF1}"/>
          </ac:spMkLst>
        </pc:spChg>
        <pc:spChg chg="mod">
          <ac:chgData name="Wojtek Krakowiak" userId="f72a0bb3b8a70e05" providerId="LiveId" clId="{EB2AAE5E-F441-4B21-A173-D9609660A338}" dt="2026-02-12T20:38:37.617" v="1792" actId="20577"/>
          <ac:spMkLst>
            <pc:docMk/>
            <pc:sldMk cId="563751010" sldId="1520"/>
            <ac:spMk id="3" creationId="{8F5866CC-4595-2245-BDCB-A025A031BFCB}"/>
          </ac:spMkLst>
        </pc:spChg>
        <pc:picChg chg="add mod">
          <ac:chgData name="Wojtek Krakowiak" userId="f72a0bb3b8a70e05" providerId="LiveId" clId="{EB2AAE5E-F441-4B21-A173-D9609660A338}" dt="2026-02-12T22:20:19.613" v="2544"/>
          <ac:picMkLst>
            <pc:docMk/>
            <pc:sldMk cId="563751010" sldId="1520"/>
            <ac:picMk id="4" creationId="{E31E4DF6-09B8-6D2E-F1B9-3AAEE03F3606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2028895556" sldId="1520"/>
        </pc:sldMkLst>
      </pc:sldChg>
      <pc:sldChg chg="addSp modSp add mod modAnim">
        <pc:chgData name="Wojtek Krakowiak" userId="f72a0bb3b8a70e05" providerId="LiveId" clId="{EB2AAE5E-F441-4B21-A173-D9609660A338}" dt="2026-02-12T22:20:57.532" v="2568"/>
        <pc:sldMkLst>
          <pc:docMk/>
          <pc:sldMk cId="2262161588" sldId="1521"/>
        </pc:sldMkLst>
        <pc:spChg chg="mod">
          <ac:chgData name="Wojtek Krakowiak" userId="f72a0bb3b8a70e05" providerId="LiveId" clId="{EB2AAE5E-F441-4B21-A173-D9609660A338}" dt="2026-02-12T22:20:35.379" v="2565" actId="20577"/>
          <ac:spMkLst>
            <pc:docMk/>
            <pc:sldMk cId="2262161588" sldId="1521"/>
            <ac:spMk id="2" creationId="{BB09883E-D5EC-83F3-D51C-22C42BD1A69D}"/>
          </ac:spMkLst>
        </pc:spChg>
        <pc:spChg chg="mod">
          <ac:chgData name="Wojtek Krakowiak" userId="f72a0bb3b8a70e05" providerId="LiveId" clId="{EB2AAE5E-F441-4B21-A173-D9609660A338}" dt="2026-02-12T21:26:09.599" v="1807" actId="20577"/>
          <ac:spMkLst>
            <pc:docMk/>
            <pc:sldMk cId="2262161588" sldId="1521"/>
            <ac:spMk id="3" creationId="{20F51C51-6024-F96A-D75F-F5FF86FD99DC}"/>
          </ac:spMkLst>
        </pc:spChg>
        <pc:picChg chg="add mod">
          <ac:chgData name="Wojtek Krakowiak" userId="f72a0bb3b8a70e05" providerId="LiveId" clId="{EB2AAE5E-F441-4B21-A173-D9609660A338}" dt="2026-02-12T22:20:55.927" v="2566"/>
          <ac:picMkLst>
            <pc:docMk/>
            <pc:sldMk cId="2262161588" sldId="1521"/>
            <ac:picMk id="4" creationId="{0359111F-A81E-4EC1-1879-6AA638668A8F}"/>
          </ac:picMkLst>
        </pc:picChg>
      </pc:sldChg>
      <pc:sldChg chg="addSp modSp add del mod modAnim">
        <pc:chgData name="Wojtek Krakowiak" userId="f72a0bb3b8a70e05" providerId="LiveId" clId="{EB2AAE5E-F441-4B21-A173-D9609660A338}" dt="2026-02-11T18:38:05.198" v="1379" actId="47"/>
        <pc:sldMkLst>
          <pc:docMk/>
          <pc:sldMk cId="2875282366" sldId="1521"/>
        </pc:sldMkLst>
      </pc:sldChg>
      <pc:sldChg chg="addSp modSp add mod ord modAnim">
        <pc:chgData name="Wojtek Krakowiak" userId="f72a0bb3b8a70e05" providerId="LiveId" clId="{EB2AAE5E-F441-4B21-A173-D9609660A338}" dt="2026-02-12T22:23:38.704" v="2607" actId="20577"/>
        <pc:sldMkLst>
          <pc:docMk/>
          <pc:sldMk cId="262248817" sldId="1522"/>
        </pc:sldMkLst>
        <pc:spChg chg="mod">
          <ac:chgData name="Wojtek Krakowiak" userId="f72a0bb3b8a70e05" providerId="LiveId" clId="{EB2AAE5E-F441-4B21-A173-D9609660A338}" dt="2026-02-12T22:23:38.704" v="2607" actId="20577"/>
          <ac:spMkLst>
            <pc:docMk/>
            <pc:sldMk cId="262248817" sldId="1522"/>
            <ac:spMk id="2" creationId="{ADD589CB-D31F-1DD6-7D5F-AB9FCF8E3392}"/>
          </ac:spMkLst>
        </pc:spChg>
        <pc:spChg chg="mod">
          <ac:chgData name="Wojtek Krakowiak" userId="f72a0bb3b8a70e05" providerId="LiveId" clId="{EB2AAE5E-F441-4B21-A173-D9609660A338}" dt="2026-02-12T22:22:17.432" v="2585" actId="20577"/>
          <ac:spMkLst>
            <pc:docMk/>
            <pc:sldMk cId="262248817" sldId="1522"/>
            <ac:spMk id="3" creationId="{D300D337-E414-F543-DC18-E690C6734017}"/>
          </ac:spMkLst>
        </pc:spChg>
        <pc:picChg chg="add mod">
          <ac:chgData name="Wojtek Krakowiak" userId="f72a0bb3b8a70e05" providerId="LiveId" clId="{EB2AAE5E-F441-4B21-A173-D9609660A338}" dt="2026-02-12T22:22:45.164" v="2586"/>
          <ac:picMkLst>
            <pc:docMk/>
            <pc:sldMk cId="262248817" sldId="1522"/>
            <ac:picMk id="4" creationId="{CD0C74D2-8C8C-348A-E4C4-935AA64239DE}"/>
          </ac:picMkLst>
        </pc:picChg>
      </pc:sldChg>
      <pc:sldChg chg="addSp delSp modSp add del mod delAnim modAnim">
        <pc:chgData name="Wojtek Krakowiak" userId="f72a0bb3b8a70e05" providerId="LiveId" clId="{EB2AAE5E-F441-4B21-A173-D9609660A338}" dt="2026-02-11T18:38:05.198" v="1379" actId="47"/>
        <pc:sldMkLst>
          <pc:docMk/>
          <pc:sldMk cId="1542831108" sldId="1522"/>
        </pc:sldMkLst>
      </pc:sldChg>
      <pc:sldChg chg="addSp modSp add mod modAnim">
        <pc:chgData name="Wojtek Krakowiak" userId="f72a0bb3b8a70e05" providerId="LiveId" clId="{EB2AAE5E-F441-4B21-A173-D9609660A338}" dt="2026-02-12T22:22:01.064" v="2578" actId="20577"/>
        <pc:sldMkLst>
          <pc:docMk/>
          <pc:sldMk cId="248030853" sldId="1523"/>
        </pc:sldMkLst>
        <pc:spChg chg="mod">
          <ac:chgData name="Wojtek Krakowiak" userId="f72a0bb3b8a70e05" providerId="LiveId" clId="{EB2AAE5E-F441-4B21-A173-D9609660A338}" dt="2026-02-12T22:22:01.064" v="2578" actId="20577"/>
          <ac:spMkLst>
            <pc:docMk/>
            <pc:sldMk cId="248030853" sldId="1523"/>
            <ac:spMk id="2" creationId="{9C212E2E-49B4-E482-FFA5-164BC729085E}"/>
          </ac:spMkLst>
        </pc:spChg>
        <pc:spChg chg="mod">
          <ac:chgData name="Wojtek Krakowiak" userId="f72a0bb3b8a70e05" providerId="LiveId" clId="{EB2AAE5E-F441-4B21-A173-D9609660A338}" dt="2026-02-12T21:26:38.725" v="1822" actId="20577"/>
          <ac:spMkLst>
            <pc:docMk/>
            <pc:sldMk cId="248030853" sldId="1523"/>
            <ac:spMk id="3" creationId="{62BF431F-F217-0AB9-71CB-0542F66A3F4C}"/>
          </ac:spMkLst>
        </pc:spChg>
        <pc:picChg chg="add mod">
          <ac:chgData name="Wojtek Krakowiak" userId="f72a0bb3b8a70e05" providerId="LiveId" clId="{EB2AAE5E-F441-4B21-A173-D9609660A338}" dt="2026-02-12T22:21:24.187" v="2569"/>
          <ac:picMkLst>
            <pc:docMk/>
            <pc:sldMk cId="248030853" sldId="1523"/>
            <ac:picMk id="4" creationId="{B201DFCA-80A2-3863-4E9E-5F5D40F2B8CC}"/>
          </ac:picMkLst>
        </pc:picChg>
      </pc:sldChg>
      <pc:sldChg chg="addSp modSp add mod modAnim">
        <pc:chgData name="Wojtek Krakowiak" userId="f72a0bb3b8a70e05" providerId="LiveId" clId="{EB2AAE5E-F441-4B21-A173-D9609660A338}" dt="2026-02-12T22:24:52.918" v="2622"/>
        <pc:sldMkLst>
          <pc:docMk/>
          <pc:sldMk cId="1514554357" sldId="1524"/>
        </pc:sldMkLst>
        <pc:spChg chg="mod">
          <ac:chgData name="Wojtek Krakowiak" userId="f72a0bb3b8a70e05" providerId="LiveId" clId="{EB2AAE5E-F441-4B21-A173-D9609660A338}" dt="2026-02-12T22:24:23.798" v="2619" actId="20577"/>
          <ac:spMkLst>
            <pc:docMk/>
            <pc:sldMk cId="1514554357" sldId="1524"/>
            <ac:spMk id="2" creationId="{E2E64EA7-3D61-79E8-CA43-11BE764E556E}"/>
          </ac:spMkLst>
        </pc:spChg>
        <pc:spChg chg="mod">
          <ac:chgData name="Wojtek Krakowiak" userId="f72a0bb3b8a70e05" providerId="LiveId" clId="{EB2AAE5E-F441-4B21-A173-D9609660A338}" dt="2026-02-12T21:27:36.445" v="1850" actId="20577"/>
          <ac:spMkLst>
            <pc:docMk/>
            <pc:sldMk cId="1514554357" sldId="1524"/>
            <ac:spMk id="3" creationId="{794AAC22-4D91-1BB7-317E-9441F5BA506A}"/>
          </ac:spMkLst>
        </pc:spChg>
        <pc:picChg chg="add mod">
          <ac:chgData name="Wojtek Krakowiak" userId="f72a0bb3b8a70e05" providerId="LiveId" clId="{EB2AAE5E-F441-4B21-A173-D9609660A338}" dt="2026-02-12T22:24:51.649" v="2620"/>
          <ac:picMkLst>
            <pc:docMk/>
            <pc:sldMk cId="1514554357" sldId="1524"/>
            <ac:picMk id="4" creationId="{10C225DB-1521-A354-DB58-973D45A6FAC1}"/>
          </ac:picMkLst>
        </pc:picChg>
      </pc:sldChg>
      <pc:sldChg chg="addSp modSp add mod modAnim">
        <pc:chgData name="Wojtek Krakowiak" userId="f72a0bb3b8a70e05" providerId="LiveId" clId="{EB2AAE5E-F441-4B21-A173-D9609660A338}" dt="2026-02-12T22:25:42.800" v="2636" actId="20577"/>
        <pc:sldMkLst>
          <pc:docMk/>
          <pc:sldMk cId="1724610253" sldId="1525"/>
        </pc:sldMkLst>
        <pc:spChg chg="mod">
          <ac:chgData name="Wojtek Krakowiak" userId="f72a0bb3b8a70e05" providerId="LiveId" clId="{EB2AAE5E-F441-4B21-A173-D9609660A338}" dt="2026-02-12T22:25:42.800" v="2636" actId="20577"/>
          <ac:spMkLst>
            <pc:docMk/>
            <pc:sldMk cId="1724610253" sldId="1525"/>
            <ac:spMk id="2" creationId="{8D0BAF0A-14C3-0F3E-649D-05722B04A662}"/>
          </ac:spMkLst>
        </pc:spChg>
        <pc:spChg chg="mod">
          <ac:chgData name="Wojtek Krakowiak" userId="f72a0bb3b8a70e05" providerId="LiveId" clId="{EB2AAE5E-F441-4B21-A173-D9609660A338}" dt="2026-02-12T21:28:47.637" v="1863" actId="20577"/>
          <ac:spMkLst>
            <pc:docMk/>
            <pc:sldMk cId="1724610253" sldId="1525"/>
            <ac:spMk id="3" creationId="{05376F79-CB3B-B78D-30F1-23BA95A9AB86}"/>
          </ac:spMkLst>
        </pc:spChg>
        <pc:picChg chg="add mod">
          <ac:chgData name="Wojtek Krakowiak" userId="f72a0bb3b8a70e05" providerId="LiveId" clId="{EB2AAE5E-F441-4B21-A173-D9609660A338}" dt="2026-02-12T22:25:19.713" v="2623"/>
          <ac:picMkLst>
            <pc:docMk/>
            <pc:sldMk cId="1724610253" sldId="1525"/>
            <ac:picMk id="4" creationId="{41740CC6-0A0A-C9DB-4FE0-C2AC361767F4}"/>
          </ac:picMkLst>
        </pc:picChg>
      </pc:sldChg>
      <pc:sldChg chg="addSp modSp add mod modAnim">
        <pc:chgData name="Wojtek Krakowiak" userId="f72a0bb3b8a70e05" providerId="LiveId" clId="{EB2AAE5E-F441-4B21-A173-D9609660A338}" dt="2026-02-12T22:26:32.608" v="2647" actId="20577"/>
        <pc:sldMkLst>
          <pc:docMk/>
          <pc:sldMk cId="914182128" sldId="1526"/>
        </pc:sldMkLst>
        <pc:spChg chg="mod">
          <ac:chgData name="Wojtek Krakowiak" userId="f72a0bb3b8a70e05" providerId="LiveId" clId="{EB2AAE5E-F441-4B21-A173-D9609660A338}" dt="2026-02-12T22:26:32.608" v="2647" actId="20577"/>
          <ac:spMkLst>
            <pc:docMk/>
            <pc:sldMk cId="914182128" sldId="1526"/>
            <ac:spMk id="2" creationId="{C4A78BD2-6763-88C5-465F-92D29FD4E509}"/>
          </ac:spMkLst>
        </pc:spChg>
        <pc:spChg chg="mod">
          <ac:chgData name="Wojtek Krakowiak" userId="f72a0bb3b8a70e05" providerId="LiveId" clId="{EB2AAE5E-F441-4B21-A173-D9609660A338}" dt="2026-02-12T21:29:55.716" v="1878" actId="313"/>
          <ac:spMkLst>
            <pc:docMk/>
            <pc:sldMk cId="914182128" sldId="1526"/>
            <ac:spMk id="3" creationId="{29F52C10-7E95-98C9-36D3-B663F1084291}"/>
          </ac:spMkLst>
        </pc:spChg>
        <pc:picChg chg="add mod">
          <ac:chgData name="Wojtek Krakowiak" userId="f72a0bb3b8a70e05" providerId="LiveId" clId="{EB2AAE5E-F441-4B21-A173-D9609660A338}" dt="2026-02-12T22:26:12.055" v="2637"/>
          <ac:picMkLst>
            <pc:docMk/>
            <pc:sldMk cId="914182128" sldId="1526"/>
            <ac:picMk id="4" creationId="{9FAD85EC-EACE-AA02-326C-E8AFA6D7D164}"/>
          </ac:picMkLst>
        </pc:picChg>
      </pc:sldChg>
      <pc:sldChg chg="modSp add del modAnim">
        <pc:chgData name="Wojtek Krakowiak" userId="f72a0bb3b8a70e05" providerId="LiveId" clId="{EB2AAE5E-F441-4B21-A173-D9609660A338}" dt="2026-02-12T22:26:43.721" v="2648" actId="47"/>
        <pc:sldMkLst>
          <pc:docMk/>
          <pc:sldMk cId="3946736175" sldId="1527"/>
        </pc:sldMkLst>
        <pc:spChg chg="mod">
          <ac:chgData name="Wojtek Krakowiak" userId="f72a0bb3b8a70e05" providerId="LiveId" clId="{EB2AAE5E-F441-4B21-A173-D9609660A338}" dt="2026-02-12T21:30:24.273" v="1886" actId="20577"/>
          <ac:spMkLst>
            <pc:docMk/>
            <pc:sldMk cId="3946736175" sldId="1527"/>
            <ac:spMk id="3" creationId="{A93D7640-2FED-7324-A343-83B6993B421F}"/>
          </ac:spMkLst>
        </pc:spChg>
      </pc:sldChg>
      <pc:sldChg chg="addSp modSp add mod modAnim">
        <pc:chgData name="Wojtek Krakowiak" userId="f72a0bb3b8a70e05" providerId="LiveId" clId="{EB2AAE5E-F441-4B21-A173-D9609660A338}" dt="2026-02-12T22:28:00.238" v="2678"/>
        <pc:sldMkLst>
          <pc:docMk/>
          <pc:sldMk cId="3371398257" sldId="1528"/>
        </pc:sldMkLst>
        <pc:spChg chg="mod">
          <ac:chgData name="Wojtek Krakowiak" userId="f72a0bb3b8a70e05" providerId="LiveId" clId="{EB2AAE5E-F441-4B21-A173-D9609660A338}" dt="2026-02-12T22:27:40.017" v="2675" actId="20577"/>
          <ac:spMkLst>
            <pc:docMk/>
            <pc:sldMk cId="3371398257" sldId="1528"/>
            <ac:spMk id="2" creationId="{0BBD5D85-303B-8130-975D-67ADDB005B31}"/>
          </ac:spMkLst>
        </pc:spChg>
        <pc:spChg chg="mod">
          <ac:chgData name="Wojtek Krakowiak" userId="f72a0bb3b8a70e05" providerId="LiveId" clId="{EB2AAE5E-F441-4B21-A173-D9609660A338}" dt="2026-02-12T21:32:26.606" v="1904" actId="20577"/>
          <ac:spMkLst>
            <pc:docMk/>
            <pc:sldMk cId="3371398257" sldId="1528"/>
            <ac:spMk id="3" creationId="{2891B01C-79B9-86AE-24FF-D800EAEF3C0D}"/>
          </ac:spMkLst>
        </pc:spChg>
        <pc:picChg chg="add mod">
          <ac:chgData name="Wojtek Krakowiak" userId="f72a0bb3b8a70e05" providerId="LiveId" clId="{EB2AAE5E-F441-4B21-A173-D9609660A338}" dt="2026-02-12T22:27:59.012" v="2676"/>
          <ac:picMkLst>
            <pc:docMk/>
            <pc:sldMk cId="3371398257" sldId="1528"/>
            <ac:picMk id="4" creationId="{EB8155A5-0F17-65A8-F7A7-87CE15775DF1}"/>
          </ac:picMkLst>
        </pc:picChg>
      </pc:sldChg>
      <pc:sldChg chg="addSp modSp add mod modAnim">
        <pc:chgData name="Wojtek Krakowiak" userId="f72a0bb3b8a70e05" providerId="LiveId" clId="{EB2AAE5E-F441-4B21-A173-D9609660A338}" dt="2026-02-12T22:28:51.034" v="2699" actId="20577"/>
        <pc:sldMkLst>
          <pc:docMk/>
          <pc:sldMk cId="1590876035" sldId="1529"/>
        </pc:sldMkLst>
        <pc:spChg chg="mod">
          <ac:chgData name="Wojtek Krakowiak" userId="f72a0bb3b8a70e05" providerId="LiveId" clId="{EB2AAE5E-F441-4B21-A173-D9609660A338}" dt="2026-02-12T22:28:51.034" v="2699" actId="20577"/>
          <ac:spMkLst>
            <pc:docMk/>
            <pc:sldMk cId="1590876035" sldId="1529"/>
            <ac:spMk id="2" creationId="{36E9461C-C4C3-766F-917A-AE091B0D9BE1}"/>
          </ac:spMkLst>
        </pc:spChg>
        <pc:spChg chg="mod">
          <ac:chgData name="Wojtek Krakowiak" userId="f72a0bb3b8a70e05" providerId="LiveId" clId="{EB2AAE5E-F441-4B21-A173-D9609660A338}" dt="2026-02-12T21:33:01.244" v="1912" actId="20577"/>
          <ac:spMkLst>
            <pc:docMk/>
            <pc:sldMk cId="1590876035" sldId="1529"/>
            <ac:spMk id="3" creationId="{68B58079-7E89-D082-D0B0-A32EE8CB60CE}"/>
          </ac:spMkLst>
        </pc:spChg>
        <pc:picChg chg="add mod">
          <ac:chgData name="Wojtek Krakowiak" userId="f72a0bb3b8a70e05" providerId="LiveId" clId="{EB2AAE5E-F441-4B21-A173-D9609660A338}" dt="2026-02-12T22:28:22.207" v="2679"/>
          <ac:picMkLst>
            <pc:docMk/>
            <pc:sldMk cId="1590876035" sldId="1529"/>
            <ac:picMk id="4" creationId="{BFE729AF-4855-2C8F-8DF5-D242169C31C9}"/>
          </ac:picMkLst>
        </pc:picChg>
      </pc:sldChg>
      <pc:sldChg chg="addSp modSp add mod modAnim">
        <pc:chgData name="Wojtek Krakowiak" userId="f72a0bb3b8a70e05" providerId="LiveId" clId="{EB2AAE5E-F441-4B21-A173-D9609660A338}" dt="2026-02-12T22:29:33.760" v="2712" actId="20577"/>
        <pc:sldMkLst>
          <pc:docMk/>
          <pc:sldMk cId="4143516067" sldId="1530"/>
        </pc:sldMkLst>
        <pc:spChg chg="mod">
          <ac:chgData name="Wojtek Krakowiak" userId="f72a0bb3b8a70e05" providerId="LiveId" clId="{EB2AAE5E-F441-4B21-A173-D9609660A338}" dt="2026-02-12T22:29:33.760" v="2712" actId="20577"/>
          <ac:spMkLst>
            <pc:docMk/>
            <pc:sldMk cId="4143516067" sldId="1530"/>
            <ac:spMk id="2" creationId="{0EB1E4EC-E1B6-F283-BCBE-6C889C54547A}"/>
          </ac:spMkLst>
        </pc:spChg>
        <pc:spChg chg="mod">
          <ac:chgData name="Wojtek Krakowiak" userId="f72a0bb3b8a70e05" providerId="LiveId" clId="{EB2AAE5E-F441-4B21-A173-D9609660A338}" dt="2026-02-12T21:33:34.077" v="1927" actId="20577"/>
          <ac:spMkLst>
            <pc:docMk/>
            <pc:sldMk cId="4143516067" sldId="1530"/>
            <ac:spMk id="3" creationId="{EB68C318-6755-B084-886D-1C5C98EA3BBA}"/>
          </ac:spMkLst>
        </pc:spChg>
        <pc:picChg chg="add mod">
          <ac:chgData name="Wojtek Krakowiak" userId="f72a0bb3b8a70e05" providerId="LiveId" clId="{EB2AAE5E-F441-4B21-A173-D9609660A338}" dt="2026-02-12T22:29:14.554" v="2700"/>
          <ac:picMkLst>
            <pc:docMk/>
            <pc:sldMk cId="4143516067" sldId="1530"/>
            <ac:picMk id="4" creationId="{57A8F477-1996-7320-C76D-97612675F3DB}"/>
          </ac:picMkLst>
        </pc:picChg>
      </pc:sldChg>
      <pc:sldChg chg="addSp modSp add mod modAnim">
        <pc:chgData name="Wojtek Krakowiak" userId="f72a0bb3b8a70e05" providerId="LiveId" clId="{EB2AAE5E-F441-4B21-A173-D9609660A338}" dt="2026-02-12T22:30:20.812" v="2735"/>
        <pc:sldMkLst>
          <pc:docMk/>
          <pc:sldMk cId="360024554" sldId="1531"/>
        </pc:sldMkLst>
        <pc:spChg chg="mod">
          <ac:chgData name="Wojtek Krakowiak" userId="f72a0bb3b8a70e05" providerId="LiveId" clId="{EB2AAE5E-F441-4B21-A173-D9609660A338}" dt="2026-02-12T22:30:04.381" v="2732" actId="20577"/>
          <ac:spMkLst>
            <pc:docMk/>
            <pc:sldMk cId="360024554" sldId="1531"/>
            <ac:spMk id="2" creationId="{F5ED506E-C179-6861-5698-B83B2B0FF7DB}"/>
          </ac:spMkLst>
        </pc:spChg>
        <pc:spChg chg="mod">
          <ac:chgData name="Wojtek Krakowiak" userId="f72a0bb3b8a70e05" providerId="LiveId" clId="{EB2AAE5E-F441-4B21-A173-D9609660A338}" dt="2026-02-12T21:35:53.869" v="1938" actId="20577"/>
          <ac:spMkLst>
            <pc:docMk/>
            <pc:sldMk cId="360024554" sldId="1531"/>
            <ac:spMk id="3" creationId="{73DDCD9D-96C7-961E-2191-A3D2BC05C85E}"/>
          </ac:spMkLst>
        </pc:spChg>
        <pc:picChg chg="add mod">
          <ac:chgData name="Wojtek Krakowiak" userId="f72a0bb3b8a70e05" providerId="LiveId" clId="{EB2AAE5E-F441-4B21-A173-D9609660A338}" dt="2026-02-12T22:30:19.589" v="2733"/>
          <ac:picMkLst>
            <pc:docMk/>
            <pc:sldMk cId="360024554" sldId="1531"/>
            <ac:picMk id="4" creationId="{8E14AEE3-319C-D696-9A9C-805287948674}"/>
          </ac:picMkLst>
        </pc:picChg>
      </pc:sldChg>
      <pc:sldChg chg="addSp modSp add mod modAnim">
        <pc:chgData name="Wojtek Krakowiak" userId="f72a0bb3b8a70e05" providerId="LiveId" clId="{EB2AAE5E-F441-4B21-A173-D9609660A338}" dt="2026-02-12T22:30:54.450" v="2753"/>
        <pc:sldMkLst>
          <pc:docMk/>
          <pc:sldMk cId="384721197" sldId="1532"/>
        </pc:sldMkLst>
        <pc:spChg chg="mod">
          <ac:chgData name="Wojtek Krakowiak" userId="f72a0bb3b8a70e05" providerId="LiveId" clId="{EB2AAE5E-F441-4B21-A173-D9609660A338}" dt="2026-02-12T22:30:32.981" v="2749" actId="20577"/>
          <ac:spMkLst>
            <pc:docMk/>
            <pc:sldMk cId="384721197" sldId="1532"/>
            <ac:spMk id="2" creationId="{53EBB41E-B279-69F7-70D0-A05A88EB4A04}"/>
          </ac:spMkLst>
        </pc:spChg>
        <pc:spChg chg="mod">
          <ac:chgData name="Wojtek Krakowiak" userId="f72a0bb3b8a70e05" providerId="LiveId" clId="{EB2AAE5E-F441-4B21-A173-D9609660A338}" dt="2026-02-12T22:30:35.320" v="2750" actId="20577"/>
          <ac:spMkLst>
            <pc:docMk/>
            <pc:sldMk cId="384721197" sldId="1532"/>
            <ac:spMk id="3" creationId="{3C8D2AAB-DA7A-49EA-EB34-A994A7822B99}"/>
          </ac:spMkLst>
        </pc:spChg>
        <pc:picChg chg="add mod">
          <ac:chgData name="Wojtek Krakowiak" userId="f72a0bb3b8a70e05" providerId="LiveId" clId="{EB2AAE5E-F441-4B21-A173-D9609660A338}" dt="2026-02-12T22:30:53.281" v="2751"/>
          <ac:picMkLst>
            <pc:docMk/>
            <pc:sldMk cId="384721197" sldId="1532"/>
            <ac:picMk id="4" creationId="{92FD8FAC-3A6D-4EE4-6918-182C01DEE7DF}"/>
          </ac:picMkLst>
        </pc:picChg>
      </pc:sldChg>
      <pc:sldChg chg="addSp modSp add mod modAnim">
        <pc:chgData name="Wojtek Krakowiak" userId="f72a0bb3b8a70e05" providerId="LiveId" clId="{EB2AAE5E-F441-4B21-A173-D9609660A338}" dt="2026-02-12T22:31:53.720" v="2776" actId="20577"/>
        <pc:sldMkLst>
          <pc:docMk/>
          <pc:sldMk cId="1933657851" sldId="1533"/>
        </pc:sldMkLst>
        <pc:spChg chg="mod">
          <ac:chgData name="Wojtek Krakowiak" userId="f72a0bb3b8a70e05" providerId="LiveId" clId="{EB2AAE5E-F441-4B21-A173-D9609660A338}" dt="2026-02-12T22:31:53.720" v="2776" actId="20577"/>
          <ac:spMkLst>
            <pc:docMk/>
            <pc:sldMk cId="1933657851" sldId="1533"/>
            <ac:spMk id="2" creationId="{ED794F95-6038-9164-664D-6CA3ACAB2147}"/>
          </ac:spMkLst>
        </pc:spChg>
        <pc:spChg chg="mod">
          <ac:chgData name="Wojtek Krakowiak" userId="f72a0bb3b8a70e05" providerId="LiveId" clId="{EB2AAE5E-F441-4B21-A173-D9609660A338}" dt="2026-02-12T21:39:32.327" v="1969" actId="20577"/>
          <ac:spMkLst>
            <pc:docMk/>
            <pc:sldMk cId="1933657851" sldId="1533"/>
            <ac:spMk id="3" creationId="{0A3B2A1B-0B5D-3A4F-9901-12DFBDB39502}"/>
          </ac:spMkLst>
        </pc:spChg>
        <pc:picChg chg="add mod">
          <ac:chgData name="Wojtek Krakowiak" userId="f72a0bb3b8a70e05" providerId="LiveId" clId="{EB2AAE5E-F441-4B21-A173-D9609660A338}" dt="2026-02-12T22:31:16.201" v="2754"/>
          <ac:picMkLst>
            <pc:docMk/>
            <pc:sldMk cId="1933657851" sldId="1533"/>
            <ac:picMk id="4" creationId="{84469C1E-2D2A-F876-4D0E-F8721E7B2F7D}"/>
          </ac:picMkLst>
        </pc:picChg>
      </pc:sldChg>
      <pc:sldChg chg="modSp add del mod">
        <pc:chgData name="Wojtek Krakowiak" userId="f72a0bb3b8a70e05" providerId="LiveId" clId="{EB2AAE5E-F441-4B21-A173-D9609660A338}" dt="2026-02-12T21:37:53.765" v="1957" actId="47"/>
        <pc:sldMkLst>
          <pc:docMk/>
          <pc:sldMk cId="2614060374" sldId="1533"/>
        </pc:sldMkLst>
        <pc:spChg chg="mod">
          <ac:chgData name="Wojtek Krakowiak" userId="f72a0bb3b8a70e05" providerId="LiveId" clId="{EB2AAE5E-F441-4B21-A173-D9609660A338}" dt="2026-02-12T21:37:50.135" v="1956" actId="1076"/>
          <ac:spMkLst>
            <pc:docMk/>
            <pc:sldMk cId="2614060374" sldId="1533"/>
            <ac:spMk id="3" creationId="{5971D0BF-3251-C499-5005-E88A72325B8A}"/>
          </ac:spMkLst>
        </pc:spChg>
      </pc:sldChg>
      <pc:sldChg chg="addSp modSp add mod modAnim">
        <pc:chgData name="Wojtek Krakowiak" userId="f72a0bb3b8a70e05" providerId="LiveId" clId="{EB2AAE5E-F441-4B21-A173-D9609660A338}" dt="2026-02-12T22:32:59.418" v="2793"/>
        <pc:sldMkLst>
          <pc:docMk/>
          <pc:sldMk cId="179655040" sldId="1534"/>
        </pc:sldMkLst>
        <pc:spChg chg="mod">
          <ac:chgData name="Wojtek Krakowiak" userId="f72a0bb3b8a70e05" providerId="LiveId" clId="{EB2AAE5E-F441-4B21-A173-D9609660A338}" dt="2026-02-12T22:32:47.475" v="2790" actId="20577"/>
          <ac:spMkLst>
            <pc:docMk/>
            <pc:sldMk cId="179655040" sldId="1534"/>
            <ac:spMk id="2" creationId="{A8EDFC4A-74DD-E8BF-2F42-F1083CFC435A}"/>
          </ac:spMkLst>
        </pc:spChg>
        <pc:spChg chg="mod">
          <ac:chgData name="Wojtek Krakowiak" userId="f72a0bb3b8a70e05" providerId="LiveId" clId="{EB2AAE5E-F441-4B21-A173-D9609660A338}" dt="2026-02-12T21:39:45.848" v="1979" actId="313"/>
          <ac:spMkLst>
            <pc:docMk/>
            <pc:sldMk cId="179655040" sldId="1534"/>
            <ac:spMk id="3" creationId="{555E6EBF-2C71-7448-BCC3-74116267033D}"/>
          </ac:spMkLst>
        </pc:spChg>
        <pc:picChg chg="add mod">
          <ac:chgData name="Wojtek Krakowiak" userId="f72a0bb3b8a70e05" providerId="LiveId" clId="{EB2AAE5E-F441-4B21-A173-D9609660A338}" dt="2026-02-12T22:32:58.040" v="2791"/>
          <ac:picMkLst>
            <pc:docMk/>
            <pc:sldMk cId="179655040" sldId="1534"/>
            <ac:picMk id="4" creationId="{E95F34DB-6477-6EAD-0038-DA0A540F32AB}"/>
          </ac:picMkLst>
        </pc:picChg>
      </pc:sldChg>
      <pc:sldChg chg="addSp modSp add mod modAnim">
        <pc:chgData name="Wojtek Krakowiak" userId="f72a0bb3b8a70e05" providerId="LiveId" clId="{EB2AAE5E-F441-4B21-A173-D9609660A338}" dt="2026-02-12T22:34:04.838" v="2814" actId="20577"/>
        <pc:sldMkLst>
          <pc:docMk/>
          <pc:sldMk cId="3068678653" sldId="1535"/>
        </pc:sldMkLst>
        <pc:spChg chg="mod">
          <ac:chgData name="Wojtek Krakowiak" userId="f72a0bb3b8a70e05" providerId="LiveId" clId="{EB2AAE5E-F441-4B21-A173-D9609660A338}" dt="2026-02-12T22:34:04.838" v="2814" actId="20577"/>
          <ac:spMkLst>
            <pc:docMk/>
            <pc:sldMk cId="3068678653" sldId="1535"/>
            <ac:spMk id="2" creationId="{C2A29972-5D62-6EE5-68CB-3B4F28844E7E}"/>
          </ac:spMkLst>
        </pc:spChg>
        <pc:spChg chg="mod">
          <ac:chgData name="Wojtek Krakowiak" userId="f72a0bb3b8a70e05" providerId="LiveId" clId="{EB2AAE5E-F441-4B21-A173-D9609660A338}" dt="2026-02-12T21:41:30.315" v="1993" actId="20577"/>
          <ac:spMkLst>
            <pc:docMk/>
            <pc:sldMk cId="3068678653" sldId="1535"/>
            <ac:spMk id="3" creationId="{1EC9184D-ABDD-9D2C-F126-84F23091900D}"/>
          </ac:spMkLst>
        </pc:spChg>
        <pc:picChg chg="add mod">
          <ac:chgData name="Wojtek Krakowiak" userId="f72a0bb3b8a70e05" providerId="LiveId" clId="{EB2AAE5E-F441-4B21-A173-D9609660A338}" dt="2026-02-12T22:33:20.969" v="2794"/>
          <ac:picMkLst>
            <pc:docMk/>
            <pc:sldMk cId="3068678653" sldId="1535"/>
            <ac:picMk id="4" creationId="{D4FC7B74-99B8-32AC-B5F9-B0235548AC15}"/>
          </ac:picMkLst>
        </pc:picChg>
      </pc:sldChg>
      <pc:sldChg chg="addSp modSp add mod modAnim">
        <pc:chgData name="Wojtek Krakowiak" userId="f72a0bb3b8a70e05" providerId="LiveId" clId="{EB2AAE5E-F441-4B21-A173-D9609660A338}" dt="2026-02-12T22:35:26.370" v="2837"/>
        <pc:sldMkLst>
          <pc:docMk/>
          <pc:sldMk cId="195528236" sldId="1536"/>
        </pc:sldMkLst>
        <pc:spChg chg="mod">
          <ac:chgData name="Wojtek Krakowiak" userId="f72a0bb3b8a70e05" providerId="LiveId" clId="{EB2AAE5E-F441-4B21-A173-D9609660A338}" dt="2026-02-12T22:35:04.224" v="2834" actId="20577"/>
          <ac:spMkLst>
            <pc:docMk/>
            <pc:sldMk cId="195528236" sldId="1536"/>
            <ac:spMk id="2" creationId="{FDF85921-3887-15C6-B9A3-6047FBFDA8A9}"/>
          </ac:spMkLst>
        </pc:spChg>
        <pc:spChg chg="mod">
          <ac:chgData name="Wojtek Krakowiak" userId="f72a0bb3b8a70e05" providerId="LiveId" clId="{EB2AAE5E-F441-4B21-A173-D9609660A338}" dt="2026-02-12T21:42:47.567" v="2000" actId="20577"/>
          <ac:spMkLst>
            <pc:docMk/>
            <pc:sldMk cId="195528236" sldId="1536"/>
            <ac:spMk id="3" creationId="{16518ADA-057B-4C5C-463F-EE912E68E5FB}"/>
          </ac:spMkLst>
        </pc:spChg>
        <pc:picChg chg="add mod">
          <ac:chgData name="Wojtek Krakowiak" userId="f72a0bb3b8a70e05" providerId="LiveId" clId="{EB2AAE5E-F441-4B21-A173-D9609660A338}" dt="2026-02-12T22:35:25.214" v="2835"/>
          <ac:picMkLst>
            <pc:docMk/>
            <pc:sldMk cId="195528236" sldId="1536"/>
            <ac:picMk id="4" creationId="{4C092433-BF53-E34D-B712-609DD038B99E}"/>
          </ac:picMkLst>
        </pc:picChg>
      </pc:sldChg>
      <pc:sldChg chg="addSp modSp add mod modAnim">
        <pc:chgData name="Wojtek Krakowiak" userId="f72a0bb3b8a70e05" providerId="LiveId" clId="{EB2AAE5E-F441-4B21-A173-D9609660A338}" dt="2026-02-12T22:36:16.410" v="2856"/>
        <pc:sldMkLst>
          <pc:docMk/>
          <pc:sldMk cId="2126356763" sldId="1537"/>
        </pc:sldMkLst>
        <pc:spChg chg="mod">
          <ac:chgData name="Wojtek Krakowiak" userId="f72a0bb3b8a70e05" providerId="LiveId" clId="{EB2AAE5E-F441-4B21-A173-D9609660A338}" dt="2026-02-12T22:35:58.026" v="2853" actId="20577"/>
          <ac:spMkLst>
            <pc:docMk/>
            <pc:sldMk cId="2126356763" sldId="1537"/>
            <ac:spMk id="2" creationId="{6DEB94E0-3BA2-5ACE-0253-1D1ECDC1DC55}"/>
          </ac:spMkLst>
        </pc:spChg>
        <pc:spChg chg="mod">
          <ac:chgData name="Wojtek Krakowiak" userId="f72a0bb3b8a70e05" providerId="LiveId" clId="{EB2AAE5E-F441-4B21-A173-D9609660A338}" dt="2026-02-12T21:43:21.425" v="2014" actId="313"/>
          <ac:spMkLst>
            <pc:docMk/>
            <pc:sldMk cId="2126356763" sldId="1537"/>
            <ac:spMk id="3" creationId="{E4722BF7-888E-3075-A9A8-3C6717E00742}"/>
          </ac:spMkLst>
        </pc:spChg>
        <pc:picChg chg="add mod">
          <ac:chgData name="Wojtek Krakowiak" userId="f72a0bb3b8a70e05" providerId="LiveId" clId="{EB2AAE5E-F441-4B21-A173-D9609660A338}" dt="2026-02-12T22:36:15.390" v="2854"/>
          <ac:picMkLst>
            <pc:docMk/>
            <pc:sldMk cId="2126356763" sldId="1537"/>
            <ac:picMk id="4" creationId="{7F96001B-8F17-08C2-7B8B-84B7EE81F912}"/>
          </ac:picMkLst>
        </pc:picChg>
      </pc:sldChg>
      <pc:sldChg chg="addSp modSp add mod modAnim">
        <pc:chgData name="Wojtek Krakowiak" userId="f72a0bb3b8a70e05" providerId="LiveId" clId="{EB2AAE5E-F441-4B21-A173-D9609660A338}" dt="2026-02-12T22:39:20.831" v="2917" actId="20577"/>
        <pc:sldMkLst>
          <pc:docMk/>
          <pc:sldMk cId="2060494554" sldId="1538"/>
        </pc:sldMkLst>
        <pc:spChg chg="mod">
          <ac:chgData name="Wojtek Krakowiak" userId="f72a0bb3b8a70e05" providerId="LiveId" clId="{EB2AAE5E-F441-4B21-A173-D9609660A338}" dt="2026-02-12T22:39:20.831" v="2917" actId="20577"/>
          <ac:spMkLst>
            <pc:docMk/>
            <pc:sldMk cId="2060494554" sldId="1538"/>
            <ac:spMk id="2" creationId="{3D9616D5-100D-0A8A-DA14-CC50D7968060}"/>
          </ac:spMkLst>
        </pc:spChg>
        <pc:spChg chg="mod">
          <ac:chgData name="Wojtek Krakowiak" userId="f72a0bb3b8a70e05" providerId="LiveId" clId="{EB2AAE5E-F441-4B21-A173-D9609660A338}" dt="2026-02-12T21:44:17.120" v="2029" actId="20577"/>
          <ac:spMkLst>
            <pc:docMk/>
            <pc:sldMk cId="2060494554" sldId="1538"/>
            <ac:spMk id="3" creationId="{E94E665C-5560-CB98-DAD0-738E27A370CD}"/>
          </ac:spMkLst>
        </pc:spChg>
        <pc:picChg chg="add mod">
          <ac:chgData name="Wojtek Krakowiak" userId="f72a0bb3b8a70e05" providerId="LiveId" clId="{EB2AAE5E-F441-4B21-A173-D9609660A338}" dt="2026-02-12T22:38:09.325" v="2900"/>
          <ac:picMkLst>
            <pc:docMk/>
            <pc:sldMk cId="2060494554" sldId="1538"/>
            <ac:picMk id="4" creationId="{62FF7DCB-E768-248E-4453-EF3E7306DF71}"/>
          </ac:picMkLst>
        </pc:picChg>
      </pc:sldChg>
      <pc:sldChg chg="addSp modSp add mod modAnim">
        <pc:chgData name="Wojtek Krakowiak" userId="f72a0bb3b8a70e05" providerId="LiveId" clId="{EB2AAE5E-F441-4B21-A173-D9609660A338}" dt="2026-02-12T22:37:29.536" v="2899"/>
        <pc:sldMkLst>
          <pc:docMk/>
          <pc:sldMk cId="3190427826" sldId="1539"/>
        </pc:sldMkLst>
        <pc:spChg chg="mod">
          <ac:chgData name="Wojtek Krakowiak" userId="f72a0bb3b8a70e05" providerId="LiveId" clId="{EB2AAE5E-F441-4B21-A173-D9609660A338}" dt="2026-02-12T22:37:08.121" v="2896" actId="14100"/>
          <ac:spMkLst>
            <pc:docMk/>
            <pc:sldMk cId="3190427826" sldId="1539"/>
            <ac:spMk id="2" creationId="{BB937121-2533-D11B-8329-9EA3F761F529}"/>
          </ac:spMkLst>
        </pc:spChg>
        <pc:spChg chg="mod">
          <ac:chgData name="Wojtek Krakowiak" userId="f72a0bb3b8a70e05" providerId="LiveId" clId="{EB2AAE5E-F441-4B21-A173-D9609660A338}" dt="2026-02-12T22:36:39.143" v="2861" actId="20577"/>
          <ac:spMkLst>
            <pc:docMk/>
            <pc:sldMk cId="3190427826" sldId="1539"/>
            <ac:spMk id="3" creationId="{FA573947-5678-58F6-1D1C-9E49C03C9DB7}"/>
          </ac:spMkLst>
        </pc:spChg>
        <pc:picChg chg="add mod">
          <ac:chgData name="Wojtek Krakowiak" userId="f72a0bb3b8a70e05" providerId="LiveId" clId="{EB2AAE5E-F441-4B21-A173-D9609660A338}" dt="2026-02-12T22:37:28.246" v="2897"/>
          <ac:picMkLst>
            <pc:docMk/>
            <pc:sldMk cId="3190427826" sldId="1539"/>
            <ac:picMk id="4" creationId="{01274D5B-2389-9456-AC4A-546C4F83710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13.02.2026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13.02.2026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13.02.2026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13.02.2026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13.02.2026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13.02.2026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13.02.2026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6.mp3"/><Relationship Id="rId1" Type="http://schemas.microsoft.com/office/2007/relationships/media" Target="../media/media36.mp3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7.mp3"/><Relationship Id="rId1" Type="http://schemas.microsoft.com/office/2007/relationships/media" Target="../media/media37.mp3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8.mp3"/><Relationship Id="rId1" Type="http://schemas.microsoft.com/office/2007/relationships/media" Target="../media/media38.mp3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9.mp3"/><Relationship Id="rId1" Type="http://schemas.microsoft.com/office/2007/relationships/media" Target="../media/media39.mp3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0.mp3"/><Relationship Id="rId1" Type="http://schemas.microsoft.com/office/2007/relationships/media" Target="../media/media40.mp3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1.mp3"/><Relationship Id="rId1" Type="http://schemas.microsoft.com/office/2007/relationships/media" Target="../media/media41.mp3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2.mp3"/><Relationship Id="rId1" Type="http://schemas.microsoft.com/office/2007/relationships/media" Target="../media/media42.mp3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3.mp3"/><Relationship Id="rId1" Type="http://schemas.microsoft.com/office/2007/relationships/media" Target="../media/media43.mp3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4.mp3"/><Relationship Id="rId1" Type="http://schemas.microsoft.com/office/2007/relationships/media" Target="../media/media44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885241"/>
            <a:ext cx="11131290" cy="4151575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2</a:t>
            </a:r>
            <a:r>
              <a:rPr lang="en-US" sz="9600" b="1" dirty="0">
                <a:latin typeface="+mn-lt"/>
              </a:rPr>
              <a:t> LO</a:t>
            </a:r>
            <a:br>
              <a:rPr lang="pl-PL" sz="9600" b="1" dirty="0">
                <a:latin typeface="+mn-lt"/>
              </a:rPr>
            </a:br>
            <a:r>
              <a:rPr lang="pl-PL" sz="7300" b="1" dirty="0">
                <a:latin typeface="+mn-lt"/>
              </a:rPr>
              <a:t>Going out, staying in</a:t>
            </a:r>
            <a:br>
              <a:rPr lang="pl-PL" sz="73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b="1" dirty="0">
                <a:latin typeface="+mn-lt"/>
              </a:rPr>
              <a:t>Żywy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Vivid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12968F6-F9F5-D981-F0B8-564274DAEE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6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FB21C-0CFF-05F5-0ED3-87D6428C4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A5BEDE-4811-42F0-05CE-E03A620D8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419" y="431322"/>
            <a:ext cx="11344820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Zmienić swoje postępowanie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C9601A9-2873-83CF-9264-CD1301332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change one’s ways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A6D6251-3A32-1A5F-5139-E49CC24427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5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91447-1CBE-2422-1865-35715426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56BF04-5C13-A531-2459-1AC34923B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 intuicyjny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BEAFD22-BCAF-102C-7885-2FA3F3DFD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Counter intuitive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E13822A-691C-FED5-FAFD-29DF5F91C3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9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7C506-49DF-4D5B-C1E1-D4D53055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45CEB6-31FC-D468-4101-C05C61518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Czytać między wierszami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4BF91E7-E1E4-8C24-185A-F8D4F8F09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Reading between the lines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FE3C5E3-3785-35E4-1710-D3684B9938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00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17A5E-9076-5A19-4424-06364C1B7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7B2303-45F8-D4AF-FF73-71601E44E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Wypoczywać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60E8412-499A-4AA8-0BE5-D2DE35D01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Lounging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F856B1B-DEF8-0BA9-4901-8878639F57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86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9B409-3F57-21D0-FA40-1155D7894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510ADC-C7DA-5953-1762-0F15FA464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552450"/>
            <a:ext cx="11199284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Pozostawiony samemu sobie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4856F96-3E60-6640-E14C-9966E9C92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Left to one’s own devices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15774F5-8126-0FB4-C00B-D54AC89B12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4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F5EC-F90F-7F18-CBA5-61423375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F84579-F662-1DE3-266F-9CAC02AEC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Obfitość/Dostatek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EF14261-3B2C-7A57-93C5-1425D1817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Abundance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B94D6AE-E79F-5F97-B242-367E066332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5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EFA7E-27C6-8055-9C3B-C5F0639B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2E2BF3-4CB2-F8C9-5AEE-EC58B0D31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Błyskotliwy/Błyszczący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A2D0273-4A2A-E199-9EB9-0805EB51A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Scintillating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0BA78C7-25B9-0216-4994-6E678254A2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9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5DBA6-F141-B918-CDFC-E7DC5C907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2AD09BA-033B-295F-9E25-10904281D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Powstrzymać coś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35DC26F-4F10-920E-5157-0F88EC520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stave off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02D5E25-ACD7-F805-FA77-2B6875E9D8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63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F47F2-33F8-F256-D911-19304ADA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6CD639-2B09-68FD-F153-47438CBE7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Rozkosz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7E0DE7-E22B-262D-9605-7E661DD87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Bliss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4C04EBD-7192-BEC1-69E7-C33CA21E7A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2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7AC94-C11B-6EC7-478F-86B1FD990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54FE719-D263-C15C-0267-8BB99D287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Podstęp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058C47B-F45E-C8CB-5B43-DFE73F489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Guile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8523D1C-080B-07A7-92C0-4760430C45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4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FCFEA-70D6-BE50-67FC-9B1291A92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73459D-0E71-FCA5-327A-F73AB6539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Pomysłowość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D13C4D0-B2C6-FCFE-0F93-8805CF7C4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Ingenuity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AE3817A-0583-36B5-61C4-D063CE0D34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2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6741-5D52-0708-DFD8-0A61E6176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A496C7-1C03-C2EA-2045-A7B734294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Pędzić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8DF7A54-7355-2B29-C9DC-2D0177B17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Hurtle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F523A0A-99D8-77C3-9C49-A3C3BB4174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4913F-3719-5C56-D184-8C680E3F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F1B790-7975-33CD-5870-4A0A1A509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Różny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18A0C18-ABD4-645A-9EDA-F3859B029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Disparate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FB553E7-FD92-36A6-BC5A-F116DD085F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0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1FE08-5430-E7A8-5ED7-7195A8718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757F49-BEBD-F050-EF20-4FB553EE9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 kończący się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E8C6189-B695-555C-4C0D-EC0360418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Interminable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499918F-DAE0-3997-2B4C-003ED862C4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9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601D5-AA5B-188E-CA21-5A9B144C5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7A4793-95AE-8271-AA73-BE7892C02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Zagłuszać/Wypierać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8F23704-6048-4E59-4A19-51D86B0BC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crowd out </a:t>
            </a:r>
            <a:r>
              <a:rPr lang="en-GB" sz="7200" b="1" dirty="0" err="1">
                <a:solidFill>
                  <a:srgbClr val="FF0000"/>
                </a:solidFill>
              </a:rPr>
              <a:t>sth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5B14A34-FD21-D9AB-0EAC-34936C54C6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2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B5799-2242-A3D0-541E-79D58F241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36262A3-C771-472F-4B7C-81A80A4F4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Wziąć z kogoś przykład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05BC0EB-107B-3DFC-8BDC-DFCA14D70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take a leaf out of a book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768F045-5CF8-AB5D-4D06-B62D9210F1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1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5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6902-1346-68E7-FADA-CD9EDA0AD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CDEA28-9512-351D-5208-9B3F7057E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Entuzjastyczny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CB3DCBC-DE17-1401-27AE-E8FF0C6C9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Avid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2F3E0BC-4629-ABC8-13EE-6FE0FEF61B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3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E1BA6-A38F-4F08-22B3-7256F271A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42915F-3F4A-3EF4-F9F8-6DA65B68A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6264"/>
            <a:ext cx="11032478" cy="2038123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Przekonujący/Porywający/ Zmuszający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D00A3BE-8CFB-34F9-199B-2CEB01ACF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Compelling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277343A-176C-AD1A-E5EA-CF08A4A6B4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47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A6DC1-4BDB-380C-44B6-80609C7A1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E6061E-4ED7-C597-24ED-58B9374DE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Odpuścić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E296853-2172-4852-EBE0-B9D18909D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let up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F85F12B-7F05-860E-707E-6DF630EFEC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5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65557-BA90-7A32-72C5-C229E2425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3021AC-3DFB-A396-EE9F-E20A5B8FF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Miękki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4847FAE-6E27-8517-5C9F-23A2050C1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Tender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F8FE60C-C4FA-0792-864F-DE2CC4048D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44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F311A-9358-F00B-F294-C8C278B20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E57D0B-B4AD-B5F8-C069-B5D62AE38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055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Książka oparta na doświadczeniach autora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C6749BD-114F-2403-08B3-750F43A02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Memoir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EE5C064-7D9B-FF57-9DE2-16A6F15D5D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9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4C86E-4D7B-107C-62C5-6559D5F31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0AA66A-E614-9052-F071-04D623482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Przedstawić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D435E69-949D-E456-4ED8-949C81A63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Depict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BF469EB-92F2-F3FB-FD40-3D6F33414E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31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A1791-3667-DF67-BD59-92FB5373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2C1779-F0AA-FA9D-D806-E7A4E9F1A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Smutek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EF34929-9B36-7758-3052-A1648CAEE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Grief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58CEEC0-0BF5-AC94-E581-8DF84EA253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8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492E-FEB6-9C34-F363-9B52889B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2E9BB92-AE7C-5565-5222-2B9D7FC26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Wgląd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0A905F4-0474-ED1B-A1BC-CE17C18DA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Insight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20D3BDC-6809-320E-C8FD-C2EF758CDA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D384-8AC2-9C52-6282-16543074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B3C87F-9BD7-D4F6-79DF-FFE0F75A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Dowcipny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5866CC-4595-2245-BDCB-A025A031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Witty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31E4DF6-09B8-6D2E-F1B9-3AAEE03F36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75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CEBF-40C0-E56A-53BA-70AB2364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09883E-D5EC-83F3-D51C-22C42BD1A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Przelecieć wzrokiem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F51C51-6024-F96A-D75F-F5FF86FD9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skim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359111F-A81E-4EC1-1879-6AA638668A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6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21C8D-5F5B-2191-B325-840327826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212E2E-49B4-E482-FFA5-164BC7290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Chwycić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2BF431F-F217-0AB9-71CB-0542F66A3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grasp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201DFCA-80A2-3863-4E9E-5F5D40F2B8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3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A0325-48D8-00C6-9464-A2D6A0BC9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D589CB-D31F-1DD6-7D5F-AB9FCF8E3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Postrzegać/Odbierać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300D337-E414-F543-DC18-E690C6734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 p</a:t>
            </a:r>
            <a:r>
              <a:rPr lang="en-GB" sz="7200" b="1" dirty="0">
                <a:solidFill>
                  <a:srgbClr val="FF0000"/>
                </a:solidFill>
              </a:rPr>
              <a:t>erceive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D0C74D2-8C8C-348A-E4C4-935AA64239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AE139-2E72-BC00-C824-F708DE51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E64EA7-3D61-79E8-CA43-11BE764E5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Grupa czegoś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94AAC22-4D91-1BB7-317E-9441F5BA5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Flotilla of </a:t>
            </a:r>
            <a:r>
              <a:rPr lang="en-GB" sz="7200" b="1" dirty="0" err="1">
                <a:solidFill>
                  <a:srgbClr val="FF0000"/>
                </a:solidFill>
              </a:rPr>
              <a:t>sth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0C225DB-1521-A354-DB58-973D45A6FA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5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D790-1898-62C7-E449-432C6C7A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0BAF0A-14C3-0F3E-649D-05722B04A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Nabytek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376F79-CB3B-B78D-30F1-23BA95A9A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Acquisition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1740CC6-0A0A-C9DB-4FE0-C2AC361767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1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696F6-9437-B237-BE3E-9151B7192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A78BD2-6763-88C5-465F-92D29FD4E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Wymagany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9F52C10-7E95-98C9-36D3-B663F1084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Necessitated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FAD85EC-EACE-AA02-326C-E8AFA6D7D1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8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D8805-092E-09EC-DAEC-AE40CAA2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BBD5D85-303B-8130-975D-67ADDB005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Zinternalizować/Przyswoić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891B01C-79B9-86AE-24FF-D800EAEF3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internalize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B8155A5-0F17-65A8-F7A7-87CE15775D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9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09FCF-B3BE-CDAD-9FC3-E8BB00DE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E9461C-C4C3-766F-917A-AE091B0D9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Binarny/Podwójny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8B58079-7E89-D082-D0B0-A32EE8CB6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Binary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FE729AF-4855-2C8F-8DF5-D242169C31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87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841C1-6EC2-313A-177D-2391594B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B1E4EC-E1B6-F283-BCBE-6C889C545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Zmniejszyć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B68C318-6755-B084-886D-1C5C98EA3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diminish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7A8F477-1996-7320-C76D-97612675F3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1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2D781-8E93-C8D6-1E94-01235621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ED506E-C179-6861-5698-B83B2B0FF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Poznawczy/Kognitywny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3DDCD9D-96C7-961E-2191-A3D2BC05C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Cognitive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E14AEE3-319C-D696-9A9C-8052879486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7BECB-93F5-7730-236A-6B0B6565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EBB41E-B279-69F7-70D0-A05A88EB4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 premedytacją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C8D2AAB-DA7A-49EA-EB34-A994A7822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Deliberately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2FD8FAC-3A6D-4EE4-6918-182C01DEE7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771CB-C253-88C1-FE6C-098C716C8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794F95-6038-9164-664D-6CA3ACAB2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Zbędność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A3B2A1B-0B5D-3A4F-9901-12DFBDB39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Redundancy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4469C1E-2D2A-F876-4D0E-F8721E7B2F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5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9168C-BE86-6C4F-CD26-2524F0D49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EDFC4A-74DD-E8BF-2F42-F1083CFC4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Przestrzenny/a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5E6EBF-2C71-7448-BCC3-74116267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Spatial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95F34DB-6477-6EAD-0038-DA0A540F32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F677C-1E4F-F54F-279B-EB8F2D71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2A29972-5D62-6EE5-68CB-3B4F28844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Zachęca/Motywuje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EC9184D-ABDD-9D2C-F126-84F230919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Incentivizes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4FC7B74-99B8-32AC-B5F9-B0235548AC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7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3E8A-7FA2-0DEB-E3F2-58B99B2EB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F85921-3887-15C6-B9A3-6047FBFDA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Oddzielone jednostki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6518ADA-057B-4C5C-463F-EE912E68E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Silos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C092433-BF53-E34D-B712-609DD038B9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56AB9-02E9-DE87-C4A9-199881EF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EB94E0-3BA2-5ACE-0253-1D1ECDC1D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Podatny/Wrażliwy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4722BF7-888E-3075-A9A8-3C6717E00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Susceptible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F96001B-8F17-08C2-7B8B-84B7EE81F9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35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815A-C1EC-787C-08CD-0AA7E76F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9616D5-100D-0A8A-DA14-CC50D7968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Przesyt/Nadmiar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4E665C-5560-CB98-DAD0-738E27A37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Glut of </a:t>
            </a:r>
            <a:r>
              <a:rPr lang="en-GB" sz="7200" b="1" dirty="0" err="1">
                <a:solidFill>
                  <a:srgbClr val="FF0000"/>
                </a:solidFill>
              </a:rPr>
              <a:t>sth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2FF7DCB-E768-248E-4453-EF3E7306DF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9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CDC5F-58A7-5A22-7424-D33401EA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937121-2533-D11B-8329-9EA3F761F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54" y="552450"/>
            <a:ext cx="12192000" cy="1485671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Wynagrodzić/Zrekompensować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A573947-5678-58F6-1D1C-9E49C03C9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 r</a:t>
            </a:r>
            <a:r>
              <a:rPr lang="en-GB" sz="7200" b="1" dirty="0">
                <a:solidFill>
                  <a:srgbClr val="FF0000"/>
                </a:solidFill>
              </a:rPr>
              <a:t>edress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1274D5B-2389-9456-AC4A-546C4F8371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2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6551</TotalTime>
  <Words>185</Words>
  <Application>Microsoft Office PowerPoint</Application>
  <PresentationFormat>Panoramiczny</PresentationFormat>
  <Paragraphs>89</Paragraphs>
  <Slides>45</Slides>
  <Notes>0</Notes>
  <HiddenSlides>0</HiddenSlides>
  <MMClips>44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Motyw pakietu Office</vt:lpstr>
      <vt:lpstr>Klasa 2 LO Going out, staying in  </vt:lpstr>
      <vt:lpstr>Żywy</vt:lpstr>
      <vt:lpstr>Zmienić swoje postępowanie</vt:lpstr>
      <vt:lpstr>Nie intuicyjny</vt:lpstr>
      <vt:lpstr>Czytać między wierszami</vt:lpstr>
      <vt:lpstr>Wypoczywać</vt:lpstr>
      <vt:lpstr>Pozostawiony samemu sobie</vt:lpstr>
      <vt:lpstr>Obfitość/Dostatek</vt:lpstr>
      <vt:lpstr>Błyskotliwy/Błyszczący</vt:lpstr>
      <vt:lpstr>Powstrzymać coś</vt:lpstr>
      <vt:lpstr>Rozkosz</vt:lpstr>
      <vt:lpstr>Podstęp</vt:lpstr>
      <vt:lpstr>Pomysłowość</vt:lpstr>
      <vt:lpstr>Pędzić</vt:lpstr>
      <vt:lpstr>Różny</vt:lpstr>
      <vt:lpstr>Nie kończący się</vt:lpstr>
      <vt:lpstr>Zagłuszać/Wypierać</vt:lpstr>
      <vt:lpstr>Wziąć z kogoś przykład</vt:lpstr>
      <vt:lpstr>Entuzjastyczny</vt:lpstr>
      <vt:lpstr>Przekonujący/Porywający/ Zmuszający</vt:lpstr>
      <vt:lpstr>Odpuścić</vt:lpstr>
      <vt:lpstr>Miękki</vt:lpstr>
      <vt:lpstr>Książka oparta na doświadczeniach autora</vt:lpstr>
      <vt:lpstr>Przedstawić</vt:lpstr>
      <vt:lpstr>Smutek</vt:lpstr>
      <vt:lpstr>Wgląd</vt:lpstr>
      <vt:lpstr>Dowcipny</vt:lpstr>
      <vt:lpstr>Przelecieć wzrokiem</vt:lpstr>
      <vt:lpstr>Chwycić</vt:lpstr>
      <vt:lpstr>Postrzegać/Odbierać</vt:lpstr>
      <vt:lpstr>Grupa czegoś</vt:lpstr>
      <vt:lpstr>Nabytek</vt:lpstr>
      <vt:lpstr>Wymagany</vt:lpstr>
      <vt:lpstr>Zinternalizować/Przyswoić</vt:lpstr>
      <vt:lpstr>Binarny/Podwójny</vt:lpstr>
      <vt:lpstr>Zmniejszyć</vt:lpstr>
      <vt:lpstr>Poznawczy/Kognitywny</vt:lpstr>
      <vt:lpstr>Z premedytacją</vt:lpstr>
      <vt:lpstr>Zbędność</vt:lpstr>
      <vt:lpstr>Przestrzenny/a</vt:lpstr>
      <vt:lpstr>Zachęca/Motywuje</vt:lpstr>
      <vt:lpstr>Oddzielone jednostki</vt:lpstr>
      <vt:lpstr>Podatny/Wrażliwy</vt:lpstr>
      <vt:lpstr>Przesyt/Nadmiar</vt:lpstr>
      <vt:lpstr>Wynagrodzić/Zrekompensować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1191</cp:revision>
  <dcterms:created xsi:type="dcterms:W3CDTF">2018-09-30T05:35:06Z</dcterms:created>
  <dcterms:modified xsi:type="dcterms:W3CDTF">2026-02-12T23:37:16Z</dcterms:modified>
</cp:coreProperties>
</file>