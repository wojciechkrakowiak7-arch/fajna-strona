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3" r:id="rId10"/>
    <p:sldId id="1544" r:id="rId11"/>
    <p:sldId id="1545" r:id="rId12"/>
    <p:sldId id="1546" r:id="rId13"/>
    <p:sldId id="1547" r:id="rId14"/>
    <p:sldId id="1548" r:id="rId15"/>
    <p:sldId id="1549" r:id="rId16"/>
    <p:sldId id="1550" r:id="rId17"/>
    <p:sldId id="1551" r:id="rId18"/>
    <p:sldId id="1552" r:id="rId19"/>
    <p:sldId id="1553" r:id="rId20"/>
    <p:sldId id="1555" r:id="rId21"/>
    <p:sldId id="1556" r:id="rId22"/>
    <p:sldId id="1557" r:id="rId23"/>
    <p:sldId id="1558" r:id="rId24"/>
    <p:sldId id="1559" r:id="rId25"/>
    <p:sldId id="1560" r:id="rId26"/>
    <p:sldId id="1561" r:id="rId27"/>
    <p:sldId id="1562" r:id="rId28"/>
    <p:sldId id="1563" r:id="rId29"/>
    <p:sldId id="1564" r:id="rId30"/>
    <p:sldId id="1565" r:id="rId31"/>
    <p:sldId id="1566" r:id="rId32"/>
    <p:sldId id="1567" r:id="rId33"/>
    <p:sldId id="1568" r:id="rId34"/>
    <p:sldId id="1569" r:id="rId35"/>
    <p:sldId id="1570" r:id="rId36"/>
    <p:sldId id="1571" r:id="rId37"/>
    <p:sldId id="1572" r:id="rId38"/>
    <p:sldId id="1573" r:id="rId39"/>
    <p:sldId id="1574" r:id="rId40"/>
    <p:sldId id="1575" r:id="rId41"/>
    <p:sldId id="1576" r:id="rId42"/>
    <p:sldId id="1584" r:id="rId43"/>
    <p:sldId id="1585" r:id="rId44"/>
    <p:sldId id="1577" r:id="rId45"/>
    <p:sldId id="1578" r:id="rId46"/>
    <p:sldId id="1579" r:id="rId47"/>
    <p:sldId id="1580" r:id="rId48"/>
    <p:sldId id="1581" r:id="rId49"/>
    <p:sldId id="1582" r:id="rId50"/>
    <p:sldId id="1586" r:id="rId51"/>
    <p:sldId id="1587" r:id="rId52"/>
    <p:sldId id="1588" r:id="rId53"/>
    <p:sldId id="1590" r:id="rId54"/>
    <p:sldId id="1591" r:id="rId55"/>
    <p:sldId id="1592" r:id="rId56"/>
    <p:sldId id="1593" r:id="rId57"/>
    <p:sldId id="1594" r:id="rId58"/>
    <p:sldId id="1595" r:id="rId59"/>
    <p:sldId id="1596" r:id="rId60"/>
    <p:sldId id="1597" r:id="rId61"/>
    <p:sldId id="1598" r:id="rId62"/>
    <p:sldId id="1599" r:id="rId63"/>
    <p:sldId id="1600" r:id="rId64"/>
    <p:sldId id="1601" r:id="rId65"/>
    <p:sldId id="1602" r:id="rId66"/>
    <p:sldId id="1603" r:id="rId67"/>
    <p:sldId id="1604" r:id="rId68"/>
    <p:sldId id="1605" r:id="rId69"/>
    <p:sldId id="1606" r:id="rId70"/>
    <p:sldId id="1607" r:id="rId71"/>
    <p:sldId id="1608" r:id="rId72"/>
    <p:sldId id="1609" r:id="rId73"/>
    <p:sldId id="1610" r:id="rId74"/>
    <p:sldId id="1611" r:id="rId75"/>
    <p:sldId id="1612" r:id="rId76"/>
    <p:sldId id="1613" r:id="rId77"/>
    <p:sldId id="1614" r:id="rId78"/>
    <p:sldId id="1615" r:id="rId79"/>
    <p:sldId id="1616" r:id="rId80"/>
    <p:sldId id="1617" r:id="rId81"/>
    <p:sldId id="1618" r:id="rId82"/>
    <p:sldId id="1619" r:id="rId83"/>
    <p:sldId id="1620" r:id="rId84"/>
    <p:sldId id="1621" r:id="rId85"/>
    <p:sldId id="1622" r:id="rId86"/>
    <p:sldId id="1624" r:id="rId87"/>
    <p:sldId id="1625" r:id="rId88"/>
    <p:sldId id="1623" r:id="rId89"/>
    <p:sldId id="1626" r:id="rId90"/>
    <p:sldId id="1627" r:id="rId91"/>
    <p:sldId id="1628" r:id="rId92"/>
    <p:sldId id="1629" r:id="rId93"/>
    <p:sldId id="1630" r:id="rId94"/>
    <p:sldId id="1631" r:id="rId95"/>
    <p:sldId id="1632" r:id="rId96"/>
    <p:sldId id="1633" r:id="rId97"/>
    <p:sldId id="1634" r:id="rId98"/>
    <p:sldId id="1635" r:id="rId99"/>
    <p:sldId id="1636" r:id="rId100"/>
    <p:sldId id="1637" r:id="rId101"/>
    <p:sldId id="1638" r:id="rId102"/>
    <p:sldId id="1639" r:id="rId103"/>
    <p:sldId id="1640" r:id="rId104"/>
    <p:sldId id="1641" r:id="rId105"/>
    <p:sldId id="1642" r:id="rId106"/>
    <p:sldId id="1643" r:id="rId107"/>
    <p:sldId id="1644" r:id="rId108"/>
    <p:sldId id="1645" r:id="rId109"/>
    <p:sldId id="1646" r:id="rId110"/>
    <p:sldId id="1647" r:id="rId111"/>
    <p:sldId id="1648" r:id="rId112"/>
    <p:sldId id="1650" r:id="rId113"/>
    <p:sldId id="1649" r:id="rId1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335E4-FA7B-4A41-A45B-14F45C89C514}" v="532" dt="2026-08-13T16:33:39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microsoft.com/office/2015/10/relationships/revisionInfo" Target="revisionInfo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custSel addSld delSld modSld sldOrd">
      <pc:chgData name="Wojtek Krakowiak" userId="f72a0bb3b8a70e05" providerId="LiveId" clId="{EB2AAE5E-F441-4B21-A173-D9609660A338}" dt="2026-08-13T16:33:39.464" v="1067"/>
      <pc:docMkLst>
        <pc:docMk/>
      </pc:docMkLst>
      <pc:sldChg chg="modSp mod">
        <pc:chgData name="Wojtek Krakowiak" userId="f72a0bb3b8a70e05" providerId="LiveId" clId="{EB2AAE5E-F441-4B21-A173-D9609660A338}" dt="2026-08-12T17:45:39.505" v="2" actId="1076"/>
        <pc:sldMkLst>
          <pc:docMk/>
          <pc:sldMk cId="1582655019" sldId="1193"/>
        </pc:sldMkLst>
        <pc:spChg chg="mod">
          <ac:chgData name="Wojtek Krakowiak" userId="f72a0bb3b8a70e05" providerId="LiveId" clId="{EB2AAE5E-F441-4B21-A173-D9609660A338}" dt="2026-08-12T17:45:39.505" v="2" actId="1076"/>
          <ac:spMkLst>
            <pc:docMk/>
            <pc:sldMk cId="1582655019" sldId="1193"/>
            <ac:spMk id="2" creationId="{D0CF59C9-6B33-4CB8-855B-43D2F5A16BB8}"/>
          </ac:spMkLst>
        </pc:spChg>
      </pc:sldChg>
      <pc:sldChg chg="modSp mod">
        <pc:chgData name="Wojtek Krakowiak" userId="f72a0bb3b8a70e05" providerId="LiveId" clId="{EB2AAE5E-F441-4B21-A173-D9609660A338}" dt="2026-08-13T15:39:38.433" v="4" actId="20577"/>
        <pc:sldMkLst>
          <pc:docMk/>
          <pc:sldMk cId="3056023808" sldId="1541"/>
        </pc:sldMkLst>
        <pc:spChg chg="mod">
          <ac:chgData name="Wojtek Krakowiak" userId="f72a0bb3b8a70e05" providerId="LiveId" clId="{EB2AAE5E-F441-4B21-A173-D9609660A338}" dt="2026-08-13T15:39:38.433" v="4" actId="20577"/>
          <ac:spMkLst>
            <pc:docMk/>
            <pc:sldMk cId="3056023808" sldId="1541"/>
            <ac:spMk id="2" creationId="{1B2FF7CF-D7F8-9773-98C0-68BF0FF03681}"/>
          </ac:spMkLst>
        </pc:spChg>
      </pc:sldChg>
      <pc:sldChg chg="modSp mod">
        <pc:chgData name="Wojtek Krakowiak" userId="f72a0bb3b8a70e05" providerId="LiveId" clId="{EB2AAE5E-F441-4B21-A173-D9609660A338}" dt="2026-08-13T15:40:12.855" v="6" actId="20577"/>
        <pc:sldMkLst>
          <pc:docMk/>
          <pc:sldMk cId="2554876264" sldId="1552"/>
        </pc:sldMkLst>
        <pc:spChg chg="mod">
          <ac:chgData name="Wojtek Krakowiak" userId="f72a0bb3b8a70e05" providerId="LiveId" clId="{EB2AAE5E-F441-4B21-A173-D9609660A338}" dt="2026-08-13T15:40:12.855" v="6" actId="20577"/>
          <ac:spMkLst>
            <pc:docMk/>
            <pc:sldMk cId="2554876264" sldId="1552"/>
            <ac:spMk id="2" creationId="{0A995887-ED19-A8AC-071A-EC63A1EADF25}"/>
          </ac:spMkLst>
        </pc:spChg>
      </pc:sldChg>
      <pc:sldChg chg="addSp delSp modSp mod delAnim modAnim">
        <pc:chgData name="Wojtek Krakowiak" userId="f72a0bb3b8a70e05" providerId="LiveId" clId="{EB2AAE5E-F441-4B21-A173-D9609660A338}" dt="2026-08-13T15:41:36.941" v="27"/>
        <pc:sldMkLst>
          <pc:docMk/>
          <pc:sldMk cId="1116143262" sldId="1564"/>
        </pc:sldMkLst>
        <pc:spChg chg="mod">
          <ac:chgData name="Wojtek Krakowiak" userId="f72a0bb3b8a70e05" providerId="LiveId" clId="{EB2AAE5E-F441-4B21-A173-D9609660A338}" dt="2026-08-13T15:41:11.118" v="23" actId="20577"/>
          <ac:spMkLst>
            <pc:docMk/>
            <pc:sldMk cId="1116143262" sldId="1564"/>
            <ac:spMk id="3" creationId="{A6D7CE12-CF23-31B9-1CB6-A99488BDAF3F}"/>
          </ac:spMkLst>
        </pc:spChg>
        <pc:picChg chg="del">
          <ac:chgData name="Wojtek Krakowiak" userId="f72a0bb3b8a70e05" providerId="LiveId" clId="{EB2AAE5E-F441-4B21-A173-D9609660A338}" dt="2026-08-13T15:41:15.159" v="24" actId="478"/>
          <ac:picMkLst>
            <pc:docMk/>
            <pc:sldMk cId="1116143262" sldId="1564"/>
            <ac:picMk id="4" creationId="{1D88CA50-A4D7-39F2-BBFD-F0172D37B143}"/>
          </ac:picMkLst>
        </pc:picChg>
        <pc:picChg chg="add mod">
          <ac:chgData name="Wojtek Krakowiak" userId="f72a0bb3b8a70e05" providerId="LiveId" clId="{EB2AAE5E-F441-4B21-A173-D9609660A338}" dt="2026-08-13T15:41:35.899" v="25"/>
          <ac:picMkLst>
            <pc:docMk/>
            <pc:sldMk cId="1116143262" sldId="1564"/>
            <ac:picMk id="5" creationId="{1E5F1D1F-00F6-32E4-AE83-BABF8BBDC68E}"/>
          </ac:picMkLst>
        </pc:picChg>
      </pc:sldChg>
      <pc:sldChg chg="addSp delSp modSp mod delAnim modAnim">
        <pc:chgData name="Wojtek Krakowiak" userId="f72a0bb3b8a70e05" providerId="LiveId" clId="{EB2AAE5E-F441-4B21-A173-D9609660A338}" dt="2026-08-13T15:42:28.349" v="63"/>
        <pc:sldMkLst>
          <pc:docMk/>
          <pc:sldMk cId="1790433172" sldId="1565"/>
        </pc:sldMkLst>
        <pc:spChg chg="mod">
          <ac:chgData name="Wojtek Krakowiak" userId="f72a0bb3b8a70e05" providerId="LiveId" clId="{EB2AAE5E-F441-4B21-A173-D9609660A338}" dt="2026-08-13T15:42:00.058" v="59" actId="27636"/>
          <ac:spMkLst>
            <pc:docMk/>
            <pc:sldMk cId="1790433172" sldId="1565"/>
            <ac:spMk id="3" creationId="{7D78C042-0E2B-DBCA-0D1D-E8F3917D29AB}"/>
          </ac:spMkLst>
        </pc:spChg>
        <pc:picChg chg="del">
          <ac:chgData name="Wojtek Krakowiak" userId="f72a0bb3b8a70e05" providerId="LiveId" clId="{EB2AAE5E-F441-4B21-A173-D9609660A338}" dt="2026-08-13T15:42:03.244" v="60" actId="478"/>
          <ac:picMkLst>
            <pc:docMk/>
            <pc:sldMk cId="1790433172" sldId="1565"/>
            <ac:picMk id="4" creationId="{2772D88B-8BBD-A972-2480-BA967BEA2FAC}"/>
          </ac:picMkLst>
        </pc:picChg>
        <pc:picChg chg="add mod">
          <ac:chgData name="Wojtek Krakowiak" userId="f72a0bb3b8a70e05" providerId="LiveId" clId="{EB2AAE5E-F441-4B21-A173-D9609660A338}" dt="2026-08-13T15:42:26.934" v="61"/>
          <ac:picMkLst>
            <pc:docMk/>
            <pc:sldMk cId="1790433172" sldId="1565"/>
            <ac:picMk id="5" creationId="{358E0FFE-D806-EB05-DC24-0A2634D7BB6C}"/>
          </ac:picMkLst>
        </pc:picChg>
      </pc:sldChg>
      <pc:sldChg chg="addSp modSp modAnim">
        <pc:chgData name="Wojtek Krakowiak" userId="f72a0bb3b8a70e05" providerId="LiveId" clId="{EB2AAE5E-F441-4B21-A173-D9609660A338}" dt="2026-08-13T15:43:46.999" v="66"/>
        <pc:sldMkLst>
          <pc:docMk/>
          <pc:sldMk cId="3510465459" sldId="1579"/>
        </pc:sldMkLst>
        <pc:picChg chg="add mod">
          <ac:chgData name="Wojtek Krakowiak" userId="f72a0bb3b8a70e05" providerId="LiveId" clId="{EB2AAE5E-F441-4B21-A173-D9609660A338}" dt="2026-08-13T15:43:45.823" v="64"/>
          <ac:picMkLst>
            <pc:docMk/>
            <pc:sldMk cId="3510465459" sldId="1579"/>
            <ac:picMk id="4" creationId="{766BDCFC-8E3E-6B70-4409-D9A88AF5D777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15:49:54.623" v="106"/>
        <pc:sldMkLst>
          <pc:docMk/>
          <pc:sldMk cId="2875536850" sldId="1627"/>
        </pc:sldMkLst>
        <pc:spChg chg="mod">
          <ac:chgData name="Wojtek Krakowiak" userId="f72a0bb3b8a70e05" providerId="LiveId" clId="{EB2AAE5E-F441-4B21-A173-D9609660A338}" dt="2026-08-13T15:49:30.549" v="103" actId="20577"/>
          <ac:spMkLst>
            <pc:docMk/>
            <pc:sldMk cId="2875536850" sldId="1627"/>
            <ac:spMk id="2" creationId="{DE21D1D6-149E-331B-D2C5-70C10E55B682}"/>
          </ac:spMkLst>
        </pc:spChg>
        <pc:spChg chg="mod">
          <ac:chgData name="Wojtek Krakowiak" userId="f72a0bb3b8a70e05" providerId="LiveId" clId="{EB2AAE5E-F441-4B21-A173-D9609660A338}" dt="2026-08-13T15:49:20.884" v="84" actId="20577"/>
          <ac:spMkLst>
            <pc:docMk/>
            <pc:sldMk cId="2875536850" sldId="1627"/>
            <ac:spMk id="3" creationId="{2183824B-C1EA-37E3-E119-99C955EABF21}"/>
          </ac:spMkLst>
        </pc:spChg>
        <pc:picChg chg="del">
          <ac:chgData name="Wojtek Krakowiak" userId="f72a0bb3b8a70e05" providerId="LiveId" clId="{EB2AAE5E-F441-4B21-A173-D9609660A338}" dt="2026-08-13T15:49:14.420" v="69" actId="478"/>
          <ac:picMkLst>
            <pc:docMk/>
            <pc:sldMk cId="2875536850" sldId="1627"/>
            <ac:picMk id="4" creationId="{E5464E45-34A8-0FC7-66A6-EE08B5D58A2B}"/>
          </ac:picMkLst>
        </pc:picChg>
        <pc:picChg chg="add mod">
          <ac:chgData name="Wojtek Krakowiak" userId="f72a0bb3b8a70e05" providerId="LiveId" clId="{EB2AAE5E-F441-4B21-A173-D9609660A338}" dt="2026-08-13T15:49:53.222" v="104"/>
          <ac:picMkLst>
            <pc:docMk/>
            <pc:sldMk cId="2875536850" sldId="1627"/>
            <ac:picMk id="5" creationId="{49B142B1-F52F-9072-2E99-011B0CCE869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16:33:39.464" v="1067"/>
        <pc:sldMkLst>
          <pc:docMk/>
          <pc:sldMk cId="1072509236" sldId="1628"/>
        </pc:sldMkLst>
        <pc:spChg chg="mod">
          <ac:chgData name="Wojtek Krakowiak" userId="f72a0bb3b8a70e05" providerId="LiveId" clId="{EB2AAE5E-F441-4B21-A173-D9609660A338}" dt="2026-08-13T15:56:40.894" v="330" actId="14100"/>
          <ac:spMkLst>
            <pc:docMk/>
            <pc:sldMk cId="1072509236" sldId="1628"/>
            <ac:spMk id="2" creationId="{DE21D1D6-149E-331B-D2C5-70C10E55B682}"/>
          </ac:spMkLst>
        </pc:spChg>
        <pc:spChg chg="mod">
          <ac:chgData name="Wojtek Krakowiak" userId="f72a0bb3b8a70e05" providerId="LiveId" clId="{EB2AAE5E-F441-4B21-A173-D9609660A338}" dt="2026-08-13T15:53:36.399" v="149" actId="313"/>
          <ac:spMkLst>
            <pc:docMk/>
            <pc:sldMk cId="1072509236" sldId="1628"/>
            <ac:spMk id="3" creationId="{2183824B-C1EA-37E3-E119-99C955EABF21}"/>
          </ac:spMkLst>
        </pc:spChg>
        <pc:picChg chg="add mod">
          <ac:chgData name="Wojtek Krakowiak" userId="f72a0bb3b8a70e05" providerId="LiveId" clId="{EB2AAE5E-F441-4B21-A173-D9609660A338}" dt="2026-08-13T16:33:38.292" v="1065"/>
          <ac:picMkLst>
            <pc:docMk/>
            <pc:sldMk cId="1072509236" sldId="1628"/>
            <ac:picMk id="4" creationId="{27465EE3-1320-CA0A-BD60-45B485C66D98}"/>
          </ac:picMkLst>
        </pc:picChg>
        <pc:picChg chg="del">
          <ac:chgData name="Wojtek Krakowiak" userId="f72a0bb3b8a70e05" providerId="LiveId" clId="{EB2AAE5E-F441-4B21-A173-D9609660A338}" dt="2026-08-13T15:53:08.145" v="109" actId="478"/>
          <ac:picMkLst>
            <pc:docMk/>
            <pc:sldMk cId="1072509236" sldId="1628"/>
            <ac:picMk id="5" creationId="{49B142B1-F52F-9072-2E99-011B0CCE869B}"/>
          </ac:picMkLst>
        </pc:picChg>
      </pc:sldChg>
      <pc:sldChg chg="addSp modSp add mod modAnim">
        <pc:chgData name="Wojtek Krakowiak" userId="f72a0bb3b8a70e05" providerId="LiveId" clId="{EB2AAE5E-F441-4B21-A173-D9609660A338}" dt="2026-08-13T16:33:13.489" v="1064"/>
        <pc:sldMkLst>
          <pc:docMk/>
          <pc:sldMk cId="2091500056" sldId="1629"/>
        </pc:sldMkLst>
        <pc:spChg chg="mod">
          <ac:chgData name="Wojtek Krakowiak" userId="f72a0bb3b8a70e05" providerId="LiveId" clId="{EB2AAE5E-F441-4B21-A173-D9609660A338}" dt="2026-08-13T15:57:29.943" v="343" actId="108"/>
          <ac:spMkLst>
            <pc:docMk/>
            <pc:sldMk cId="2091500056" sldId="1629"/>
            <ac:spMk id="2" creationId="{4F60193D-779C-DA33-F610-476348ED1241}"/>
          </ac:spMkLst>
        </pc:spChg>
        <pc:spChg chg="mod">
          <ac:chgData name="Wojtek Krakowiak" userId="f72a0bb3b8a70e05" providerId="LiveId" clId="{EB2AAE5E-F441-4B21-A173-D9609660A338}" dt="2026-08-13T15:53:53.304" v="159" actId="20577"/>
          <ac:spMkLst>
            <pc:docMk/>
            <pc:sldMk cId="2091500056" sldId="1629"/>
            <ac:spMk id="3" creationId="{014809BA-43BA-EE83-C26B-F990DD825D02}"/>
          </ac:spMkLst>
        </pc:spChg>
        <pc:picChg chg="add mod">
          <ac:chgData name="Wojtek Krakowiak" userId="f72a0bb3b8a70e05" providerId="LiveId" clId="{EB2AAE5E-F441-4B21-A173-D9609660A338}" dt="2026-08-13T16:33:12.433" v="1062"/>
          <ac:picMkLst>
            <pc:docMk/>
            <pc:sldMk cId="2091500056" sldId="1629"/>
            <ac:picMk id="4" creationId="{C3F3C0B2-2A79-74DD-1AB8-6C0DD7B7A0DF}"/>
          </ac:picMkLst>
        </pc:picChg>
      </pc:sldChg>
      <pc:sldChg chg="addSp modSp add mod modAnim">
        <pc:chgData name="Wojtek Krakowiak" userId="f72a0bb3b8a70e05" providerId="LiveId" clId="{EB2AAE5E-F441-4B21-A173-D9609660A338}" dt="2026-08-13T16:32:49.219" v="1061"/>
        <pc:sldMkLst>
          <pc:docMk/>
          <pc:sldMk cId="3095089080" sldId="1630"/>
        </pc:sldMkLst>
        <pc:spChg chg="mod">
          <ac:chgData name="Wojtek Krakowiak" userId="f72a0bb3b8a70e05" providerId="LiveId" clId="{EB2AAE5E-F441-4B21-A173-D9609660A338}" dt="2026-08-13T15:57:39.996" v="344" actId="108"/>
          <ac:spMkLst>
            <pc:docMk/>
            <pc:sldMk cId="3095089080" sldId="1630"/>
            <ac:spMk id="2" creationId="{B5281446-F475-D601-4358-4DCB2AC57297}"/>
          </ac:spMkLst>
        </pc:spChg>
        <pc:spChg chg="mod">
          <ac:chgData name="Wojtek Krakowiak" userId="f72a0bb3b8a70e05" providerId="LiveId" clId="{EB2AAE5E-F441-4B21-A173-D9609660A338}" dt="2026-08-13T15:54:29.122" v="215" actId="20577"/>
          <ac:spMkLst>
            <pc:docMk/>
            <pc:sldMk cId="3095089080" sldId="1630"/>
            <ac:spMk id="3" creationId="{B56BF2EE-B961-47D8-5616-3601DAF47576}"/>
          </ac:spMkLst>
        </pc:spChg>
        <pc:picChg chg="add mod">
          <ac:chgData name="Wojtek Krakowiak" userId="f72a0bb3b8a70e05" providerId="LiveId" clId="{EB2AAE5E-F441-4B21-A173-D9609660A338}" dt="2026-08-13T16:32:48.146" v="1059"/>
          <ac:picMkLst>
            <pc:docMk/>
            <pc:sldMk cId="3095089080" sldId="1630"/>
            <ac:picMk id="4" creationId="{3B8FE8D4-E00E-42A6-EF13-15CEA2325AFA}"/>
          </ac:picMkLst>
        </pc:picChg>
      </pc:sldChg>
      <pc:sldChg chg="addSp modSp add mod modAnim">
        <pc:chgData name="Wojtek Krakowiak" userId="f72a0bb3b8a70e05" providerId="LiveId" clId="{EB2AAE5E-F441-4B21-A173-D9609660A338}" dt="2026-08-13T16:32:23.705" v="1058"/>
        <pc:sldMkLst>
          <pc:docMk/>
          <pc:sldMk cId="278656570" sldId="1631"/>
        </pc:sldMkLst>
        <pc:spChg chg="mod">
          <ac:chgData name="Wojtek Krakowiak" userId="f72a0bb3b8a70e05" providerId="LiveId" clId="{EB2AAE5E-F441-4B21-A173-D9609660A338}" dt="2026-08-13T15:57:51.246" v="346" actId="108"/>
          <ac:spMkLst>
            <pc:docMk/>
            <pc:sldMk cId="278656570" sldId="1631"/>
            <ac:spMk id="2" creationId="{02DD4011-5CCF-5085-BAF0-186A47C3BAFB}"/>
          </ac:spMkLst>
        </pc:spChg>
        <pc:spChg chg="mod">
          <ac:chgData name="Wojtek Krakowiak" userId="f72a0bb3b8a70e05" providerId="LiveId" clId="{EB2AAE5E-F441-4B21-A173-D9609660A338}" dt="2026-08-13T15:54:53.372" v="236" actId="313"/>
          <ac:spMkLst>
            <pc:docMk/>
            <pc:sldMk cId="278656570" sldId="1631"/>
            <ac:spMk id="3" creationId="{4B370CFF-D48C-F39C-DB0E-C3676AE10B53}"/>
          </ac:spMkLst>
        </pc:spChg>
        <pc:picChg chg="add mod">
          <ac:chgData name="Wojtek Krakowiak" userId="f72a0bb3b8a70e05" providerId="LiveId" clId="{EB2AAE5E-F441-4B21-A173-D9609660A338}" dt="2026-08-13T16:32:22.546" v="1056"/>
          <ac:picMkLst>
            <pc:docMk/>
            <pc:sldMk cId="278656570" sldId="1631"/>
            <ac:picMk id="4" creationId="{F3B7BABB-AFD7-ADFE-660B-41BD31200CD2}"/>
          </ac:picMkLst>
        </pc:picChg>
      </pc:sldChg>
      <pc:sldChg chg="addSp modSp add mod modAnim">
        <pc:chgData name="Wojtek Krakowiak" userId="f72a0bb3b8a70e05" providerId="LiveId" clId="{EB2AAE5E-F441-4B21-A173-D9609660A338}" dt="2026-08-13T16:31:14.501" v="1055"/>
        <pc:sldMkLst>
          <pc:docMk/>
          <pc:sldMk cId="4210064637" sldId="1632"/>
        </pc:sldMkLst>
        <pc:spChg chg="mod">
          <ac:chgData name="Wojtek Krakowiak" userId="f72a0bb3b8a70e05" providerId="LiveId" clId="{EB2AAE5E-F441-4B21-A173-D9609660A338}" dt="2026-08-13T15:57:59.520" v="347" actId="108"/>
          <ac:spMkLst>
            <pc:docMk/>
            <pc:sldMk cId="4210064637" sldId="1632"/>
            <ac:spMk id="2" creationId="{D831491D-B4F9-E8D0-A8F9-450CA15E22B8}"/>
          </ac:spMkLst>
        </pc:spChg>
        <pc:spChg chg="mod">
          <ac:chgData name="Wojtek Krakowiak" userId="f72a0bb3b8a70e05" providerId="LiveId" clId="{EB2AAE5E-F441-4B21-A173-D9609660A338}" dt="2026-08-13T15:55:46.104" v="292" actId="20577"/>
          <ac:spMkLst>
            <pc:docMk/>
            <pc:sldMk cId="4210064637" sldId="1632"/>
            <ac:spMk id="3" creationId="{AEA305B3-26E5-A282-F2C7-4C0E93D5B592}"/>
          </ac:spMkLst>
        </pc:spChg>
        <pc:picChg chg="add mod">
          <ac:chgData name="Wojtek Krakowiak" userId="f72a0bb3b8a70e05" providerId="LiveId" clId="{EB2AAE5E-F441-4B21-A173-D9609660A338}" dt="2026-08-13T16:31:13.303" v="1053"/>
          <ac:picMkLst>
            <pc:docMk/>
            <pc:sldMk cId="4210064637" sldId="1632"/>
            <ac:picMk id="4" creationId="{867B8EF4-1ECA-DA1D-B0F3-F068D61E63D1}"/>
          </ac:picMkLst>
        </pc:picChg>
      </pc:sldChg>
      <pc:sldChg chg="addSp modSp add mod modAnim">
        <pc:chgData name="Wojtek Krakowiak" userId="f72a0bb3b8a70e05" providerId="LiveId" clId="{EB2AAE5E-F441-4B21-A173-D9609660A338}" dt="2026-08-13T16:30:48.334" v="1052"/>
        <pc:sldMkLst>
          <pc:docMk/>
          <pc:sldMk cId="4071810417" sldId="1633"/>
        </pc:sldMkLst>
        <pc:spChg chg="mod">
          <ac:chgData name="Wojtek Krakowiak" userId="f72a0bb3b8a70e05" providerId="LiveId" clId="{EB2AAE5E-F441-4B21-A173-D9609660A338}" dt="2026-08-13T15:58:05.566" v="348" actId="108"/>
          <ac:spMkLst>
            <pc:docMk/>
            <pc:sldMk cId="4071810417" sldId="1633"/>
            <ac:spMk id="2" creationId="{F1592C56-CECD-DE26-5D68-2EF3A473DA6C}"/>
          </ac:spMkLst>
        </pc:spChg>
        <pc:spChg chg="mod">
          <ac:chgData name="Wojtek Krakowiak" userId="f72a0bb3b8a70e05" providerId="LiveId" clId="{EB2AAE5E-F441-4B21-A173-D9609660A338}" dt="2026-08-13T15:56:05.188" v="305" actId="20577"/>
          <ac:spMkLst>
            <pc:docMk/>
            <pc:sldMk cId="4071810417" sldId="1633"/>
            <ac:spMk id="3" creationId="{CD50BE98-6258-0956-1C3C-B0F997654045}"/>
          </ac:spMkLst>
        </pc:spChg>
        <pc:picChg chg="add mod">
          <ac:chgData name="Wojtek Krakowiak" userId="f72a0bb3b8a70e05" providerId="LiveId" clId="{EB2AAE5E-F441-4B21-A173-D9609660A338}" dt="2026-08-13T16:30:47.112" v="1050"/>
          <ac:picMkLst>
            <pc:docMk/>
            <pc:sldMk cId="4071810417" sldId="1633"/>
            <ac:picMk id="4" creationId="{9A78475A-F070-76B6-FD63-0772DB3DB093}"/>
          </ac:picMkLst>
        </pc:picChg>
      </pc:sldChg>
      <pc:sldChg chg="addSp modSp add mod modAnim">
        <pc:chgData name="Wojtek Krakowiak" userId="f72a0bb3b8a70e05" providerId="LiveId" clId="{EB2AAE5E-F441-4B21-A173-D9609660A338}" dt="2026-08-13T16:30:22.237" v="1049"/>
        <pc:sldMkLst>
          <pc:docMk/>
          <pc:sldMk cId="674528118" sldId="1634"/>
        </pc:sldMkLst>
        <pc:spChg chg="mod">
          <ac:chgData name="Wojtek Krakowiak" userId="f72a0bb3b8a70e05" providerId="LiveId" clId="{EB2AAE5E-F441-4B21-A173-D9609660A338}" dt="2026-08-13T15:58:52.241" v="392" actId="20577"/>
          <ac:spMkLst>
            <pc:docMk/>
            <pc:sldMk cId="674528118" sldId="1634"/>
            <ac:spMk id="2" creationId="{F06592A1-F234-C6ED-FA84-B563D119C4D7}"/>
          </ac:spMkLst>
        </pc:spChg>
        <pc:spChg chg="mod">
          <ac:chgData name="Wojtek Krakowiak" userId="f72a0bb3b8a70e05" providerId="LiveId" clId="{EB2AAE5E-F441-4B21-A173-D9609660A338}" dt="2026-08-13T15:59:02.089" v="407" actId="20577"/>
          <ac:spMkLst>
            <pc:docMk/>
            <pc:sldMk cId="674528118" sldId="1634"/>
            <ac:spMk id="3" creationId="{028C92AB-E7A9-C9BC-E0CF-26806D28400B}"/>
          </ac:spMkLst>
        </pc:spChg>
        <pc:picChg chg="add mod">
          <ac:chgData name="Wojtek Krakowiak" userId="f72a0bb3b8a70e05" providerId="LiveId" clId="{EB2AAE5E-F441-4B21-A173-D9609660A338}" dt="2026-08-13T16:30:19.966" v="1047"/>
          <ac:picMkLst>
            <pc:docMk/>
            <pc:sldMk cId="674528118" sldId="1634"/>
            <ac:picMk id="4" creationId="{B8577FD1-0A06-E0A5-A113-70BB82610C61}"/>
          </ac:picMkLst>
        </pc:picChg>
      </pc:sldChg>
      <pc:sldChg chg="addSp modSp add mod modAnim">
        <pc:chgData name="Wojtek Krakowiak" userId="f72a0bb3b8a70e05" providerId="LiveId" clId="{EB2AAE5E-F441-4B21-A173-D9609660A338}" dt="2026-08-13T16:29:50.202" v="1044"/>
        <pc:sldMkLst>
          <pc:docMk/>
          <pc:sldMk cId="1467652968" sldId="1635"/>
        </pc:sldMkLst>
        <pc:spChg chg="mod">
          <ac:chgData name="Wojtek Krakowiak" userId="f72a0bb3b8a70e05" providerId="LiveId" clId="{EB2AAE5E-F441-4B21-A173-D9609660A338}" dt="2026-08-13T15:59:40.509" v="440" actId="20577"/>
          <ac:spMkLst>
            <pc:docMk/>
            <pc:sldMk cId="1467652968" sldId="1635"/>
            <ac:spMk id="2" creationId="{EDC23382-C135-440D-2E59-60337877F88A}"/>
          </ac:spMkLst>
        </pc:spChg>
        <pc:spChg chg="mod">
          <ac:chgData name="Wojtek Krakowiak" userId="f72a0bb3b8a70e05" providerId="LiveId" clId="{EB2AAE5E-F441-4B21-A173-D9609660A338}" dt="2026-08-13T15:59:29.922" v="429" actId="20577"/>
          <ac:spMkLst>
            <pc:docMk/>
            <pc:sldMk cId="1467652968" sldId="1635"/>
            <ac:spMk id="3" creationId="{4ED2A8C5-7FC9-1821-DC1E-366FBD4A2DB8}"/>
          </ac:spMkLst>
        </pc:spChg>
        <pc:picChg chg="add mod">
          <ac:chgData name="Wojtek Krakowiak" userId="f72a0bb3b8a70e05" providerId="LiveId" clId="{EB2AAE5E-F441-4B21-A173-D9609660A338}" dt="2026-08-13T16:29:49.141" v="1042"/>
          <ac:picMkLst>
            <pc:docMk/>
            <pc:sldMk cId="1467652968" sldId="1635"/>
            <ac:picMk id="4" creationId="{13EA0EF5-C56D-C194-1C14-5078F1AEB0DA}"/>
          </ac:picMkLst>
        </pc:picChg>
      </pc:sldChg>
      <pc:sldChg chg="addSp modSp add mod modAnim">
        <pc:chgData name="Wojtek Krakowiak" userId="f72a0bb3b8a70e05" providerId="LiveId" clId="{EB2AAE5E-F441-4B21-A173-D9609660A338}" dt="2026-08-13T16:29:18.756" v="1041"/>
        <pc:sldMkLst>
          <pc:docMk/>
          <pc:sldMk cId="1095590656" sldId="1636"/>
        </pc:sldMkLst>
        <pc:spChg chg="mod">
          <ac:chgData name="Wojtek Krakowiak" userId="f72a0bb3b8a70e05" providerId="LiveId" clId="{EB2AAE5E-F441-4B21-A173-D9609660A338}" dt="2026-08-13T16:02:53.258" v="502" actId="20577"/>
          <ac:spMkLst>
            <pc:docMk/>
            <pc:sldMk cId="1095590656" sldId="1636"/>
            <ac:spMk id="2" creationId="{8F674C45-1D09-7B2F-B1B9-6F51BE47B40A}"/>
          </ac:spMkLst>
        </pc:spChg>
        <pc:spChg chg="mod">
          <ac:chgData name="Wojtek Krakowiak" userId="f72a0bb3b8a70e05" providerId="LiveId" clId="{EB2AAE5E-F441-4B21-A173-D9609660A338}" dt="2026-08-13T16:02:34.750" v="477" actId="20577"/>
          <ac:spMkLst>
            <pc:docMk/>
            <pc:sldMk cId="1095590656" sldId="1636"/>
            <ac:spMk id="3" creationId="{7C2FCE38-EC26-B6AA-3CFF-8B647325E880}"/>
          </ac:spMkLst>
        </pc:spChg>
        <pc:picChg chg="add mod">
          <ac:chgData name="Wojtek Krakowiak" userId="f72a0bb3b8a70e05" providerId="LiveId" clId="{EB2AAE5E-F441-4B21-A173-D9609660A338}" dt="2026-08-13T16:29:17.687" v="1039"/>
          <ac:picMkLst>
            <pc:docMk/>
            <pc:sldMk cId="1095590656" sldId="1636"/>
            <ac:picMk id="4" creationId="{741BAB87-54DE-4227-5256-929DB8AB9934}"/>
          </ac:picMkLst>
        </pc:picChg>
      </pc:sldChg>
      <pc:sldChg chg="modSp add del mod modAnim">
        <pc:chgData name="Wojtek Krakowiak" userId="f72a0bb3b8a70e05" providerId="LiveId" clId="{EB2AAE5E-F441-4B21-A173-D9609660A338}" dt="2026-08-13T16:01:44.572" v="468" actId="47"/>
        <pc:sldMkLst>
          <pc:docMk/>
          <pc:sldMk cId="1445540978" sldId="1636"/>
        </pc:sldMkLst>
        <pc:spChg chg="mod">
          <ac:chgData name="Wojtek Krakowiak" userId="f72a0bb3b8a70e05" providerId="LiveId" clId="{EB2AAE5E-F441-4B21-A173-D9609660A338}" dt="2026-08-13T16:01:03.373" v="451" actId="20577"/>
          <ac:spMkLst>
            <pc:docMk/>
            <pc:sldMk cId="1445540978" sldId="1636"/>
            <ac:spMk id="2" creationId="{8717F0B5-0BB7-3F26-2919-12594D40F771}"/>
          </ac:spMkLst>
        </pc:spChg>
        <pc:spChg chg="mod">
          <ac:chgData name="Wojtek Krakowiak" userId="f72a0bb3b8a70e05" providerId="LiveId" clId="{EB2AAE5E-F441-4B21-A173-D9609660A338}" dt="2026-08-13T16:01:12.891" v="467" actId="20577"/>
          <ac:spMkLst>
            <pc:docMk/>
            <pc:sldMk cId="1445540978" sldId="1636"/>
            <ac:spMk id="3" creationId="{476C5E9E-F6E3-E3F1-560F-D180FFA32A66}"/>
          </ac:spMkLst>
        </pc:spChg>
      </pc:sldChg>
      <pc:sldChg chg="addSp modSp add mod modAnim">
        <pc:chgData name="Wojtek Krakowiak" userId="f72a0bb3b8a70e05" providerId="LiveId" clId="{EB2AAE5E-F441-4B21-A173-D9609660A338}" dt="2026-08-13T16:27:55.897" v="1038"/>
        <pc:sldMkLst>
          <pc:docMk/>
          <pc:sldMk cId="2671417577" sldId="1637"/>
        </pc:sldMkLst>
        <pc:spChg chg="mod">
          <ac:chgData name="Wojtek Krakowiak" userId="f72a0bb3b8a70e05" providerId="LiveId" clId="{EB2AAE5E-F441-4B21-A173-D9609660A338}" dt="2026-08-13T16:02:49.641" v="495" actId="20577"/>
          <ac:spMkLst>
            <pc:docMk/>
            <pc:sldMk cId="2671417577" sldId="1637"/>
            <ac:spMk id="2" creationId="{F1849576-7076-DF5F-028A-031BDDB1DF6B}"/>
          </ac:spMkLst>
        </pc:spChg>
        <pc:spChg chg="mod">
          <ac:chgData name="Wojtek Krakowiak" userId="f72a0bb3b8a70e05" providerId="LiveId" clId="{EB2AAE5E-F441-4B21-A173-D9609660A338}" dt="2026-08-13T16:02:44.156" v="488" actId="20577"/>
          <ac:spMkLst>
            <pc:docMk/>
            <pc:sldMk cId="2671417577" sldId="1637"/>
            <ac:spMk id="3" creationId="{1952AD1A-6CA6-0011-E695-6DFB4CEC515D}"/>
          </ac:spMkLst>
        </pc:spChg>
        <pc:picChg chg="add mod">
          <ac:chgData name="Wojtek Krakowiak" userId="f72a0bb3b8a70e05" providerId="LiveId" clId="{EB2AAE5E-F441-4B21-A173-D9609660A338}" dt="2026-08-13T16:27:54.713" v="1036"/>
          <ac:picMkLst>
            <pc:docMk/>
            <pc:sldMk cId="2671417577" sldId="1637"/>
            <ac:picMk id="4" creationId="{1FAFAE36-2C7C-B8F3-EA43-05AA51745682}"/>
          </ac:picMkLst>
        </pc:picChg>
      </pc:sldChg>
      <pc:sldChg chg="addSp modSp add mod modAnim">
        <pc:chgData name="Wojtek Krakowiak" userId="f72a0bb3b8a70e05" providerId="LiveId" clId="{EB2AAE5E-F441-4B21-A173-D9609660A338}" dt="2026-08-13T16:27:29.805" v="1035"/>
        <pc:sldMkLst>
          <pc:docMk/>
          <pc:sldMk cId="1954415960" sldId="1638"/>
        </pc:sldMkLst>
        <pc:spChg chg="mod">
          <ac:chgData name="Wojtek Krakowiak" userId="f72a0bb3b8a70e05" providerId="LiveId" clId="{EB2AAE5E-F441-4B21-A173-D9609660A338}" dt="2026-08-13T16:04:02.368" v="514" actId="20577"/>
          <ac:spMkLst>
            <pc:docMk/>
            <pc:sldMk cId="1954415960" sldId="1638"/>
            <ac:spMk id="2" creationId="{7A1D0589-14E9-0C1C-89D2-35BA0CC61922}"/>
          </ac:spMkLst>
        </pc:spChg>
        <pc:spChg chg="mod">
          <ac:chgData name="Wojtek Krakowiak" userId="f72a0bb3b8a70e05" providerId="LiveId" clId="{EB2AAE5E-F441-4B21-A173-D9609660A338}" dt="2026-08-13T16:04:35.044" v="539" actId="20577"/>
          <ac:spMkLst>
            <pc:docMk/>
            <pc:sldMk cId="1954415960" sldId="1638"/>
            <ac:spMk id="3" creationId="{F69B3860-BEEB-F5A1-7981-FBDDF609902E}"/>
          </ac:spMkLst>
        </pc:spChg>
        <pc:picChg chg="add mod">
          <ac:chgData name="Wojtek Krakowiak" userId="f72a0bb3b8a70e05" providerId="LiveId" clId="{EB2AAE5E-F441-4B21-A173-D9609660A338}" dt="2026-08-13T16:27:29.805" v="1035"/>
          <ac:picMkLst>
            <pc:docMk/>
            <pc:sldMk cId="1954415960" sldId="1638"/>
            <ac:picMk id="4" creationId="{6A2ED6F2-A83A-76DB-4B4B-A092B8D82E79}"/>
          </ac:picMkLst>
        </pc:picChg>
      </pc:sldChg>
      <pc:sldChg chg="addSp modSp add mod modAnim">
        <pc:chgData name="Wojtek Krakowiak" userId="f72a0bb3b8a70e05" providerId="LiveId" clId="{EB2AAE5E-F441-4B21-A173-D9609660A338}" dt="2026-08-13T16:27:02.360" v="1030"/>
        <pc:sldMkLst>
          <pc:docMk/>
          <pc:sldMk cId="1155380229" sldId="1639"/>
        </pc:sldMkLst>
        <pc:spChg chg="mod">
          <ac:chgData name="Wojtek Krakowiak" userId="f72a0bb3b8a70e05" providerId="LiveId" clId="{EB2AAE5E-F441-4B21-A173-D9609660A338}" dt="2026-08-13T16:06:47.565" v="560" actId="20577"/>
          <ac:spMkLst>
            <pc:docMk/>
            <pc:sldMk cId="1155380229" sldId="1639"/>
            <ac:spMk id="2" creationId="{FE2B9E32-6D2B-27F0-2E18-C78C7920F004}"/>
          </ac:spMkLst>
        </pc:spChg>
        <pc:spChg chg="mod">
          <ac:chgData name="Wojtek Krakowiak" userId="f72a0bb3b8a70e05" providerId="LiveId" clId="{EB2AAE5E-F441-4B21-A173-D9609660A338}" dt="2026-08-13T16:06:40.591" v="550" actId="20577"/>
          <ac:spMkLst>
            <pc:docMk/>
            <pc:sldMk cId="1155380229" sldId="1639"/>
            <ac:spMk id="3" creationId="{E38A3B95-7E43-BC73-5D08-5CE5CBD3BAB0}"/>
          </ac:spMkLst>
        </pc:spChg>
        <pc:picChg chg="add mod">
          <ac:chgData name="Wojtek Krakowiak" userId="f72a0bb3b8a70e05" providerId="LiveId" clId="{EB2AAE5E-F441-4B21-A173-D9609660A338}" dt="2026-08-13T16:27:01.176" v="1028"/>
          <ac:picMkLst>
            <pc:docMk/>
            <pc:sldMk cId="1155380229" sldId="1639"/>
            <ac:picMk id="4" creationId="{A2926156-EAB6-CF8A-9AA9-E996064051CE}"/>
          </ac:picMkLst>
        </pc:picChg>
      </pc:sldChg>
      <pc:sldChg chg="addSp modSp add mod modAnim">
        <pc:chgData name="Wojtek Krakowiak" userId="f72a0bb3b8a70e05" providerId="LiveId" clId="{EB2AAE5E-F441-4B21-A173-D9609660A338}" dt="2026-08-13T16:26:36.473" v="1027"/>
        <pc:sldMkLst>
          <pc:docMk/>
          <pc:sldMk cId="1369047290" sldId="1640"/>
        </pc:sldMkLst>
        <pc:spChg chg="mod">
          <ac:chgData name="Wojtek Krakowiak" userId="f72a0bb3b8a70e05" providerId="LiveId" clId="{EB2AAE5E-F441-4B21-A173-D9609660A338}" dt="2026-08-13T16:08:03.253" v="589" actId="20577"/>
          <ac:spMkLst>
            <pc:docMk/>
            <pc:sldMk cId="1369047290" sldId="1640"/>
            <ac:spMk id="2" creationId="{21F3170F-0D91-7ABB-D24F-AA2D52C7323A}"/>
          </ac:spMkLst>
        </pc:spChg>
        <pc:spChg chg="mod">
          <ac:chgData name="Wojtek Krakowiak" userId="f72a0bb3b8a70e05" providerId="LiveId" clId="{EB2AAE5E-F441-4B21-A173-D9609660A338}" dt="2026-08-13T16:08:30.092" v="631" actId="14100"/>
          <ac:spMkLst>
            <pc:docMk/>
            <pc:sldMk cId="1369047290" sldId="1640"/>
            <ac:spMk id="3" creationId="{A378C726-DEC2-E9F5-8288-37D2FD54B685}"/>
          </ac:spMkLst>
        </pc:spChg>
        <pc:picChg chg="add mod">
          <ac:chgData name="Wojtek Krakowiak" userId="f72a0bb3b8a70e05" providerId="LiveId" clId="{EB2AAE5E-F441-4B21-A173-D9609660A338}" dt="2026-08-13T16:26:34.518" v="1025"/>
          <ac:picMkLst>
            <pc:docMk/>
            <pc:sldMk cId="1369047290" sldId="1640"/>
            <ac:picMk id="4" creationId="{62783C04-2DCD-FAAA-4F5E-C5387E7B0765}"/>
          </ac:picMkLst>
        </pc:picChg>
      </pc:sldChg>
      <pc:sldChg chg="addSp modSp add mod ord modAnim">
        <pc:chgData name="Wojtek Krakowiak" userId="f72a0bb3b8a70e05" providerId="LiveId" clId="{EB2AAE5E-F441-4B21-A173-D9609660A338}" dt="2026-08-13T16:26:03.033" v="1024"/>
        <pc:sldMkLst>
          <pc:docMk/>
          <pc:sldMk cId="2808314001" sldId="1641"/>
        </pc:sldMkLst>
        <pc:spChg chg="mod">
          <ac:chgData name="Wojtek Krakowiak" userId="f72a0bb3b8a70e05" providerId="LiveId" clId="{EB2AAE5E-F441-4B21-A173-D9609660A338}" dt="2026-08-13T16:10:18.697" v="682" actId="20577"/>
          <ac:spMkLst>
            <pc:docMk/>
            <pc:sldMk cId="2808314001" sldId="1641"/>
            <ac:spMk id="2" creationId="{F6ACCD47-47AD-69BD-03D2-021B7D9EA6B2}"/>
          </ac:spMkLst>
        </pc:spChg>
        <pc:spChg chg="mod">
          <ac:chgData name="Wojtek Krakowiak" userId="f72a0bb3b8a70e05" providerId="LiveId" clId="{EB2AAE5E-F441-4B21-A173-D9609660A338}" dt="2026-08-13T16:10:02.669" v="665" actId="27636"/>
          <ac:spMkLst>
            <pc:docMk/>
            <pc:sldMk cId="2808314001" sldId="1641"/>
            <ac:spMk id="3" creationId="{81118907-467A-3147-8467-DA0852C6FE6F}"/>
          </ac:spMkLst>
        </pc:spChg>
        <pc:picChg chg="add mod">
          <ac:chgData name="Wojtek Krakowiak" userId="f72a0bb3b8a70e05" providerId="LiveId" clId="{EB2AAE5E-F441-4B21-A173-D9609660A338}" dt="2026-08-13T16:26:02" v="1022"/>
          <ac:picMkLst>
            <pc:docMk/>
            <pc:sldMk cId="2808314001" sldId="1641"/>
            <ac:picMk id="4" creationId="{76BA5F9E-24D3-2BD7-6AE0-E420BA612C07}"/>
          </ac:picMkLst>
        </pc:picChg>
      </pc:sldChg>
      <pc:sldChg chg="addSp modSp add mod modAnim">
        <pc:chgData name="Wojtek Krakowiak" userId="f72a0bb3b8a70e05" providerId="LiveId" clId="{EB2AAE5E-F441-4B21-A173-D9609660A338}" dt="2026-08-13T16:25:25.109" v="1021"/>
        <pc:sldMkLst>
          <pc:docMk/>
          <pc:sldMk cId="2014515378" sldId="1642"/>
        </pc:sldMkLst>
        <pc:spChg chg="mod">
          <ac:chgData name="Wojtek Krakowiak" userId="f72a0bb3b8a70e05" providerId="LiveId" clId="{EB2AAE5E-F441-4B21-A173-D9609660A338}" dt="2026-08-13T16:11:11.929" v="695" actId="20577"/>
          <ac:spMkLst>
            <pc:docMk/>
            <pc:sldMk cId="2014515378" sldId="1642"/>
            <ac:spMk id="2" creationId="{8F731709-8804-EFB9-3690-F340995D8E95}"/>
          </ac:spMkLst>
        </pc:spChg>
        <pc:spChg chg="mod">
          <ac:chgData name="Wojtek Krakowiak" userId="f72a0bb3b8a70e05" providerId="LiveId" clId="{EB2AAE5E-F441-4B21-A173-D9609660A338}" dt="2026-08-13T16:11:18.703" v="705" actId="20577"/>
          <ac:spMkLst>
            <pc:docMk/>
            <pc:sldMk cId="2014515378" sldId="1642"/>
            <ac:spMk id="3" creationId="{45D4BA8E-5E04-C350-2AE0-1B4DAEA577B1}"/>
          </ac:spMkLst>
        </pc:spChg>
        <pc:picChg chg="add mod">
          <ac:chgData name="Wojtek Krakowiak" userId="f72a0bb3b8a70e05" providerId="LiveId" clId="{EB2AAE5E-F441-4B21-A173-D9609660A338}" dt="2026-08-13T16:25:23.859" v="1019"/>
          <ac:picMkLst>
            <pc:docMk/>
            <pc:sldMk cId="2014515378" sldId="1642"/>
            <ac:picMk id="4" creationId="{38FAAD74-8DE0-9A98-AA9A-507FC3893379}"/>
          </ac:picMkLst>
        </pc:picChg>
      </pc:sldChg>
      <pc:sldChg chg="addSp modSp add mod modAnim">
        <pc:chgData name="Wojtek Krakowiak" userId="f72a0bb3b8a70e05" providerId="LiveId" clId="{EB2AAE5E-F441-4B21-A173-D9609660A338}" dt="2026-08-13T16:25:01.631" v="1018" actId="20577"/>
        <pc:sldMkLst>
          <pc:docMk/>
          <pc:sldMk cId="155629484" sldId="1643"/>
        </pc:sldMkLst>
        <pc:spChg chg="mod">
          <ac:chgData name="Wojtek Krakowiak" userId="f72a0bb3b8a70e05" providerId="LiveId" clId="{EB2AAE5E-F441-4B21-A173-D9609660A338}" dt="2026-08-13T16:25:01.631" v="1018" actId="20577"/>
          <ac:spMkLst>
            <pc:docMk/>
            <pc:sldMk cId="155629484" sldId="1643"/>
            <ac:spMk id="2" creationId="{CFC0FD0D-F9C1-D266-7BAF-D9A69A755724}"/>
          </ac:spMkLst>
        </pc:spChg>
        <pc:spChg chg="mod">
          <ac:chgData name="Wojtek Krakowiak" userId="f72a0bb3b8a70e05" providerId="LiveId" clId="{EB2AAE5E-F441-4B21-A173-D9609660A338}" dt="2026-08-13T16:12:42.051" v="794" actId="20577"/>
          <ac:spMkLst>
            <pc:docMk/>
            <pc:sldMk cId="155629484" sldId="1643"/>
            <ac:spMk id="3" creationId="{542AB3A5-ED9E-FBDD-B910-448D41080948}"/>
          </ac:spMkLst>
        </pc:spChg>
        <pc:picChg chg="add mod">
          <ac:chgData name="Wojtek Krakowiak" userId="f72a0bb3b8a70e05" providerId="LiveId" clId="{EB2AAE5E-F441-4B21-A173-D9609660A338}" dt="2026-08-13T16:24:47.987" v="1012"/>
          <ac:picMkLst>
            <pc:docMk/>
            <pc:sldMk cId="155629484" sldId="1643"/>
            <ac:picMk id="4" creationId="{D7C23FB1-C7FA-2155-42C5-01B3C60990BE}"/>
          </ac:picMkLst>
        </pc:picChg>
      </pc:sldChg>
      <pc:sldChg chg="addSp modSp add mod modAnim">
        <pc:chgData name="Wojtek Krakowiak" userId="f72a0bb3b8a70e05" providerId="LiveId" clId="{EB2AAE5E-F441-4B21-A173-D9609660A338}" dt="2026-08-13T16:24:22.933" v="1011"/>
        <pc:sldMkLst>
          <pc:docMk/>
          <pc:sldMk cId="1967421415" sldId="1644"/>
        </pc:sldMkLst>
        <pc:spChg chg="mod">
          <ac:chgData name="Wojtek Krakowiak" userId="f72a0bb3b8a70e05" providerId="LiveId" clId="{EB2AAE5E-F441-4B21-A173-D9609660A338}" dt="2026-08-13T16:12:18.663" v="773" actId="20577"/>
          <ac:spMkLst>
            <pc:docMk/>
            <pc:sldMk cId="1967421415" sldId="1644"/>
            <ac:spMk id="2" creationId="{5678153F-5FBC-7F17-38D2-BFCF42E0E5CC}"/>
          </ac:spMkLst>
        </pc:spChg>
        <pc:spChg chg="mod">
          <ac:chgData name="Wojtek Krakowiak" userId="f72a0bb3b8a70e05" providerId="LiveId" clId="{EB2AAE5E-F441-4B21-A173-D9609660A338}" dt="2026-08-13T16:12:33.924" v="792" actId="20577"/>
          <ac:spMkLst>
            <pc:docMk/>
            <pc:sldMk cId="1967421415" sldId="1644"/>
            <ac:spMk id="3" creationId="{679B021C-681B-2494-7AD3-06A367D60475}"/>
          </ac:spMkLst>
        </pc:spChg>
        <pc:picChg chg="add mod">
          <ac:chgData name="Wojtek Krakowiak" userId="f72a0bb3b8a70e05" providerId="LiveId" clId="{EB2AAE5E-F441-4B21-A173-D9609660A338}" dt="2026-08-13T16:24:21.811" v="1009"/>
          <ac:picMkLst>
            <pc:docMk/>
            <pc:sldMk cId="1967421415" sldId="1644"/>
            <ac:picMk id="4" creationId="{ECE7F441-382D-74E9-7E9E-CE37B6EC3EF7}"/>
          </ac:picMkLst>
        </pc:picChg>
      </pc:sldChg>
      <pc:sldChg chg="addSp modSp add mod modAnim">
        <pc:chgData name="Wojtek Krakowiak" userId="f72a0bb3b8a70e05" providerId="LiveId" clId="{EB2AAE5E-F441-4B21-A173-D9609660A338}" dt="2026-08-13T16:23:53.300" v="1008"/>
        <pc:sldMkLst>
          <pc:docMk/>
          <pc:sldMk cId="270181539" sldId="1645"/>
        </pc:sldMkLst>
        <pc:spChg chg="mod">
          <ac:chgData name="Wojtek Krakowiak" userId="f72a0bb3b8a70e05" providerId="LiveId" clId="{EB2AAE5E-F441-4B21-A173-D9609660A338}" dt="2026-08-13T16:13:27.320" v="835" actId="20577"/>
          <ac:spMkLst>
            <pc:docMk/>
            <pc:sldMk cId="270181539" sldId="1645"/>
            <ac:spMk id="2" creationId="{66544888-DCD7-C519-7B5E-EB28A6CA26AC}"/>
          </ac:spMkLst>
        </pc:spChg>
        <pc:spChg chg="mod">
          <ac:chgData name="Wojtek Krakowiak" userId="f72a0bb3b8a70e05" providerId="LiveId" clId="{EB2AAE5E-F441-4B21-A173-D9609660A338}" dt="2026-08-13T16:13:14.879" v="824" actId="20577"/>
          <ac:spMkLst>
            <pc:docMk/>
            <pc:sldMk cId="270181539" sldId="1645"/>
            <ac:spMk id="3" creationId="{5F1A80A7-414A-70FC-0E4A-40D99ACF4044}"/>
          </ac:spMkLst>
        </pc:spChg>
        <pc:picChg chg="add mod">
          <ac:chgData name="Wojtek Krakowiak" userId="f72a0bb3b8a70e05" providerId="LiveId" clId="{EB2AAE5E-F441-4B21-A173-D9609660A338}" dt="2026-08-13T16:23:52.292" v="1006"/>
          <ac:picMkLst>
            <pc:docMk/>
            <pc:sldMk cId="270181539" sldId="1645"/>
            <ac:picMk id="4" creationId="{5DD30CD1-33C1-FB20-D5CF-A5FE0B545A20}"/>
          </ac:picMkLst>
        </pc:picChg>
      </pc:sldChg>
      <pc:sldChg chg="addSp modSp add mod modAnim">
        <pc:chgData name="Wojtek Krakowiak" userId="f72a0bb3b8a70e05" providerId="LiveId" clId="{EB2AAE5E-F441-4B21-A173-D9609660A338}" dt="2026-08-13T16:23:27.405" v="1005"/>
        <pc:sldMkLst>
          <pc:docMk/>
          <pc:sldMk cId="1930217161" sldId="1646"/>
        </pc:sldMkLst>
        <pc:spChg chg="mod">
          <ac:chgData name="Wojtek Krakowiak" userId="f72a0bb3b8a70e05" providerId="LiveId" clId="{EB2AAE5E-F441-4B21-A173-D9609660A338}" dt="2026-08-13T16:14:14.157" v="880" actId="20577"/>
          <ac:spMkLst>
            <pc:docMk/>
            <pc:sldMk cId="1930217161" sldId="1646"/>
            <ac:spMk id="2" creationId="{11D5FB7D-0CBA-B70C-30DC-DB54294A501A}"/>
          </ac:spMkLst>
        </pc:spChg>
        <pc:spChg chg="mod">
          <ac:chgData name="Wojtek Krakowiak" userId="f72a0bb3b8a70e05" providerId="LiveId" clId="{EB2AAE5E-F441-4B21-A173-D9609660A338}" dt="2026-08-13T16:14:05.794" v="876" actId="20577"/>
          <ac:spMkLst>
            <pc:docMk/>
            <pc:sldMk cId="1930217161" sldId="1646"/>
            <ac:spMk id="3" creationId="{9738AE1C-82B6-07C5-1657-A1C2DD3E7896}"/>
          </ac:spMkLst>
        </pc:spChg>
        <pc:picChg chg="add mod">
          <ac:chgData name="Wojtek Krakowiak" userId="f72a0bb3b8a70e05" providerId="LiveId" clId="{EB2AAE5E-F441-4B21-A173-D9609660A338}" dt="2026-08-13T16:23:26.083" v="1003"/>
          <ac:picMkLst>
            <pc:docMk/>
            <pc:sldMk cId="1930217161" sldId="1646"/>
            <ac:picMk id="4" creationId="{6EC93D74-B86F-B68C-CDC4-BF6A6EB0DD1A}"/>
          </ac:picMkLst>
        </pc:picChg>
      </pc:sldChg>
      <pc:sldChg chg="addSp modSp add mod modAnim">
        <pc:chgData name="Wojtek Krakowiak" userId="f72a0bb3b8a70e05" providerId="LiveId" clId="{EB2AAE5E-F441-4B21-A173-D9609660A338}" dt="2026-08-13T16:22:59.902" v="1002"/>
        <pc:sldMkLst>
          <pc:docMk/>
          <pc:sldMk cId="3033433335" sldId="1647"/>
        </pc:sldMkLst>
        <pc:spChg chg="mod">
          <ac:chgData name="Wojtek Krakowiak" userId="f72a0bb3b8a70e05" providerId="LiveId" clId="{EB2AAE5E-F441-4B21-A173-D9609660A338}" dt="2026-08-13T16:14:50.318" v="900" actId="20577"/>
          <ac:spMkLst>
            <pc:docMk/>
            <pc:sldMk cId="3033433335" sldId="1647"/>
            <ac:spMk id="2" creationId="{30264C96-C6A0-83B5-E8F9-B94C45CC90F8}"/>
          </ac:spMkLst>
        </pc:spChg>
        <pc:spChg chg="mod">
          <ac:chgData name="Wojtek Krakowiak" userId="f72a0bb3b8a70e05" providerId="LiveId" clId="{EB2AAE5E-F441-4B21-A173-D9609660A338}" dt="2026-08-13T16:14:41.451" v="889" actId="20577"/>
          <ac:spMkLst>
            <pc:docMk/>
            <pc:sldMk cId="3033433335" sldId="1647"/>
            <ac:spMk id="3" creationId="{190606DD-240D-4556-8B8F-2C58D006B04A}"/>
          </ac:spMkLst>
        </pc:spChg>
        <pc:picChg chg="add mod">
          <ac:chgData name="Wojtek Krakowiak" userId="f72a0bb3b8a70e05" providerId="LiveId" clId="{EB2AAE5E-F441-4B21-A173-D9609660A338}" dt="2026-08-13T16:22:58.622" v="1000"/>
          <ac:picMkLst>
            <pc:docMk/>
            <pc:sldMk cId="3033433335" sldId="1647"/>
            <ac:picMk id="4" creationId="{9816DF61-2230-D6C9-5BC4-942AAE40F92D}"/>
          </ac:picMkLst>
        </pc:picChg>
      </pc:sldChg>
      <pc:sldChg chg="addSp modSp add mod modAnim">
        <pc:chgData name="Wojtek Krakowiak" userId="f72a0bb3b8a70e05" providerId="LiveId" clId="{EB2AAE5E-F441-4B21-A173-D9609660A338}" dt="2026-08-13T16:22:35.349" v="999"/>
        <pc:sldMkLst>
          <pc:docMk/>
          <pc:sldMk cId="4188852802" sldId="1648"/>
        </pc:sldMkLst>
        <pc:spChg chg="mod">
          <ac:chgData name="Wojtek Krakowiak" userId="f72a0bb3b8a70e05" providerId="LiveId" clId="{EB2AAE5E-F441-4B21-A173-D9609660A338}" dt="2026-08-13T16:15:10.623" v="909" actId="20577"/>
          <ac:spMkLst>
            <pc:docMk/>
            <pc:sldMk cId="4188852802" sldId="1648"/>
            <ac:spMk id="2" creationId="{0EB67E96-CB63-9268-717A-848791F31A7A}"/>
          </ac:spMkLst>
        </pc:spChg>
        <pc:spChg chg="mod">
          <ac:chgData name="Wojtek Krakowiak" userId="f72a0bb3b8a70e05" providerId="LiveId" clId="{EB2AAE5E-F441-4B21-A173-D9609660A338}" dt="2026-08-13T16:15:18.277" v="918" actId="20577"/>
          <ac:spMkLst>
            <pc:docMk/>
            <pc:sldMk cId="4188852802" sldId="1648"/>
            <ac:spMk id="3" creationId="{FBCCDF9D-18DA-AA68-0338-1D5584CF4E3B}"/>
          </ac:spMkLst>
        </pc:spChg>
        <pc:picChg chg="add mod">
          <ac:chgData name="Wojtek Krakowiak" userId="f72a0bb3b8a70e05" providerId="LiveId" clId="{EB2AAE5E-F441-4B21-A173-D9609660A338}" dt="2026-08-13T16:22:33.924" v="997"/>
          <ac:picMkLst>
            <pc:docMk/>
            <pc:sldMk cId="4188852802" sldId="1648"/>
            <ac:picMk id="4" creationId="{9238C092-D44E-3786-B9EE-FA38FA0C4D10}"/>
          </ac:picMkLst>
        </pc:picChg>
      </pc:sldChg>
      <pc:sldChg chg="addSp modSp add mod ord modAnim">
        <pc:chgData name="Wojtek Krakowiak" userId="f72a0bb3b8a70e05" providerId="LiveId" clId="{EB2AAE5E-F441-4B21-A173-D9609660A338}" dt="2026-08-13T16:21:32.355" v="993"/>
        <pc:sldMkLst>
          <pc:docMk/>
          <pc:sldMk cId="3093580236" sldId="1649"/>
        </pc:sldMkLst>
        <pc:spChg chg="mod">
          <ac:chgData name="Wojtek Krakowiak" userId="f72a0bb3b8a70e05" providerId="LiveId" clId="{EB2AAE5E-F441-4B21-A173-D9609660A338}" dt="2026-08-13T16:20:56.225" v="980" actId="20577"/>
          <ac:spMkLst>
            <pc:docMk/>
            <pc:sldMk cId="3093580236" sldId="1649"/>
            <ac:spMk id="2" creationId="{ED380168-3478-3D43-80FB-95AF2F813478}"/>
          </ac:spMkLst>
        </pc:spChg>
        <pc:spChg chg="mod">
          <ac:chgData name="Wojtek Krakowiak" userId="f72a0bb3b8a70e05" providerId="LiveId" clId="{EB2AAE5E-F441-4B21-A173-D9609660A338}" dt="2026-08-13T16:21:03.941" v="990" actId="20577"/>
          <ac:spMkLst>
            <pc:docMk/>
            <pc:sldMk cId="3093580236" sldId="1649"/>
            <ac:spMk id="3" creationId="{DB0901A9-16ED-918A-1365-BBEC598389B1}"/>
          </ac:spMkLst>
        </pc:spChg>
        <pc:picChg chg="add mod">
          <ac:chgData name="Wojtek Krakowiak" userId="f72a0bb3b8a70e05" providerId="LiveId" clId="{EB2AAE5E-F441-4B21-A173-D9609660A338}" dt="2026-08-13T16:21:30.987" v="991"/>
          <ac:picMkLst>
            <pc:docMk/>
            <pc:sldMk cId="3093580236" sldId="1649"/>
            <ac:picMk id="4" creationId="{BBFFEF1D-F683-566E-B697-9FA97516DF6B}"/>
          </ac:picMkLst>
        </pc:picChg>
      </pc:sldChg>
      <pc:sldChg chg="addSp modSp add mod modAnim">
        <pc:chgData name="Wojtek Krakowiak" userId="f72a0bb3b8a70e05" providerId="LiveId" clId="{EB2AAE5E-F441-4B21-A173-D9609660A338}" dt="2026-08-13T16:22:09.495" v="996"/>
        <pc:sldMkLst>
          <pc:docMk/>
          <pc:sldMk cId="2669243029" sldId="1650"/>
        </pc:sldMkLst>
        <pc:spChg chg="mod">
          <ac:chgData name="Wojtek Krakowiak" userId="f72a0bb3b8a70e05" providerId="LiveId" clId="{EB2AAE5E-F441-4B21-A173-D9609660A338}" dt="2026-08-13T16:20:37.667" v="958" actId="20577"/>
          <ac:spMkLst>
            <pc:docMk/>
            <pc:sldMk cId="2669243029" sldId="1650"/>
            <ac:spMk id="2" creationId="{317B6E24-5777-8C40-29AC-6BE97AA0BAA0}"/>
          </ac:spMkLst>
        </pc:spChg>
        <pc:picChg chg="add mod">
          <ac:chgData name="Wojtek Krakowiak" userId="f72a0bb3b8a70e05" providerId="LiveId" clId="{EB2AAE5E-F441-4B21-A173-D9609660A338}" dt="2026-08-13T16:22:08.133" v="994"/>
          <ac:picMkLst>
            <pc:docMk/>
            <pc:sldMk cId="2669243029" sldId="1650"/>
            <ac:picMk id="4" creationId="{56014B9B-18DB-5EB2-3CDD-1DB51EDFEC1F}"/>
          </ac:picMkLst>
        </pc:picChg>
      </pc:sldChg>
      <pc:sldChg chg="new del">
        <pc:chgData name="Wojtek Krakowiak" userId="f72a0bb3b8a70e05" providerId="LiveId" clId="{EB2AAE5E-F441-4B21-A173-D9609660A338}" dt="2026-08-13T16:30:15.076" v="1046" actId="47"/>
        <pc:sldMkLst>
          <pc:docMk/>
          <pc:sldMk cId="1999370665" sldId="165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13.08.2026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2.mp3"/><Relationship Id="rId1" Type="http://schemas.microsoft.com/office/2007/relationships/media" Target="../media/media62.mp3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3.mp3"/><Relationship Id="rId1" Type="http://schemas.microsoft.com/office/2007/relationships/media" Target="../media/media63.mp3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4.mp3"/><Relationship Id="rId1" Type="http://schemas.microsoft.com/office/2007/relationships/media" Target="../media/media64.mp3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5.mp3"/><Relationship Id="rId1" Type="http://schemas.microsoft.com/office/2007/relationships/media" Target="../media/media65.mp3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6.mp3"/><Relationship Id="rId1" Type="http://schemas.microsoft.com/office/2007/relationships/media" Target="../media/media66.mp3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7.mp3"/><Relationship Id="rId1" Type="http://schemas.microsoft.com/office/2007/relationships/media" Target="../media/media67.mp3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8.mp3"/><Relationship Id="rId1" Type="http://schemas.microsoft.com/office/2007/relationships/media" Target="../media/media68.mp3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9.mp3"/><Relationship Id="rId1" Type="http://schemas.microsoft.com/office/2007/relationships/media" Target="../media/media69.mp3"/><Relationship Id="rId4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0.mp3"/><Relationship Id="rId1" Type="http://schemas.microsoft.com/office/2007/relationships/media" Target="../media/media70.mp3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1.mp3"/><Relationship Id="rId1" Type="http://schemas.microsoft.com/office/2007/relationships/media" Target="../media/media71.mp3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2.mp3"/><Relationship Id="rId1" Type="http://schemas.microsoft.com/office/2007/relationships/media" Target="../media/media72.mp3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3.mp3"/><Relationship Id="rId1" Type="http://schemas.microsoft.com/office/2007/relationships/media" Target="../media/media73.mp3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4.mp3"/><Relationship Id="rId1" Type="http://schemas.microsoft.com/office/2007/relationships/media" Target="../media/media74.mp3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5.mp3"/><Relationship Id="rId1" Type="http://schemas.microsoft.com/office/2007/relationships/media" Target="../media/media75.mp3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6.mp3"/><Relationship Id="rId1" Type="http://schemas.microsoft.com/office/2007/relationships/media" Target="../media/media76.mp3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7.mp3"/><Relationship Id="rId1" Type="http://schemas.microsoft.com/office/2007/relationships/media" Target="../media/media77.mp3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8.mp3"/><Relationship Id="rId1" Type="http://schemas.microsoft.com/office/2007/relationships/media" Target="../media/media78.mp3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9.mp3"/><Relationship Id="rId1" Type="http://schemas.microsoft.com/office/2007/relationships/media" Target="../media/media79.mp3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0.mp3"/><Relationship Id="rId1" Type="http://schemas.microsoft.com/office/2007/relationships/media" Target="../media/media80.mp3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1.mp3"/><Relationship Id="rId1" Type="http://schemas.microsoft.com/office/2007/relationships/media" Target="../media/media81.mp3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2.mp3"/><Relationship Id="rId1" Type="http://schemas.microsoft.com/office/2007/relationships/media" Target="../media/media82.mp3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3.mp3"/><Relationship Id="rId1" Type="http://schemas.microsoft.com/office/2007/relationships/media" Target="../media/media83.mp3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4.mp3"/><Relationship Id="rId1" Type="http://schemas.microsoft.com/office/2007/relationships/media" Target="../media/media84.mp3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5.mp3"/><Relationship Id="rId1" Type="http://schemas.microsoft.com/office/2007/relationships/media" Target="../media/media85.mp3"/><Relationship Id="rId4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6.mp3"/><Relationship Id="rId1" Type="http://schemas.microsoft.com/office/2007/relationships/media" Target="../media/media86.mp3"/><Relationship Id="rId4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7.mp3"/><Relationship Id="rId1" Type="http://schemas.microsoft.com/office/2007/relationships/media" Target="../media/media87.mp3"/><Relationship Id="rId4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8.mp3"/><Relationship Id="rId1" Type="http://schemas.microsoft.com/office/2007/relationships/media" Target="../media/media88.mp3"/><Relationship Id="rId4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9.mp3"/><Relationship Id="rId1" Type="http://schemas.microsoft.com/office/2007/relationships/media" Target="../media/media89.mp3"/><Relationship Id="rId4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0.mp3"/><Relationship Id="rId1" Type="http://schemas.microsoft.com/office/2007/relationships/media" Target="../media/media90.mp3"/><Relationship Id="rId4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1.mp3"/><Relationship Id="rId1" Type="http://schemas.microsoft.com/office/2007/relationships/media" Target="../media/media91.mp3"/><Relationship Id="rId4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2.mp3"/><Relationship Id="rId1" Type="http://schemas.microsoft.com/office/2007/relationships/media" Target="../media/media92.mp3"/><Relationship Id="rId4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3.mp3"/><Relationship Id="rId1" Type="http://schemas.microsoft.com/office/2007/relationships/media" Target="../media/media93.mp3"/><Relationship Id="rId4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4.mp3"/><Relationship Id="rId1" Type="http://schemas.microsoft.com/office/2007/relationships/media" Target="../media/media94.mp3"/><Relationship Id="rId4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5.mp3"/><Relationship Id="rId1" Type="http://schemas.microsoft.com/office/2007/relationships/media" Target="../media/media95.mp3"/><Relationship Id="rId4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6.mp3"/><Relationship Id="rId1" Type="http://schemas.microsoft.com/office/2007/relationships/media" Target="../media/media96.mp3"/><Relationship Id="rId4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7.mp3"/><Relationship Id="rId1" Type="http://schemas.microsoft.com/office/2007/relationships/media" Target="../media/media97.mp3"/><Relationship Id="rId4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8.mp3"/><Relationship Id="rId1" Type="http://schemas.microsoft.com/office/2007/relationships/media" Target="../media/media98.mp3"/><Relationship Id="rId4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9.mp3"/><Relationship Id="rId1" Type="http://schemas.microsoft.com/office/2007/relationships/media" Target="../media/media99.mp3"/><Relationship Id="rId4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0.mp3"/><Relationship Id="rId1" Type="http://schemas.microsoft.com/office/2007/relationships/media" Target="../media/media100.mp3"/><Relationship Id="rId4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1.mp3"/><Relationship Id="rId1" Type="http://schemas.microsoft.com/office/2007/relationships/media" Target="../media/media101.mp3"/><Relationship Id="rId4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2.mp3"/><Relationship Id="rId1" Type="http://schemas.microsoft.com/office/2007/relationships/media" Target="../media/media102.mp3"/><Relationship Id="rId4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3.mp3"/><Relationship Id="rId1" Type="http://schemas.microsoft.com/office/2007/relationships/media" Target="../media/media103.mp3"/><Relationship Id="rId4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4.mp3"/><Relationship Id="rId1" Type="http://schemas.microsoft.com/office/2007/relationships/media" Target="../media/media104.mp3"/><Relationship Id="rId4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5.mp3"/><Relationship Id="rId1" Type="http://schemas.microsoft.com/office/2007/relationships/media" Target="../media/media105.mp3"/><Relationship Id="rId4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6.mp3"/><Relationship Id="rId1" Type="http://schemas.microsoft.com/office/2007/relationships/media" Target="../media/media106.mp3"/><Relationship Id="rId4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7.mp3"/><Relationship Id="rId1" Type="http://schemas.microsoft.com/office/2007/relationships/media" Target="../media/media107.mp3"/><Relationship Id="rId4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8.mp3"/><Relationship Id="rId1" Type="http://schemas.microsoft.com/office/2007/relationships/media" Target="../media/media108.mp3"/><Relationship Id="rId4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9.mp3"/><Relationship Id="rId1" Type="http://schemas.microsoft.com/office/2007/relationships/media" Target="../media/media109.mp3"/><Relationship Id="rId4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0.mp3"/><Relationship Id="rId1" Type="http://schemas.microsoft.com/office/2007/relationships/media" Target="../media/media110.mp3"/><Relationship Id="rId4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1.mp3"/><Relationship Id="rId1" Type="http://schemas.microsoft.com/office/2007/relationships/media" Target="../media/media111.mp3"/><Relationship Id="rId4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2.mp3"/><Relationship Id="rId1" Type="http://schemas.microsoft.com/office/2007/relationships/media" Target="../media/media112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353212"/>
            <a:ext cx="11131290" cy="4151575"/>
          </a:xfrm>
        </p:spPr>
        <p:txBody>
          <a:bodyPr>
            <a:normAutofit fontScale="90000"/>
          </a:bodyPr>
          <a:lstStyle/>
          <a:p>
            <a:br>
              <a:rPr lang="pl-PL" sz="9600" b="1" dirty="0">
                <a:latin typeface="+mn-lt"/>
              </a:rPr>
            </a:br>
            <a:r>
              <a:rPr lang="pl-PL" sz="9600" b="1" dirty="0">
                <a:latin typeface="+mn-lt"/>
              </a:rPr>
              <a:t>Terminy matematyczne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naturalne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Natural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F0971E2-2877-D5FB-D656-1F39201118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9E93-CA45-A98B-F7E6-ECA0F43A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1AD5A0-842F-3CF5-31D7-C10C1E7FF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całkowite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2E8E625-1D55-2FE4-665D-8A74F7457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Intigers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2DAC7C-57B2-0AEC-F441-4ADD1EEC19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7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6C46-D530-0112-DF35-AE449CFE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A2ED60-B876-F477-03D8-457AA2AC5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wymierne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C0CC3A-7A45-D1DF-8B25-F14BACE7A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Rational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D00754A-DF79-8296-744A-3E44AB6040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0BF67-34C0-6D24-B708-D9F5EB8A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E1FDED-7264-6D12-2FB4-C155F475B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niewymierne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1F3720C-8071-A355-2143-11B6FE93C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Irrational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EADD017-C6FD-2182-DEE9-24C94834F2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1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382E-46A9-1C3E-A3E7-88BAC73E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15A9A7-187E-2936-EA9A-B83FF6403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rzeczywiste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C00938C-EFC0-057C-0586-9347BDDCB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Real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3D3C220-2D65-C45C-9CB8-58EB8CCE40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0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A235-E976-5505-038D-57338FC7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2FF7CF-D7F8-9773-98C0-68BF0FF03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N</a:t>
            </a:r>
            <a:r>
              <a:rPr lang="pl-PL" sz="7200" b="1" dirty="0" err="1">
                <a:latin typeface="+mn-lt"/>
              </a:rPr>
              <a:t>awiasy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B22F98A-88F3-710E-3AA6-D7AF3F5FF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Brackets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5D1772-5FF6-D873-57E4-0312182E69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2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DA2F6-DF69-3ABC-C834-C3FED740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29B7B2-6BE0-4CB0-1EA9-7C80B855E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pierwsze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FA3B4EC-55C3-DF5F-7E1D-91E905140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Prime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0F619A4-5BE6-122B-F917-F1CCBF11B4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1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2204-0D5A-A79C-777E-5FE23880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6B8EE8-5E8A-57E7-F471-13FA1F5CC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nieparzyste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E7FA04E-EF8D-3E7A-8570-BD3F9176A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Odd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4B1D199-8E47-6BCA-A38C-8F2FBEFBE0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2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F17F-512B-90EE-A9A9-226A3FF5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D6D94F-5846-A348-F897-EF3AB9F0D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parzyste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2203D2-23AF-2567-92C6-BB5D36C0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Even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EB74EC6-7C03-DE7E-ECCB-BB24F28FD4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2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108A-C43C-80F1-A5D1-2B4FEA6F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39806B-14C7-1BBE-24FC-F0F0315DF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Liczby mieszane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641DFB1-B68F-636B-7A7F-9897A63D9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Mixed </a:t>
            </a:r>
            <a:r>
              <a:rPr lang="pl-PL" sz="7200" b="1" dirty="0" err="1">
                <a:solidFill>
                  <a:srgbClr val="FF0000"/>
                </a:solidFill>
              </a:rPr>
              <a:t>numbers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C089421-8BCB-2863-D6AD-7E9B8D769C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0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C31D-382E-C742-F1AB-E6B672B6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E07B84-A3CF-6072-A882-C91283D5E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Ułamki dziesiętne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89FF8E-6AC6-AFED-FFEF-159C781B5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Decimals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BED0DC8-7D71-92E2-BFE9-C36D98D60A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2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14F8-E45A-CF10-620C-FEC39109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FB6EAA-6A64-C758-6AEE-E7C422FDE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Ułamki zwykłe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D6ABAAC-7F9D-A09D-9075-E2232223E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Fractions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635B7E8-D7B5-34D8-846F-B87182B32E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E1642-81F6-F139-7D3D-2C1159A3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EDD2BE-42A4-C9E3-EF92-A174EAB61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Ułamki zwykłe właściwe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D119E64-AA93-0D1E-B275-D87E9821B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Proper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fractions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1DF815-10E4-9CF6-9168-98B14F7BBB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4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FA07-328B-885C-18B7-3F4B4564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1896C8-2755-30E2-CC97-5807C9DD3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Ułamki zwykłe niewłaściwe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153C537-92AF-E78B-3F22-1173856BE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Inproper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fractions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4C6FC9-D5AE-1F66-F1BB-5CA25E7DD6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0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765E-00C5-E4E7-169B-A2CC3F1F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0D3DB5-6877-DEB8-50C1-0DCF63CDF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D1AFE0-F047-E703-06C3-67B2165C7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Numerator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0C5805-6250-93E9-525E-C035AE1874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0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798D-D364-9D89-92EC-0EDCCE3C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0E3640-DFE1-A7C8-CEB1-FBC8B8816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Kreska ułamkowa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5EE2F6F-5FCC-801B-73D4-4C75B86D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Fraction</a:t>
            </a:r>
            <a:r>
              <a:rPr lang="pl-PL" sz="7200" b="1" dirty="0">
                <a:solidFill>
                  <a:srgbClr val="FF0000"/>
                </a:solidFill>
              </a:rPr>
              <a:t> bar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30B4000-0139-7732-7F5F-5A3382E663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0986-DD87-4239-31E5-946C21D7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995887-ED19-A8AC-071A-EC63A1EAD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M</a:t>
            </a:r>
            <a:r>
              <a:rPr lang="pl-PL" sz="7200" b="1" dirty="0" err="1">
                <a:latin typeface="+mn-lt"/>
              </a:rPr>
              <a:t>ianownik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46FDA83-EE71-97BE-8C24-1046254C2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Denominator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30C3513-58F2-56BB-BBF1-B49F994513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7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332D6-0777-D61B-FCF1-55C3490C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AEA699-BCCB-1D60-6D27-13567B437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Ułamek okresowy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6158D2E-A5D5-0D4F-24B0-D4CDEE9CF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Repetitive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fraction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F5109E4-6F84-281C-469E-3BDEED3DCE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7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58DF-1730-935F-1C1E-68413101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BD0A6E-3616-9169-B1F2-D5BB2EAB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Dziedzina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53DC5AF-960A-9F5E-3277-8587423B3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Domain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1EF218B-F0FE-9CA6-0F72-42C577042A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5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3ECE-B41E-12BA-D7DE-84F1ACCE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974750-4D7F-9332-C1E5-471AE837D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Błąd bezwzględny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010ECDB-4A74-7D84-40CA-DAF636A66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Absolut error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CBA7D9-292A-780F-4726-8DE8B50613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2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A1A8-344F-793F-5A8E-9579095B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4774AA-BE4F-3510-4E83-7D8C80888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Błąd względny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D7F4D39-BF9A-FBBA-F7C1-2EFA2CD8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Relative</a:t>
            </a:r>
            <a:r>
              <a:rPr lang="pl-PL" sz="7200" b="1" dirty="0">
                <a:solidFill>
                  <a:srgbClr val="FF0000"/>
                </a:solidFill>
              </a:rPr>
              <a:t> error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1149688-91DA-1CC8-1005-1D7B6BBB81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EB29-01DC-A5C0-32EB-8D323BC1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260420-5B48-0CF1-C5D2-73EEF74C9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Błąd procentowy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8799F36-B0F0-BCD9-A833-FACD7E248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Percentage</a:t>
            </a:r>
            <a:r>
              <a:rPr lang="pl-PL" sz="7200" b="1" dirty="0">
                <a:solidFill>
                  <a:srgbClr val="FF0000"/>
                </a:solidFill>
              </a:rPr>
              <a:t> error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C749CBC-5938-1556-60DF-EF9FF8BFDD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1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2276-C79D-4D76-2B25-0C2133E9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5F7CCB-6E75-1A03-3228-FB342B036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Liczba pierwiastkowana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C7B3F9E-27EF-0FF4-163C-366C98011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a </a:t>
            </a:r>
            <a:r>
              <a:rPr lang="pl-PL" sz="7200" b="1" dirty="0" err="1">
                <a:solidFill>
                  <a:srgbClr val="FF0000"/>
                </a:solidFill>
              </a:rPr>
              <a:t>radicant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077AE08-CE3D-BDE5-1B44-D4682DE968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9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9DDC-0225-B6BC-871D-CC359372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AF3ED9-5153-6DCD-6ACB-F365B0A95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Stopień pierwiastka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A6FAEB-9EBC-F26C-3001-DFC885AE7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index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23D276A-70EA-2272-432E-8A5B0AAE71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3D41-1DFA-C245-724A-12B9D334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32E796-4261-B519-A94A-8190DF28C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Znak pierwiastka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E39DBBC-6C44-77FA-18E5-A304462E6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radical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sign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8F49D0D-9731-CF32-900D-25E6DACC4A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8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127D-537D-3B5C-7D22-221E483D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21065A-9119-5DDC-BF21-639FE8E33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Pierwiastek kwadratowy z x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A159B3-3B1D-7868-FF3C-D00EDDA81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square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root</a:t>
            </a:r>
            <a:r>
              <a:rPr lang="pl-PL" sz="7200" b="1" dirty="0">
                <a:solidFill>
                  <a:srgbClr val="FF0000"/>
                </a:solidFill>
              </a:rPr>
              <a:t> of x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13D0EEF-845F-124F-F54C-CCC2660C9F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3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554B-851E-2CEE-B81F-CB860331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D58494-C33F-B1BD-7814-D340981EE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Pierwiastek </a:t>
            </a:r>
            <a:r>
              <a:rPr lang="pl-PL" sz="7200" b="1" dirty="0" err="1">
                <a:latin typeface="+mn-lt"/>
              </a:rPr>
              <a:t>sześciennyz</a:t>
            </a:r>
            <a:r>
              <a:rPr lang="pl-PL" sz="7200" b="1" dirty="0">
                <a:latin typeface="+mn-lt"/>
              </a:rPr>
              <a:t> x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AEC2251-4B2B-A084-2301-0EF8EADFB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cube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root</a:t>
            </a:r>
            <a:r>
              <a:rPr lang="pl-PL" sz="7200" b="1" dirty="0">
                <a:solidFill>
                  <a:srgbClr val="FF0000"/>
                </a:solidFill>
              </a:rPr>
              <a:t> of x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82E2DD7-9E65-0C18-0123-CF146170A3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5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BD3B-2A39-658B-9BE0-C50ACD48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58998E-D19E-CCBC-0AFB-D026EB2DB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Pierwiastek czwartego stopnia z  x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6D7CE12-CF23-31B9-1CB6-A99488BDA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The </a:t>
            </a:r>
            <a:r>
              <a:rPr lang="en-GB" sz="7200" b="1" dirty="0">
                <a:solidFill>
                  <a:srgbClr val="FF0000"/>
                </a:solidFill>
              </a:rPr>
              <a:t>fourth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root</a:t>
            </a:r>
            <a:r>
              <a:rPr lang="pl-PL" sz="7200" b="1" dirty="0">
                <a:solidFill>
                  <a:srgbClr val="FF0000"/>
                </a:solidFill>
              </a:rPr>
              <a:t> of x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5F1D1F-00F6-32E4-AE83-BABF8BBDC6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4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5546-6AAB-93C1-7007-F6FEEE00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FEB7E5-EA95-0A40-DF70-EB93F7AD9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Wzór skróconego mnożenia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D78C042-0E2B-DBCA-0D1D-E8F3917D2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Short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 err="1">
                <a:solidFill>
                  <a:srgbClr val="FF0000"/>
                </a:solidFill>
              </a:rPr>
              <a:t>multiplification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formula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58E0FFE-D806-EB05-DC24-0A2634D7BB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3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1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2BD9-1727-9037-34E8-225F89F4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C2A6A6-481F-8D23-273B-808816E56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Kwadrat sumy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C815AD1-6AD0-A6B6-8915-B7DAAF603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Square</a:t>
            </a:r>
            <a:r>
              <a:rPr lang="pl-PL" sz="7200" b="1" dirty="0">
                <a:solidFill>
                  <a:srgbClr val="FF0000"/>
                </a:solidFill>
              </a:rPr>
              <a:t> of a sum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A753E24-8D28-FB38-76DC-222AC5C443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1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C3EC-381D-7C62-A9BE-F74BD3B9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3434A3-E853-6494-16C9-599C55E7A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Kwadrat różnicy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6EFDDA4-32F4-4263-A902-9730B6925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Square</a:t>
            </a:r>
            <a:r>
              <a:rPr lang="pl-PL" sz="7200" b="1" dirty="0">
                <a:solidFill>
                  <a:srgbClr val="FF0000"/>
                </a:solidFill>
              </a:rPr>
              <a:t> of a </a:t>
            </a:r>
            <a:r>
              <a:rPr lang="pl-PL" sz="7200" b="1" dirty="0" err="1">
                <a:solidFill>
                  <a:srgbClr val="FF0000"/>
                </a:solidFill>
              </a:rPr>
              <a:t>diference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603383-68CD-36AF-1CA8-9587751525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5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3B0E-B4C3-FE88-4B73-9ECBBEDE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26328A-24E9-BC4A-2D43-52AAB156B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Różnica kwadratów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2BF04E8-62AD-89E5-4E76-274282C91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Diference</a:t>
            </a:r>
            <a:r>
              <a:rPr lang="pl-PL" sz="7200" b="1" dirty="0">
                <a:solidFill>
                  <a:srgbClr val="FF0000"/>
                </a:solidFill>
              </a:rPr>
              <a:t> of a </a:t>
            </a:r>
            <a:r>
              <a:rPr lang="pl-PL" sz="7200" b="1" dirty="0" err="1">
                <a:solidFill>
                  <a:srgbClr val="FF0000"/>
                </a:solidFill>
              </a:rPr>
              <a:t>square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8AA7ED9-0E7D-746A-0EBE-3964354FF6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C23C-28CD-68E2-4E28-D360D23D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596815-0C17-BB34-ABEA-8D8EABBF7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Funkcje przedziałowe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DEBB03D-A4DD-BBC3-3983-BD3AB8139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Piecewise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322687-9783-61C9-C7C8-519D79A0B3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1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0F63-01C0-8AF2-2C1F-2A5740CA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A3509E-0CB3-296A-79FE-A228DB7B7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Monotoniczność funkcji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C460EEF-6055-A1D8-1DA0-4D9421866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Monotonicity</a:t>
            </a:r>
            <a:r>
              <a:rPr lang="pl-PL" sz="7200" b="1" dirty="0">
                <a:solidFill>
                  <a:srgbClr val="FF0000"/>
                </a:solidFill>
              </a:rPr>
              <a:t> of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70AB253-435F-6735-BFC7-509443AAC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2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49900-D62E-EC23-FCD6-E071A510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231985-DB4D-D0AE-C28A-27AF6780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rosnąca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FD0FFE4-F685-86DC-26E5-7194882D0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Increasing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E45327-4FB0-EFF1-9A49-6E0C18E360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2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1348-7F9F-25DD-D06F-AC35D900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93261F-0A2A-72B5-1DB6-88A873569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malejąca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AF0CFA6-5ED4-36B3-4F72-9CD31E112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Decreasing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43F2530-EDBB-D5C6-C0E4-AD281B2900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2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0CF-ED51-804E-F931-A5270AC9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D623D5-039F-7E21-6512-E1076F35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stała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2BD524-CCE4-275F-F85B-D28E32A71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Constant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BB579E3-C521-406A-EE14-06BE664B9F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2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F053-557F-7B10-3A40-461410DE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07417A-72CC-AFA6-A842-6BF8592F7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nierosnąca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4B2B904-A506-4CAF-7E6F-F21EC5841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Non </a:t>
            </a:r>
            <a:r>
              <a:rPr lang="pl-PL" sz="7200" b="1" dirty="0" err="1">
                <a:solidFill>
                  <a:srgbClr val="FF0000"/>
                </a:solidFill>
              </a:rPr>
              <a:t>increasing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7941466-C7E0-8829-5695-6E64D2392E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CC63-56FE-3D78-E3B4-C620C3F3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5857E8-AA49-F252-E3A3-B76C70D37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niemalejąca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27D327-490B-44E5-AB08-A0009486F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Non </a:t>
            </a:r>
            <a:r>
              <a:rPr lang="pl-PL" sz="7200" b="1" dirty="0" err="1">
                <a:solidFill>
                  <a:srgbClr val="FF0000"/>
                </a:solidFill>
              </a:rPr>
              <a:t>decreasing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72DF4A5-0FDD-B634-2F55-D61E0CEF5E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0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6074-AEF4-F53B-E80D-84C53314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BFB07B-BB97-6524-C236-6C3A14A1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różnowartościowa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8755311-BF24-2494-D750-B2723FB35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One – to – one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39B70C9-3E99-D4A2-C1CF-34CDED8DAC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2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0F09-8B4C-D808-DFD6-C1A88A88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57E236-8A5A-E5E9-0B35-7D34DEBB2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Miejsce zerowe funkcji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610F9D5-1580-04BA-28B5-2CC69C8E3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X </a:t>
            </a:r>
            <a:r>
              <a:rPr lang="pl-PL" sz="7200" b="1" dirty="0" err="1">
                <a:solidFill>
                  <a:srgbClr val="FF0000"/>
                </a:solidFill>
              </a:rPr>
              <a:t>intercept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3152CB0-D3DD-8947-2E26-EFCB279AF2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C5D2-ED32-4857-178A-AC39037E5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30D0A3-DF3E-AD66-BF59-A41E8BA6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Miejsce przecięcia z osią 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15A92B-BA0F-1F97-C324-14CBA54F0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Y </a:t>
            </a:r>
            <a:r>
              <a:rPr lang="pl-PL" sz="7200" b="1" dirty="0" err="1">
                <a:solidFill>
                  <a:srgbClr val="FF0000"/>
                </a:solidFill>
              </a:rPr>
              <a:t>intercept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6999A43-6BEE-28B6-6CD9-DDA6BF1631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3B18-26CD-DAA9-66DD-167F5C37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436439-4A2B-12E0-5EA5-24B5D2594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parzysta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932B31-7478-6C40-DDAB-541F8E853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Even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7B881D-5382-5894-BC4C-DF102AEA01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7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8987F-EA5B-1F05-5590-C24CE006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3D2D50-89EF-1CDD-819C-883DB765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nieparzysta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A22CAB-8E30-B1DB-8042-E1191BD2E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Odd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6A54360-6D73-BACA-1C5C-42559F8C1B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0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7271-35CE-D6DD-F01F-0AAA7E7B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A7FC2A-28A4-862C-9A62-85D97AD46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liniowa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C70DECA-86B1-11BF-24AA-8BEA3068C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Linear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66BDCFC-8E3E-6B70-4409-D9A88AF5D7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6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975B-CEE9-7F52-E552-DA361733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B1E4B0-E1D3-2319-13C8-E2A2FE110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Postać kierunkowa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5FB4416-A7B6-7766-7EC7-9938A8175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Slope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intercept</a:t>
            </a:r>
            <a:r>
              <a:rPr lang="pl-PL" sz="7200" b="1" dirty="0">
                <a:solidFill>
                  <a:srgbClr val="FF0000"/>
                </a:solidFill>
              </a:rPr>
              <a:t> form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E4EF38-273C-7D3E-F0E6-29B140846E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7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16B5-A734-42D6-41C6-36A14058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1762EA-52BF-ABB6-913D-A10C0F182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Postać ogólna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228534F-5494-1F65-DE92-CD426ECA0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General form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BDDBA3B-11A9-9B9A-F6E6-B9B835FFB4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1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Współczynnik proporcjonalności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Slope</a:t>
            </a:r>
            <a:r>
              <a:rPr lang="pl-PL" sz="7200" b="1" dirty="0">
                <a:solidFill>
                  <a:srgbClr val="FF0000"/>
                </a:solidFill>
              </a:rPr>
              <a:t>/Gradient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EC9AB1-41BC-642A-990A-E6AD10CCC3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5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Metoda graficzna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Graphical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method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1BFB73F-F173-DC12-D350-84D9C8BCA0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1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Metoda podstawiania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Substitution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method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41901F7-B239-1D0B-7CC7-174ECA305C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2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Metoda przeciwnych współczynników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Elimination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method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0AB828E-43F1-27ED-9AA2-96D5CF02F9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4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Funkcja kwadratowa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Quadratic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function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4AD9541-D2BF-F329-BCE4-612EE4D033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Wierzchołek funkcji kwadratowej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Vertex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98CAF71-31B9-8B6C-3E56-7AE4ED6CA9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Oś symetrii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Axis</a:t>
            </a:r>
            <a:r>
              <a:rPr lang="pl-PL" sz="7200" b="1" dirty="0">
                <a:solidFill>
                  <a:srgbClr val="FF0000"/>
                </a:solidFill>
              </a:rPr>
              <a:t> of </a:t>
            </a:r>
            <a:r>
              <a:rPr lang="pl-PL" sz="7200" b="1" dirty="0" err="1">
                <a:solidFill>
                  <a:srgbClr val="FF0000"/>
                </a:solidFill>
              </a:rPr>
              <a:t>symmetry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640E9A1-B388-0F12-5EF3-5EC0E501D2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7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Postać iloczynowa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Intercept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pl-PL" sz="7200" b="1" dirty="0" err="1">
                <a:solidFill>
                  <a:srgbClr val="FF0000"/>
                </a:solidFill>
              </a:rPr>
              <a:t>factorized</a:t>
            </a:r>
            <a:r>
              <a:rPr lang="pl-PL" sz="7200" b="1" dirty="0">
                <a:solidFill>
                  <a:srgbClr val="FF0000"/>
                </a:solidFill>
              </a:rPr>
              <a:t> form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48A4F3C-83FB-FB79-C47A-EC63B64AFD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9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Wyróżnik trójmianu kwadratowego/Delta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Discriminant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0434CA-C4F7-8E4B-74AF-3BF628405A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5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Punkt 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point</a:t>
            </a:r>
            <a:r>
              <a:rPr lang="pl-PL" sz="72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62D404-B18E-5737-8C55-5494D8D6B4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Odcinek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segment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E5A0639-BC62-C845-BD54-22792CB42E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7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Półprosta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ray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B8DADF9-16F8-0A40-7DF8-27FB81CB2B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0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line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E2DE1E-7E67-9B62-FF7A-71FB3A701B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1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9656300-A86C-1835-69D1-5AB255248F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9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</a:t>
            </a:r>
            <a:r>
              <a:rPr lang="en-GB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ostry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acute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718F48D-0D1D-85EF-4F15-94C0BD0DA7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prosty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right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91F80D2-C994-710F-A686-27D4C30253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3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rozwarty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obtuse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632B715-0DBF-D72F-9E85-3CC4075026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półpełny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half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C34D65A-B91F-9EC7-E5F0-0AA3BF556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1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wklęsły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reflex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3CA01C7-6DED-30E2-49CF-0C2ADDAC63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pełny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Whole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82B5EE8-383B-B45C-2013-679892636C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8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Kąty wierzchołkowe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Vertex angles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B87ADB2-F3DE-D557-DF89-BD52E6EA8A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6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Kąty przyległe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Complementary angles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4E79F31-5828-E704-1CFD-5043F88B7A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Kąty naprzemianległe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Alternate angles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B7AB20-1214-6F06-629C-D0B87A4459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Kąty odpowiadające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Corresponding angles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6DA970E-9A73-2FC4-1A08-D94CBCACDA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8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Wielokąt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Polygon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25C6623-0CAA-3BB0-6E5F-2A38AE0487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4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Wielokąt foremny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Regular polygon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D6F5198-3F6F-4568-7921-1EDFED5491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Stosunek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Ratio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1066A2A-D825-4B52-57EE-284D4CA8B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5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Kwadrat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Square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AF37573-715B-185A-23D4-D677AC80A9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9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Prostokąt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Rectangle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085E085-C3D1-C1C4-B609-917316183A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7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Równoległobok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Parallelogram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2B7CCE-BBBC-AA63-C5BD-2FA90F682D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0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Rąb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Rhombus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5192DD-AE85-487B-30E2-A1F4BD8A78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Deltoid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Kite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08C600-68DF-DC81-40B7-79ED0A5BF1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1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Trapez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Trapezium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5986BBE-5E10-101E-D5BF-4A7D59E94A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2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 prostokątny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right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7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5ACAD65-5514-26BE-DC02-7B45A2A242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 ostrokątny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acute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7943757-E66A-70F4-CFAF-9EF555B6DA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1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 rozwartokątny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obtuse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82A220F-D564-6361-B835-EE3BE603B3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2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 różnoboczny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scalene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A458B6-166B-5528-C40B-80A1A81034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3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 równoramienny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isosceles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C31842-1EDD-D30B-2BC0-D634CE9ECA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6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Trójkąt</a:t>
            </a:r>
            <a:r>
              <a:rPr lang="en-GB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równoboczny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41006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equilateral triangle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AAED87B-C665-B92C-2C4D-A9C4005F2F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3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Ramiona trójkąta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Legs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1F867E-1FA1-36AE-7876-2462631A0C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6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Podstawa trójkąta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Base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464E45-34A8-0FC7-66A6-EE08B5D58A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Wartość bezwzględna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Absolute value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9B142B1-F52F-9072-2E99-011B0CCE86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3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2E4-611A-81B6-7EB3-F64E4685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1D1D6-149E-331B-D2C5-70C10E55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19177"/>
            <a:ext cx="11429998" cy="199270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Rozłączne zewnętrznie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83824B-C1EA-37E3-E119-99C955E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Externally missing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7465EE3-1320-CA0A-BD60-45B485C66D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5C52-BA81-3AC5-7DE4-399B586C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60193D-779C-DA33-F610-476348ED1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Styczne zewnętrznie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14809BA-43BA-EE83-C26B-F990DD825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Externally tangent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3F3C0B2-2A79-74DD-1AB8-6C0DD7B7A0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0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C6D6-D124-05F7-30BB-C4BAA3C8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281446-F475-D601-4358-4DCB2AC57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Styczne wewnętrznie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56BF2EE-B961-47D8-5616-3601DAF47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Internally tangent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B8FE8D4-E00E-42A6-EF13-15CEA2325A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8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C7CC-DFEE-A7AB-7E3C-BA3F17DB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DD4011-5CCF-5085-BAF0-186A47C3B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267419"/>
            <a:ext cx="11032478" cy="20444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l-PL" sz="7200" b="1" dirty="0">
                <a:latin typeface="+mn-lt"/>
              </a:rPr>
              <a:t>Rozłączne wewnętrznie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370CFF-D48C-F39C-DB0E-C3676AE10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Internally missing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B7BABB-AFD7-ADFE-660B-41BD31200C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D35A-D9B8-5052-CC99-2B72CBFD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31491D-B4F9-E8D0-A8F9-450CA15E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l-PL" sz="7200" b="1" dirty="0">
                <a:latin typeface="+mn-lt"/>
              </a:rPr>
              <a:t>Przecinające się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EA305B3-26E5-A282-F2C7-4C0E93D5B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Intersecting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67B8EF4-1ECA-DA1D-B0F3-F068D61E63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6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E7E6-C1B8-E28A-7300-AF95A66E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592C56-CECD-DE26-5D68-2EF3A473D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Koncentryczne (okręgi)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50BE98-6258-0956-1C3C-B0F997654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Concentric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A78475A-F070-76B6-FD63-0772DB3DB0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1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EF6D-65EB-EA01-F5A3-A12A3D15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6592A1-F234-C6ED-FA84-B563D119C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wpisany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28C92AB-E7A9-C9BC-E0CF-26806D284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Inscribed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8577FD1-0A06-E0A5-A113-70BB82610C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2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633B-D20B-3304-C3D7-983B4653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C23382-C135-440D-2E59-60337877F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środkowy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ED2A8C5-7FC9-1821-DC1E-366FBD4A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Central angle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EA0EF5-C56D-C194-1C14-5078F1AEB0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5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78A1-7975-67A0-B7E9-36C64D6B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674C45-1D09-7B2F-B1B9-6F51BE47B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Sieczna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C2FCE38-EC26-B6AA-3CFF-8B647325E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Secant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1BAB87-54DE-4227-5256-929DB8AB99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8A7A-B135-AF80-1540-B8E23B72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849576-7076-DF5F-028A-031BDDB1D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52AD1A-6CA6-0011-E695-6DFB4CEC5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Tangent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FAFAE36-2C7C-B8F3-EA43-05AA517456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C374-84B9-7D91-C29E-B12F5D19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D0589-14E9-0C1C-89D2-35BA0CC61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Symetralna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69B3860-BEEB-F5A1-7981-FBDDF6099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Perpendicular bisector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A2ED6F2-A83A-76DB-4B4B-A092B8D82E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1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0F32-CD14-4211-0EF2-0D15A9E8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2B9E32-6D2B-27F0-2E18-C78C7920F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Dwusieczna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38A3B95-7E43-BC73-5D08-5CE5CBD3B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Angle bisector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2926156-EAB6-CF8A-9AA9-E996064051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8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FF33-B9BD-47D6-D21F-432F1990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F3170F-0D91-7ABB-D24F-AA2D52C73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Jedynka trygonometryczna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378C726-DEC2-E9F5-8288-37D2FD54B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49632"/>
            <a:ext cx="12192000" cy="1081796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Pythagorean trigonometric identity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2783C04-2DCD-FAAA-4F5E-C5387E7B07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4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5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B535-5806-1383-E62A-FA1E3B79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ACCD47-47AD-69BD-03D2-021B7D9EA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Wzory redukcyjne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1118907-467A-3147-8467-DA0852C6F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Reduction formulas/identities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6BA5F9E-24D3-2BD7-6AE0-E420BA612C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1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3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6FA2-76A2-8E9E-A803-3D00262A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731709-8804-EFB9-3690-F340995D8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Wielomian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D4BA8E-5E04-C350-2AE0-1B4DAEA57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Polynomial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8FAAD74-8DE0-9A98-AA9A-507FC38933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9854-0826-C84A-11CB-DF5369BE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C0FD0D-F9C1-D266-7BAF-D9A69A75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Współczynnik liczbowy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42AB3A5-ED9E-FBDD-B910-448D41080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Number coefficient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7C23FB1-C7FA-2155-42C5-01B3C60990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9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2EFF3-8190-2092-893F-0ECF1569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78153F-5FBC-7F17-38D2-BFCF42E0E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Współczynnik wiodący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79B021C-681B-2494-7AD3-06A367D60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Leading coefficient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E7F441-382D-74E9-7E9E-CE37B6EC3E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2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B47F-EEB1-2155-C7EF-E5E583DB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544888-DCD7-C519-7B5E-EB28A6CA2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Wyraz wolny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F1A80A7-414A-70FC-0E4A-40D99ACF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Constant term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D30CD1-33C1-FB20-D5CF-A5FE0B545A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3E02-1023-4381-E176-5D35FBA4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D5FB7D-0CBA-B70C-30DC-DB54294A5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Stopień wielomian</a:t>
            </a:r>
            <a:r>
              <a:rPr lang="en-GB" sz="7200" b="1" dirty="0">
                <a:latin typeface="+mn-lt"/>
              </a:rPr>
              <a:t>u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738AE1C-82B6-07C5-1657-A1C2DD3E7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Polynomial’s degree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EC93D74-B86F-B68C-CDC4-BF6A6EB0DD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1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1BA9-E2A0-2522-0C20-40547816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264C96-C6A0-83B5-E8F9-B94C45CC9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Jednomian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606DD-240D-4556-8B8F-2C58D006B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Monomial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816DF61-2230-D6C9-5BC4-942AAE40F9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3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DF73-1C2B-ED91-556C-BDD25A3D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B67E96-CB63-9268-717A-848791F31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Dwumian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BCCDF9D-18DA-AA68-0338-1D5584CF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Binomial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38C092-D44E-3786-B9EE-FA38FA0C4D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7CE3-C55E-CC97-F943-4FE915A2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7B6E24-5777-8C40-29AC-6BE97AA0B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Rozkładanie na czynniki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D36DDF-3106-BF64-CA62-59BA83787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Factorizing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014B9B-18DB-5EB2-3CDD-1DB51EDFEC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4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D18F-5449-6BB6-8127-07882C44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380168-3478-3D43-80FB-95AF2F813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Reszta (z dzielenia)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B0901A9-16ED-918A-1365-BBEC59838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Remainder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BFFEF1D-F683-566E-B697-9FA97516DF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6622</TotalTime>
  <Words>483</Words>
  <Application>Microsoft Office PowerPoint</Application>
  <PresentationFormat>Panoramiczny</PresentationFormat>
  <Paragraphs>225</Paragraphs>
  <Slides>113</Slides>
  <Notes>0</Notes>
  <HiddenSlides>0</HiddenSlides>
  <MMClips>112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113</vt:i4>
      </vt:variant>
    </vt:vector>
  </HeadingPairs>
  <TitlesOfParts>
    <vt:vector size="117" baseType="lpstr">
      <vt:lpstr>Arial</vt:lpstr>
      <vt:lpstr>Calibri</vt:lpstr>
      <vt:lpstr>Calibri Light</vt:lpstr>
      <vt:lpstr>Motyw pakietu Office</vt:lpstr>
      <vt:lpstr> Terminy matematyczne  </vt:lpstr>
      <vt:lpstr>Liczby naturalne</vt:lpstr>
      <vt:lpstr>Liczby całkowite</vt:lpstr>
      <vt:lpstr>Liczby wymierne</vt:lpstr>
      <vt:lpstr>Liczby niewymierne</vt:lpstr>
      <vt:lpstr>Liczby rzeczywiste</vt:lpstr>
      <vt:lpstr>Nawiasy</vt:lpstr>
      <vt:lpstr>Liczby pierwsze</vt:lpstr>
      <vt:lpstr>Liczby nieparzyste</vt:lpstr>
      <vt:lpstr>Liczby parzyste</vt:lpstr>
      <vt:lpstr>Liczby mieszane</vt:lpstr>
      <vt:lpstr>Ułamki dziesiętne</vt:lpstr>
      <vt:lpstr>Ułamki zwykłe</vt:lpstr>
      <vt:lpstr>Ułamki zwykłe właściwe</vt:lpstr>
      <vt:lpstr>Ułamki zwykłe niewłaściwe</vt:lpstr>
      <vt:lpstr>Licznik</vt:lpstr>
      <vt:lpstr>Kreska ułamkowa</vt:lpstr>
      <vt:lpstr>Mianownik</vt:lpstr>
      <vt:lpstr>Ułamek okresowy</vt:lpstr>
      <vt:lpstr>Dziedzina</vt:lpstr>
      <vt:lpstr>Błąd bezwzględny</vt:lpstr>
      <vt:lpstr>Błąd względny</vt:lpstr>
      <vt:lpstr>Błąd procentowy</vt:lpstr>
      <vt:lpstr>Liczba pierwiastkowana</vt:lpstr>
      <vt:lpstr>Stopień pierwiastka</vt:lpstr>
      <vt:lpstr>Znak pierwiastka</vt:lpstr>
      <vt:lpstr>Pierwiastek kwadratowy z x</vt:lpstr>
      <vt:lpstr>Pierwiastek sześciennyz x</vt:lpstr>
      <vt:lpstr>Pierwiastek czwartego stopnia z  x</vt:lpstr>
      <vt:lpstr>Wzór skróconego mnożenia</vt:lpstr>
      <vt:lpstr>Kwadrat sumy</vt:lpstr>
      <vt:lpstr>Kwadrat różnicy</vt:lpstr>
      <vt:lpstr>Różnica kwadratów</vt:lpstr>
      <vt:lpstr>Funkcje przedziałowe</vt:lpstr>
      <vt:lpstr>Monotoniczność funkcji</vt:lpstr>
      <vt:lpstr>Funkcja rosnąca </vt:lpstr>
      <vt:lpstr>Funkcja malejąca</vt:lpstr>
      <vt:lpstr>Funkcja stała</vt:lpstr>
      <vt:lpstr>Funkcja nierosnąca</vt:lpstr>
      <vt:lpstr>Funkcja niemalejąca</vt:lpstr>
      <vt:lpstr>Funkcja różnowartościowa</vt:lpstr>
      <vt:lpstr>Miejsce zerowe funkcji</vt:lpstr>
      <vt:lpstr>Miejsce przecięcia z osią Y</vt:lpstr>
      <vt:lpstr>Funkcja parzysta</vt:lpstr>
      <vt:lpstr>Funkcja nieparzysta</vt:lpstr>
      <vt:lpstr>Funkcja liniowa</vt:lpstr>
      <vt:lpstr>Postać kierunkowa</vt:lpstr>
      <vt:lpstr>Postać ogólna </vt:lpstr>
      <vt:lpstr>Współczynnik proporcjonalności </vt:lpstr>
      <vt:lpstr>Metoda graficzna</vt:lpstr>
      <vt:lpstr>Metoda podstawiania</vt:lpstr>
      <vt:lpstr>Metoda przeciwnych współczynników</vt:lpstr>
      <vt:lpstr>Funkcja kwadratowa</vt:lpstr>
      <vt:lpstr>Wierzchołek funkcji kwadratowej</vt:lpstr>
      <vt:lpstr>Oś symetrii </vt:lpstr>
      <vt:lpstr>Postać iloczynowa</vt:lpstr>
      <vt:lpstr>Wyróżnik trójmianu kwadratowego/Delta</vt:lpstr>
      <vt:lpstr>Punkt A</vt:lpstr>
      <vt:lpstr>Odcinek</vt:lpstr>
      <vt:lpstr>Półprosta</vt:lpstr>
      <vt:lpstr>Prosta</vt:lpstr>
      <vt:lpstr>Kąt</vt:lpstr>
      <vt:lpstr>Kąt ostry</vt:lpstr>
      <vt:lpstr>Kąt prosty</vt:lpstr>
      <vt:lpstr>Kąt rozwarty</vt:lpstr>
      <vt:lpstr>Kąt półpełny</vt:lpstr>
      <vt:lpstr>Kąt wklęsły</vt:lpstr>
      <vt:lpstr>Kąt pełny</vt:lpstr>
      <vt:lpstr>Kąty wierzchołkowe</vt:lpstr>
      <vt:lpstr>Kąty przyległe</vt:lpstr>
      <vt:lpstr>Kąty naprzemianległe</vt:lpstr>
      <vt:lpstr>Kąty odpowiadające</vt:lpstr>
      <vt:lpstr>Wielokąt</vt:lpstr>
      <vt:lpstr>Wielokąt foremny</vt:lpstr>
      <vt:lpstr>Stosunek</vt:lpstr>
      <vt:lpstr>Kwadrat</vt:lpstr>
      <vt:lpstr>Prostokąt</vt:lpstr>
      <vt:lpstr>Równoległobok</vt:lpstr>
      <vt:lpstr>Rąb</vt:lpstr>
      <vt:lpstr>Deltoid</vt:lpstr>
      <vt:lpstr>Trapez</vt:lpstr>
      <vt:lpstr>Trójkąt prostokątny</vt:lpstr>
      <vt:lpstr>Trójkąt ostrokątny</vt:lpstr>
      <vt:lpstr>Trójkąt rozwartokątny</vt:lpstr>
      <vt:lpstr>Trójkąt różnoboczny</vt:lpstr>
      <vt:lpstr>Trójkąt równoramienny</vt:lpstr>
      <vt:lpstr>Trójkąt równoboczny</vt:lpstr>
      <vt:lpstr>Ramiona trójkąta</vt:lpstr>
      <vt:lpstr>Podstawa trójkąta</vt:lpstr>
      <vt:lpstr>Wartość bezwzględna</vt:lpstr>
      <vt:lpstr>Rozłączne zewnętrznie (okręgi)</vt:lpstr>
      <vt:lpstr>Styczne zewnętrznie (okręgi)</vt:lpstr>
      <vt:lpstr>Styczne wewnętrznie (okręgi)</vt:lpstr>
      <vt:lpstr>Rozłączne wewnętrznie (okręgi)</vt:lpstr>
      <vt:lpstr>Przecinające się (okręgi)</vt:lpstr>
      <vt:lpstr>Koncentryczne (okręgi)</vt:lpstr>
      <vt:lpstr>Kąt wpisany</vt:lpstr>
      <vt:lpstr>Kąt środkowy</vt:lpstr>
      <vt:lpstr>Sieczna</vt:lpstr>
      <vt:lpstr>Styczna</vt:lpstr>
      <vt:lpstr>Symetralna</vt:lpstr>
      <vt:lpstr>Dwusieczna</vt:lpstr>
      <vt:lpstr>Jedynka trygonometryczna</vt:lpstr>
      <vt:lpstr>Wzory redukcyjne</vt:lpstr>
      <vt:lpstr>Wielomian</vt:lpstr>
      <vt:lpstr>Współczynnik liczbowy</vt:lpstr>
      <vt:lpstr>Współczynnik wiodący</vt:lpstr>
      <vt:lpstr>Wyraz wolny</vt:lpstr>
      <vt:lpstr>Stopień wielomianu</vt:lpstr>
      <vt:lpstr>Jednomian</vt:lpstr>
      <vt:lpstr>Dwumian</vt:lpstr>
      <vt:lpstr>Rozkładanie na czynniki</vt:lpstr>
      <vt:lpstr>Reszta (z dzielenia)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2026-08-13T16:33:47Z</dcterms:modified>
</cp:coreProperties>
</file>