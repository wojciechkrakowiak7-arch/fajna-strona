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33503-DFF6-4A6B-BA23-64DF9AD130F2}" v="18" dt="2025-10-04T21:10:41.1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EB2AAE5E-F441-4B21-A173-D9609660A338}"/>
    <pc:docChg chg="undo custSel addSld delSld modSld">
      <pc:chgData name="Wojtek Krakowiak" userId="f72a0bb3b8a70e05" providerId="LiveId" clId="{EB2AAE5E-F441-4B21-A173-D9609660A338}" dt="2025-10-04T21:11:12.432" v="1270" actId="20577"/>
      <pc:docMkLst>
        <pc:docMk/>
      </pc:docMkLst>
      <pc:sldChg chg="modSp mod">
        <pc:chgData name="Wojtek Krakowiak" userId="f72a0bb3b8a70e05" providerId="LiveId" clId="{EB2AAE5E-F441-4B21-A173-D9609660A338}" dt="2025-09-20T10:07:55.827" v="493" actId="20577"/>
        <pc:sldMkLst>
          <pc:docMk/>
          <pc:sldMk cId="3291886196" sldId="257"/>
        </pc:sldMkLst>
        <pc:spChg chg="mod">
          <ac:chgData name="Wojtek Krakowiak" userId="f72a0bb3b8a70e05" providerId="LiveId" clId="{EB2AAE5E-F441-4B21-A173-D9609660A338}" dt="2025-09-20T10:07:55.827" v="493" actId="20577"/>
          <ac:spMkLst>
            <pc:docMk/>
            <pc:sldMk cId="3291886196" sldId="257"/>
            <ac:spMk id="3" creationId="{28F0D6D1-4296-7D83-A710-2D327769F57D}"/>
          </ac:spMkLst>
        </pc:spChg>
      </pc:sldChg>
      <pc:sldChg chg="addSp modSp mod setBg">
        <pc:chgData name="Wojtek Krakowiak" userId="f72a0bb3b8a70e05" providerId="LiveId" clId="{EB2AAE5E-F441-4B21-A173-D9609660A338}" dt="2025-09-20T10:08:04.632" v="499" actId="20577"/>
        <pc:sldMkLst>
          <pc:docMk/>
          <pc:sldMk cId="402606281" sldId="258"/>
        </pc:sldMkLst>
        <pc:spChg chg="mod">
          <ac:chgData name="Wojtek Krakowiak" userId="f72a0bb3b8a70e05" providerId="LiveId" clId="{EB2AAE5E-F441-4B21-A173-D9609660A338}" dt="2025-09-20T09:42:28.042" v="363" actId="26606"/>
          <ac:spMkLst>
            <pc:docMk/>
            <pc:sldMk cId="402606281" sldId="258"/>
            <ac:spMk id="2" creationId="{F3BDEF59-9C1A-D970-C604-9DDA1F8CC1B8}"/>
          </ac:spMkLst>
        </pc:spChg>
        <pc:spChg chg="mod">
          <ac:chgData name="Wojtek Krakowiak" userId="f72a0bb3b8a70e05" providerId="LiveId" clId="{EB2AAE5E-F441-4B21-A173-D9609660A338}" dt="2025-09-20T10:08:04.632" v="499" actId="20577"/>
          <ac:spMkLst>
            <pc:docMk/>
            <pc:sldMk cId="402606281" sldId="258"/>
            <ac:spMk id="3" creationId="{D7617FDC-C8DD-7C57-3BD8-3675F06A274A}"/>
          </ac:spMkLst>
        </pc:spChg>
        <pc:spChg chg="add">
          <ac:chgData name="Wojtek Krakowiak" userId="f72a0bb3b8a70e05" providerId="LiveId" clId="{EB2AAE5E-F441-4B21-A173-D9609660A338}" dt="2025-09-20T09:42:28.042" v="363" actId="26606"/>
          <ac:spMkLst>
            <pc:docMk/>
            <pc:sldMk cId="402606281" sldId="258"/>
            <ac:spMk id="10" creationId="{04812C46-200A-4DEB-A05E-3ED6C68C2387}"/>
          </ac:spMkLst>
        </pc:spChg>
        <pc:spChg chg="add">
          <ac:chgData name="Wojtek Krakowiak" userId="f72a0bb3b8a70e05" providerId="LiveId" clId="{EB2AAE5E-F441-4B21-A173-D9609660A338}" dt="2025-09-20T09:42:28.042" v="363" actId="26606"/>
          <ac:spMkLst>
            <pc:docMk/>
            <pc:sldMk cId="402606281" sldId="258"/>
            <ac:spMk id="12" creationId="{D1EA859B-E555-4109-94F3-6700E046E008}"/>
          </ac:spMkLst>
        </pc:spChg>
        <pc:picChg chg="add mod ord">
          <ac:chgData name="Wojtek Krakowiak" userId="f72a0bb3b8a70e05" providerId="LiveId" clId="{EB2AAE5E-F441-4B21-A173-D9609660A338}" dt="2025-09-20T09:42:28.042" v="363" actId="26606"/>
          <ac:picMkLst>
            <pc:docMk/>
            <pc:sldMk cId="402606281" sldId="258"/>
            <ac:picMk id="5" creationId="{2A9D26BD-FEF2-CBDB-0CD2-5D721E0E9603}"/>
          </ac:picMkLst>
        </pc:picChg>
      </pc:sldChg>
      <pc:sldChg chg="addSp modSp new mod setBg">
        <pc:chgData name="Wojtek Krakowiak" userId="f72a0bb3b8a70e05" providerId="LiveId" clId="{EB2AAE5E-F441-4B21-A173-D9609660A338}" dt="2025-10-04T21:11:12.432" v="1270" actId="20577"/>
        <pc:sldMkLst>
          <pc:docMk/>
          <pc:sldMk cId="2597793576" sldId="259"/>
        </pc:sldMkLst>
        <pc:spChg chg="mod">
          <ac:chgData name="Wojtek Krakowiak" userId="f72a0bb3b8a70e05" providerId="LiveId" clId="{EB2AAE5E-F441-4B21-A173-D9609660A338}" dt="2025-09-20T10:52:51.268" v="935" actId="26606"/>
          <ac:spMkLst>
            <pc:docMk/>
            <pc:sldMk cId="2597793576" sldId="259"/>
            <ac:spMk id="2" creationId="{2FE61468-0683-00C3-CC08-C0D34A6E9864}"/>
          </ac:spMkLst>
        </pc:spChg>
        <pc:spChg chg="mod">
          <ac:chgData name="Wojtek Krakowiak" userId="f72a0bb3b8a70e05" providerId="LiveId" clId="{EB2AAE5E-F441-4B21-A173-D9609660A338}" dt="2025-10-04T21:11:12.432" v="1270" actId="20577"/>
          <ac:spMkLst>
            <pc:docMk/>
            <pc:sldMk cId="2597793576" sldId="259"/>
            <ac:spMk id="3" creationId="{042342E8-95D7-053B-BE5C-1C761D351AB4}"/>
          </ac:spMkLst>
        </pc:spChg>
        <pc:spChg chg="add">
          <ac:chgData name="Wojtek Krakowiak" userId="f72a0bb3b8a70e05" providerId="LiveId" clId="{EB2AAE5E-F441-4B21-A173-D9609660A338}" dt="2025-09-20T10:52:51.268" v="935" actId="26606"/>
          <ac:spMkLst>
            <pc:docMk/>
            <pc:sldMk cId="2597793576" sldId="259"/>
            <ac:spMk id="10" creationId="{F13C74B1-5B17-4795-BED0-7140497B445A}"/>
          </ac:spMkLst>
        </pc:spChg>
        <pc:spChg chg="add">
          <ac:chgData name="Wojtek Krakowiak" userId="f72a0bb3b8a70e05" providerId="LiveId" clId="{EB2AAE5E-F441-4B21-A173-D9609660A338}" dt="2025-09-20T10:52:51.268" v="935" actId="26606"/>
          <ac:spMkLst>
            <pc:docMk/>
            <pc:sldMk cId="2597793576" sldId="259"/>
            <ac:spMk id="12" creationId="{D4974D33-8DC5-464E-8C6D-BE58F0669C17}"/>
          </ac:spMkLst>
        </pc:spChg>
        <pc:picChg chg="add mod">
          <ac:chgData name="Wojtek Krakowiak" userId="f72a0bb3b8a70e05" providerId="LiveId" clId="{EB2AAE5E-F441-4B21-A173-D9609660A338}" dt="2025-09-20T10:52:51.268" v="935" actId="26606"/>
          <ac:picMkLst>
            <pc:docMk/>
            <pc:sldMk cId="2597793576" sldId="259"/>
            <ac:picMk id="5" creationId="{F0C04277-6920-F637-11D2-3610D3449EFC}"/>
          </ac:picMkLst>
        </pc:picChg>
      </pc:sldChg>
      <pc:sldChg chg="addSp delSp modSp new mod setBg">
        <pc:chgData name="Wojtek Krakowiak" userId="f72a0bb3b8a70e05" providerId="LiveId" clId="{EB2AAE5E-F441-4B21-A173-D9609660A338}" dt="2025-09-20T10:35:45.830" v="747" actId="1076"/>
        <pc:sldMkLst>
          <pc:docMk/>
          <pc:sldMk cId="1099526179" sldId="260"/>
        </pc:sldMkLst>
        <pc:spChg chg="mod">
          <ac:chgData name="Wojtek Krakowiak" userId="f72a0bb3b8a70e05" providerId="LiveId" clId="{EB2AAE5E-F441-4B21-A173-D9609660A338}" dt="2025-09-20T10:35:45.830" v="747" actId="1076"/>
          <ac:spMkLst>
            <pc:docMk/>
            <pc:sldMk cId="1099526179" sldId="260"/>
            <ac:spMk id="2" creationId="{ED687C06-717A-E888-39F9-72A0A0A85AAC}"/>
          </ac:spMkLst>
        </pc:spChg>
        <pc:spChg chg="add mod">
          <ac:chgData name="Wojtek Krakowiak" userId="f72a0bb3b8a70e05" providerId="LiveId" clId="{EB2AAE5E-F441-4B21-A173-D9609660A338}" dt="2025-09-20T10:35:42.208" v="746" actId="1076"/>
          <ac:spMkLst>
            <pc:docMk/>
            <pc:sldMk cId="1099526179" sldId="260"/>
            <ac:spMk id="11" creationId="{AED3940A-6443-0E73-C184-A9CF2E33E5A9}"/>
          </ac:spMkLst>
        </pc:spChg>
        <pc:spChg chg="add">
          <ac:chgData name="Wojtek Krakowiak" userId="f72a0bb3b8a70e05" providerId="LiveId" clId="{EB2AAE5E-F441-4B21-A173-D9609660A338}" dt="2025-09-20T10:35:19.807" v="741" actId="26606"/>
          <ac:spMkLst>
            <pc:docMk/>
            <pc:sldMk cId="1099526179" sldId="260"/>
            <ac:spMk id="19" creationId="{04812C46-200A-4DEB-A05E-3ED6C68C2387}"/>
          </ac:spMkLst>
        </pc:spChg>
        <pc:spChg chg="add">
          <ac:chgData name="Wojtek Krakowiak" userId="f72a0bb3b8a70e05" providerId="LiveId" clId="{EB2AAE5E-F441-4B21-A173-D9609660A338}" dt="2025-09-20T10:35:19.807" v="741" actId="26606"/>
          <ac:spMkLst>
            <pc:docMk/>
            <pc:sldMk cId="1099526179" sldId="260"/>
            <ac:spMk id="24" creationId="{D1EA859B-E555-4109-94F3-6700E046E008}"/>
          </ac:spMkLst>
        </pc:spChg>
        <pc:picChg chg="add mod ord">
          <ac:chgData name="Wojtek Krakowiak" userId="f72a0bb3b8a70e05" providerId="LiveId" clId="{EB2AAE5E-F441-4B21-A173-D9609660A338}" dt="2025-09-20T10:35:24.539" v="742" actId="1076"/>
          <ac:picMkLst>
            <pc:docMk/>
            <pc:sldMk cId="1099526179" sldId="260"/>
            <ac:picMk id="17" creationId="{6A5978B8-E5A7-AB0E-E8AD-42DC3782913B}"/>
          </ac:picMkLst>
        </pc:picChg>
      </pc:sldChg>
      <pc:sldChg chg="add del">
        <pc:chgData name="Wojtek Krakowiak" userId="f72a0bb3b8a70e05" providerId="LiveId" clId="{EB2AAE5E-F441-4B21-A173-D9609660A338}" dt="2025-09-20T10:53:06.184" v="937" actId="47"/>
        <pc:sldMkLst>
          <pc:docMk/>
          <pc:sldMk cId="2283244140" sldId="261"/>
        </pc:sldMkLst>
      </pc:sldChg>
      <pc:sldChg chg="addSp modSp new mod setBg">
        <pc:chgData name="Wojtek Krakowiak" userId="f72a0bb3b8a70e05" providerId="LiveId" clId="{EB2AAE5E-F441-4B21-A173-D9609660A338}" dt="2025-10-04T21:06:59.814" v="1179" actId="20577"/>
        <pc:sldMkLst>
          <pc:docMk/>
          <pc:sldMk cId="4253702352" sldId="261"/>
        </pc:sldMkLst>
        <pc:spChg chg="mod">
          <ac:chgData name="Wojtek Krakowiak" userId="f72a0bb3b8a70e05" providerId="LiveId" clId="{EB2AAE5E-F441-4B21-A173-D9609660A338}" dt="2025-09-20T11:06:35.433" v="1114" actId="1076"/>
          <ac:spMkLst>
            <pc:docMk/>
            <pc:sldMk cId="4253702352" sldId="261"/>
            <ac:spMk id="2" creationId="{ACB8D7AC-9953-088E-BA86-33364E03ED2C}"/>
          </ac:spMkLst>
        </pc:spChg>
        <pc:spChg chg="mod">
          <ac:chgData name="Wojtek Krakowiak" userId="f72a0bb3b8a70e05" providerId="LiveId" clId="{EB2AAE5E-F441-4B21-A173-D9609660A338}" dt="2025-10-04T21:06:59.814" v="1179" actId="20577"/>
          <ac:spMkLst>
            <pc:docMk/>
            <pc:sldMk cId="4253702352" sldId="261"/>
            <ac:spMk id="3" creationId="{350FBA99-0516-433F-75AB-42423C8C421E}"/>
          </ac:spMkLst>
        </pc:spChg>
        <pc:spChg chg="add">
          <ac:chgData name="Wojtek Krakowiak" userId="f72a0bb3b8a70e05" providerId="LiveId" clId="{EB2AAE5E-F441-4B21-A173-D9609660A338}" dt="2025-09-20T11:06:28.558" v="1112" actId="26606"/>
          <ac:spMkLst>
            <pc:docMk/>
            <pc:sldMk cId="4253702352" sldId="261"/>
            <ac:spMk id="10" creationId="{04812C46-200A-4DEB-A05E-3ED6C68C2387}"/>
          </ac:spMkLst>
        </pc:spChg>
        <pc:spChg chg="add">
          <ac:chgData name="Wojtek Krakowiak" userId="f72a0bb3b8a70e05" providerId="LiveId" clId="{EB2AAE5E-F441-4B21-A173-D9609660A338}" dt="2025-09-20T11:06:28.558" v="1112" actId="26606"/>
          <ac:spMkLst>
            <pc:docMk/>
            <pc:sldMk cId="4253702352" sldId="261"/>
            <ac:spMk id="12" creationId="{D1EA859B-E555-4109-94F3-6700E046E008}"/>
          </ac:spMkLst>
        </pc:spChg>
        <pc:picChg chg="add mod ord">
          <ac:chgData name="Wojtek Krakowiak" userId="f72a0bb3b8a70e05" providerId="LiveId" clId="{EB2AAE5E-F441-4B21-A173-D9609660A338}" dt="2025-09-20T11:06:28.558" v="1112" actId="26606"/>
          <ac:picMkLst>
            <pc:docMk/>
            <pc:sldMk cId="4253702352" sldId="261"/>
            <ac:picMk id="5" creationId="{4D8AFE67-9A5A-3A3A-D592-606A3DE5D33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D48DA5-1CFF-92C8-0D52-BFD7033F5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9EDED43-FB26-6FFB-2877-5685B4B7C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FFF034E-6360-DF05-2333-1A48D6AB8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F48E-483B-4445-AA56-68C34F2CF20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3040B4B-E2A0-5E7F-0886-61D539BE6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E56F5A3-AAAA-02AF-D506-BC09C6A6B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C9B8-42FD-4A82-8829-0EDFECF95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8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6BF3C21-D8B0-4595-6499-F82721330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F1F76FB-8AE5-0CC4-D287-BB084FBF8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FE27FDD-8DF5-A31B-DA57-CEC6DD6E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F48E-483B-4445-AA56-68C34F2CF20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074B8EF-8B19-DCCF-0DC2-C7D9ECBB3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98713E0-F60E-F1A7-9B92-D3ADE042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C9B8-42FD-4A82-8829-0EDFECF95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98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05FC70-A161-116C-EC44-8C8931A39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949E889-B92C-21FF-D00B-BD0E7B68C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88891EE-1AA8-965A-00D1-CFE8636F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F48E-483B-4445-AA56-68C34F2CF20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255871-9BCF-B1AE-3320-4370693E1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1D88E9F-89FB-FF4A-54E5-3B979A43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C9B8-42FD-4A82-8829-0EDFECF95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D83EE7-28B1-6B6C-E37F-72AFFD28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B12EE85-7536-B4EA-3394-7510F5FC6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597B230-63E8-8304-6673-0031C28C1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0D4D6F5-4B8A-07AE-E2FE-78DC3545F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F48E-483B-4445-AA56-68C34F2CF20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33E65BE-ED50-08EA-EA26-F5FCCB7D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5DDA34E-A00E-DE3D-88D1-84A1E4C56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C9B8-42FD-4A82-8829-0EDFECF95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93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A35B9E-AD0A-EE37-0109-9B53C0451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3884743-A649-1BA8-22BC-7271A5CC4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4109EFC-69AB-05FF-41C6-C69B9C715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AB8FC66-042D-8B0B-7D10-4219EB18C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8441B7F-C75C-A62D-E909-B79E28B20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1EBAB5A6-B1B2-6A1E-F788-3FC2AC195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F48E-483B-4445-AA56-68C34F2CF20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FA11838-9EF8-B734-C293-1514A23A1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D6DF3CB-FD9E-B8F7-C75D-663C3C27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C9B8-42FD-4A82-8829-0EDFECF95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4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C3A2CB-F736-63AC-4A5D-4183D00A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B952D07B-7446-8A0C-0BE9-1093FD8AA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F48E-483B-4445-AA56-68C34F2CF20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4C96C10-19AB-BF3A-5D56-214F7963F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62A283C-D606-6676-C14B-5F186830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C9B8-42FD-4A82-8829-0EDFECF95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74C8969-58D1-6F12-66CA-04E01F40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F48E-483B-4445-AA56-68C34F2CF20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4F20188-4D17-3314-A282-739C1474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8777D26-3AC5-D599-BE2E-D33081F4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C9B8-42FD-4A82-8829-0EDFECF95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33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A61EB9-FBE8-FEBB-E9B7-2A1B1028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318BB70-4CED-55D1-89D1-0210CA545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43E19CC-8433-533B-1D3E-EC239A465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A8AA9BF-2BB5-58A8-CAF0-A400AD10F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F48E-483B-4445-AA56-68C34F2CF20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5E0E374-E33E-24C5-F141-E13C7396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5E3A8CE-F36E-F541-6EF0-34AA523D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C9B8-42FD-4A82-8829-0EDFECF95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79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25C607-B9FA-D751-3287-1E4C0CC6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5FB0E3E-81AA-E686-7520-068C0A663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2EC93AC-2238-DE69-CDAD-C3E874782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291E746-648D-889F-1BAD-5FC93EE33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F48E-483B-4445-AA56-68C34F2CF20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0B3C820-C066-7592-B15A-9E37E472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DDC1C91-23A0-4210-E132-2116CC19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C9B8-42FD-4A82-8829-0EDFECF95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26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CA393D-BFEF-61EC-BD28-DEE40517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2FB7CF5-4FF0-8C29-DB0B-33EF2F27F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0E0ED18-F832-3478-698C-93532BC7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F48E-483B-4445-AA56-68C34F2CF20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77AD446-64F4-D44E-46D3-854FF566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51F66B2-C907-A3A4-4BD8-169890A2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C9B8-42FD-4A82-8829-0EDFECF95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AF2B0BE-7D8C-B1CD-7C14-FC46718363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7669EAE-4A14-EF62-2837-511007D2F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1AFA28F-74BB-090E-1939-618A0DA5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FF48E-483B-4445-AA56-68C34F2CF20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699DBC8-870A-F01E-8225-4B191613E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6A1FBAF-D29B-6FFF-2A4C-5EE507F3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9C9B8-42FD-4A82-8829-0EDFECF95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6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4F779C9-2FF9-1E55-93D2-7308E68B9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D08F630-950F-4CFF-FB3F-B73A435AD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BEB3D6F-EADF-E06F-F560-CE1E5DE36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FF48E-483B-4445-AA56-68C34F2CF20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77B6CA0-E1D3-B945-E5FB-999B3CB5C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5F03583-B63B-6093-989B-9D9BA6F45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F9C9B8-42FD-4A82-8829-0EDFECF95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72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symbol, Symetria, linia, wzór&#10;&#10;Zawartość wygenerowana przez AI może być niepoprawna.">
            <a:extLst>
              <a:ext uri="{FF2B5EF4-FFF2-40B4-BE49-F238E27FC236}">
                <a16:creationId xmlns:a16="http://schemas.microsoft.com/office/drawing/2014/main" id="{CB74DE75-1B4E-8504-B0FB-3EBBAA14431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5" r="3860" b="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2AFF820B-CD0F-658C-5C33-1340488B6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0261600" cy="4243199"/>
          </a:xfrm>
        </p:spPr>
        <p:txBody>
          <a:bodyPr>
            <a:normAutofit fontScale="90000"/>
          </a:bodyPr>
          <a:lstStyle/>
          <a:p>
            <a:pPr algn="l"/>
            <a:r>
              <a:rPr lang="en-GB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British invent</a:t>
            </a:r>
            <a:r>
              <a:rPr lang="pl-PL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ors</a:t>
            </a:r>
            <a:r>
              <a:rPr lang="en-GB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 and their inventions</a:t>
            </a:r>
            <a:endParaRPr lang="en-US" sz="11500" b="1" dirty="0">
              <a:ln w="22225">
                <a:solidFill>
                  <a:schemeClr val="tx1"/>
                </a:solidFill>
                <a:miter lim="800000"/>
              </a:ln>
              <a:noFill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2250437-4AE4-60DF-291C-6DF735553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2244" y="6357124"/>
            <a:ext cx="7319756" cy="500876"/>
          </a:xfrm>
        </p:spPr>
        <p:txBody>
          <a:bodyPr>
            <a:normAutofit lnSpcReduction="10000"/>
          </a:bodyPr>
          <a:lstStyle/>
          <a:p>
            <a:pPr algn="l"/>
            <a:r>
              <a:rPr lang="en-GB" sz="3200" dirty="0"/>
              <a:t>Wojciech Krakowiak i Marcel Miko</a:t>
            </a:r>
            <a:r>
              <a:rPr lang="pl-PL" sz="3200" dirty="0"/>
              <a:t>ł</a:t>
            </a:r>
            <a:r>
              <a:rPr lang="en-GB" sz="3200" dirty="0"/>
              <a:t>ajczyk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87685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az 6" descr="Obraz zawierający w pomieszczeniu, czarne i białe, Ludzka twarz, ściana&#10;&#10;Zawartość wygenerowana przez AI może być niepoprawna.">
            <a:extLst>
              <a:ext uri="{FF2B5EF4-FFF2-40B4-BE49-F238E27FC236}">
                <a16:creationId xmlns:a16="http://schemas.microsoft.com/office/drawing/2014/main" id="{3D174003-9543-7738-3622-A27C55787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8" r="4438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AD58AA4-9958-6032-DF39-29E06CA950A0}"/>
              </a:ext>
            </a:extLst>
          </p:cNvPr>
          <p:cNvSpPr txBox="1"/>
          <p:nvPr/>
        </p:nvSpPr>
        <p:spPr>
          <a:xfrm>
            <a:off x="838200" y="365125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James Watt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8F0D6D1-4296-7D83-A710-2D327769F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Scottish engineer and an inventor living between 1736 and 1819 </a:t>
            </a:r>
          </a:p>
          <a:p>
            <a:r>
              <a:rPr lang="en-US" sz="2000" dirty="0"/>
              <a:t>His invention</a:t>
            </a:r>
            <a:r>
              <a:rPr lang="pl-PL" sz="2000" dirty="0"/>
              <a:t> (1769)</a:t>
            </a:r>
            <a:r>
              <a:rPr lang="en-US" sz="2000" dirty="0"/>
              <a:t>, the steam engine had revolutionized transportation at the time allowing large cargo to be moved quickly</a:t>
            </a:r>
            <a:r>
              <a:rPr lang="pl-PL" sz="2000" dirty="0"/>
              <a:t> </a:t>
            </a:r>
            <a:endParaRPr lang="en-US" sz="2000" dirty="0"/>
          </a:p>
          <a:p>
            <a:r>
              <a:rPr lang="en-US" sz="2000" dirty="0"/>
              <a:t>This invention paved the way to a present-day engine</a:t>
            </a:r>
          </a:p>
          <a:p>
            <a:pPr marL="0"/>
            <a:endParaRPr lang="en-US" sz="2000" dirty="0"/>
          </a:p>
          <a:p>
            <a:pPr marL="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91886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az 4" descr="Obraz zawierający Ludzka twarz, człowiek, osoba, ubrania&#10;&#10;Zawartość wygenerowana przez AI może być niepoprawna.">
            <a:extLst>
              <a:ext uri="{FF2B5EF4-FFF2-40B4-BE49-F238E27FC236}">
                <a16:creationId xmlns:a16="http://schemas.microsoft.com/office/drawing/2014/main" id="{2A9D26BD-FEF2-CBDB-0CD2-5D721E0E9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89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3BDEF59-9C1A-D970-C604-9DDA1F8CC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pl-PL" sz="4000"/>
              <a:t>Alexander Graham Bell</a:t>
            </a:r>
            <a:endParaRPr lang="en-US" sz="40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7617FDC-C8DD-7C57-3BD8-3675F06A2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pl-PL" sz="2000" dirty="0"/>
              <a:t> </a:t>
            </a:r>
            <a:r>
              <a:rPr lang="en-GB" sz="2000" dirty="0"/>
              <a:t>A Scottish scientist and an inventor living between 1847 and 1922</a:t>
            </a:r>
          </a:p>
          <a:p>
            <a:r>
              <a:rPr lang="en-GB" sz="2000" dirty="0"/>
              <a:t>His invention, the telephone (1876), improved communication and allowed people to contact each other effortlessly</a:t>
            </a:r>
          </a:p>
          <a:p>
            <a:r>
              <a:rPr lang="en-US" sz="2000" dirty="0"/>
              <a:t>Thanks to this innovation, it became possible to create modern cell phones.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02606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FE61468-0683-00C3-CC08-C0D34A6E9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5400"/>
              <a:t>Isaac Newton</a:t>
            </a:r>
            <a:endParaRPr lang="en-US" sz="540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42342E8-95D7-053B-BE5C-1C761D351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GB" sz="1900" dirty="0"/>
              <a:t>English physicist and a chemist living between 1643 and 1727, who discovered gravity (1687)</a:t>
            </a:r>
          </a:p>
          <a:p>
            <a:r>
              <a:rPr lang="en-GB" sz="1900" dirty="0"/>
              <a:t>Formulated the three laws of Newton’s motion</a:t>
            </a:r>
            <a:endParaRPr lang="pl-PL" sz="1900" dirty="0"/>
          </a:p>
        </p:txBody>
      </p:sp>
      <p:pic>
        <p:nvPicPr>
          <p:cNvPr id="5" name="Obraz 4" descr="Obraz zawierający Ludzka twarz, portret, obraz, ubrania&#10;&#10;Zawartość wygenerowana przez AI może być niepoprawna.">
            <a:extLst>
              <a:ext uri="{FF2B5EF4-FFF2-40B4-BE49-F238E27FC236}">
                <a16:creationId xmlns:a16="http://schemas.microsoft.com/office/drawing/2014/main" id="{F0C04277-6920-F637-11D2-3610D3449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725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97793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az 4" descr="Obraz zawierający tęcza, ubrania, obuwie, budynek&#10;&#10;Zawartość wygenerowana przez AI może być niepoprawna.">
            <a:extLst>
              <a:ext uri="{FF2B5EF4-FFF2-40B4-BE49-F238E27FC236}">
                <a16:creationId xmlns:a16="http://schemas.microsoft.com/office/drawing/2014/main" id="{4D8AFE67-9A5A-3A3A-D592-606A3DE5D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8" r="1632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CB8D7AC-9953-088E-BA86-33364E03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64" y="281736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 dirty="0"/>
              <a:t>Isaac Newton</a:t>
            </a:r>
            <a:endParaRPr lang="en-US" sz="4000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0FBA99-0516-433F-75AB-42423C8C4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" y="2463384"/>
            <a:ext cx="3822189" cy="3742762"/>
          </a:xfrm>
        </p:spPr>
        <p:txBody>
          <a:bodyPr>
            <a:normAutofit/>
          </a:bodyPr>
          <a:lstStyle/>
          <a:p>
            <a:r>
              <a:rPr lang="en-GB" sz="2000" dirty="0"/>
              <a:t>He also discovered </a:t>
            </a:r>
            <a:r>
              <a:rPr lang="pl-PL" sz="2000" dirty="0"/>
              <a:t>the </a:t>
            </a:r>
            <a:r>
              <a:rPr lang="en-GB" sz="2000" dirty="0"/>
              <a:t>colour theory </a:t>
            </a:r>
            <a:r>
              <a:rPr lang="pl-PL" sz="2000" dirty="0"/>
              <a:t>(1666)</a:t>
            </a:r>
            <a:endParaRPr lang="en-US" sz="2000" dirty="0"/>
          </a:p>
          <a:p>
            <a:r>
              <a:rPr lang="en-US" sz="2000" dirty="0"/>
              <a:t>It laid the groundwork for modern optics, transformed optics into a science and opened new windows into the universe </a:t>
            </a:r>
          </a:p>
        </p:txBody>
      </p:sp>
    </p:spTree>
    <p:extLst>
      <p:ext uri="{BB962C8B-B14F-4D97-AF65-F5344CB8AC3E}">
        <p14:creationId xmlns:p14="http://schemas.microsoft.com/office/powerpoint/2010/main" val="4253702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2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Obraz 16" descr="Obraz zawierający samolot, niebo, transport, na wolnym powietrzu&#10;&#10;Zawartość wygenerowana przez AI może być niepoprawna.">
            <a:extLst>
              <a:ext uri="{FF2B5EF4-FFF2-40B4-BE49-F238E27FC236}">
                <a16:creationId xmlns:a16="http://schemas.microsoft.com/office/drawing/2014/main" id="{6A5978B8-E5A7-AB0E-E8AD-42DC37829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6"/>
          <a:stretch>
            <a:fillRect/>
          </a:stretch>
        </p:blipFill>
        <p:spPr>
          <a:xfrm>
            <a:off x="3144926" y="10"/>
            <a:ext cx="966964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D687C06-717A-E888-39F9-72A0A0A85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544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 dirty="0"/>
              <a:t>Honourable mention: Harrier jump jet </a:t>
            </a:r>
            <a:endParaRPr lang="en-US" sz="4000" dirty="0"/>
          </a:p>
        </p:txBody>
      </p:sp>
      <p:sp>
        <p:nvSpPr>
          <p:cNvPr id="11" name="Symbol zastępczy zawartości 10">
            <a:extLst>
              <a:ext uri="{FF2B5EF4-FFF2-40B4-BE49-F238E27FC236}">
                <a16:creationId xmlns:a16="http://schemas.microsoft.com/office/drawing/2014/main" id="{AED3940A-6443-0E73-C184-A9CF2E33E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3429000"/>
            <a:ext cx="3822189" cy="2254531"/>
          </a:xfrm>
        </p:spPr>
        <p:txBody>
          <a:bodyPr>
            <a:normAutofit/>
          </a:bodyPr>
          <a:lstStyle/>
          <a:p>
            <a:r>
              <a:rPr lang="en-GB" sz="2000" dirty="0"/>
              <a:t>Revolutionary fighter jet developed by </a:t>
            </a:r>
            <a:r>
              <a:rPr lang="pl-PL" sz="2000" dirty="0"/>
              <a:t>Hawker Siddeley</a:t>
            </a:r>
            <a:r>
              <a:rPr lang="en-GB" sz="2000" dirty="0"/>
              <a:t> in 1969</a:t>
            </a:r>
          </a:p>
          <a:p>
            <a:r>
              <a:rPr lang="en-GB" sz="2000" dirty="0"/>
              <a:t>The innovation introduced by this jet is the ability to VTOL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952617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186</Words>
  <Application>Microsoft Office PowerPoint</Application>
  <PresentationFormat>Panoramiczny</PresentationFormat>
  <Paragraphs>19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Motyw pakietu Office</vt:lpstr>
      <vt:lpstr>British inventors and their inventions</vt:lpstr>
      <vt:lpstr>Prezentacja programu PowerPoint</vt:lpstr>
      <vt:lpstr>Alexander Graham Bell</vt:lpstr>
      <vt:lpstr>Isaac Newton</vt:lpstr>
      <vt:lpstr>Isaac Newton</vt:lpstr>
      <vt:lpstr>Honourable mention: Harrier jump jet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Wojtek Krakowiak</dc:creator>
  <cp:lastModifiedBy>Wojtek Krakowiak</cp:lastModifiedBy>
  <cp:revision>1</cp:revision>
  <dcterms:created xsi:type="dcterms:W3CDTF">2025-09-19T19:58:10Z</dcterms:created>
  <dcterms:modified xsi:type="dcterms:W3CDTF">2025-10-04T21:11:21Z</dcterms:modified>
</cp:coreProperties>
</file>