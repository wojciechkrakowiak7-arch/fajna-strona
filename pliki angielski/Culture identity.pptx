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539" r:id="rId6"/>
    <p:sldId id="1540" r:id="rId7"/>
    <p:sldId id="1541" r:id="rId8"/>
    <p:sldId id="1542" r:id="rId9"/>
    <p:sldId id="1543" r:id="rId10"/>
    <p:sldId id="1544" r:id="rId11"/>
    <p:sldId id="1545" r:id="rId12"/>
    <p:sldId id="1546" r:id="rId13"/>
    <p:sldId id="1547" r:id="rId14"/>
    <p:sldId id="1548" r:id="rId15"/>
    <p:sldId id="1549" r:id="rId16"/>
    <p:sldId id="1550" r:id="rId17"/>
    <p:sldId id="1551" r:id="rId18"/>
    <p:sldId id="1552" r:id="rId19"/>
    <p:sldId id="1553" r:id="rId20"/>
    <p:sldId id="1554" r:id="rId21"/>
    <p:sldId id="1555" r:id="rId22"/>
    <p:sldId id="1556" r:id="rId23"/>
    <p:sldId id="1557" r:id="rId24"/>
    <p:sldId id="1558" r:id="rId25"/>
    <p:sldId id="1559" r:id="rId26"/>
    <p:sldId id="1560" r:id="rId27"/>
    <p:sldId id="1561" r:id="rId28"/>
    <p:sldId id="1562" r:id="rId29"/>
    <p:sldId id="1563" r:id="rId30"/>
    <p:sldId id="1564" r:id="rId31"/>
    <p:sldId id="1565" r:id="rId32"/>
    <p:sldId id="1566" r:id="rId33"/>
    <p:sldId id="1569" r:id="rId34"/>
    <p:sldId id="1567" r:id="rId35"/>
    <p:sldId id="1568" r:id="rId36"/>
    <p:sldId id="1570" r:id="rId3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E9B5D-8C17-454E-B8ED-EB93C174ECCC}" v="651" dt="2025-07-01T23:12:08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2B3F89FC-1B5F-4E48-92A1-38B62DA546F5}"/>
    <pc:docChg chg="undo custSel addSld delSld modSld sldOrd">
      <pc:chgData name="Wojtek Krakowiak" userId="f72a0bb3b8a70e05" providerId="LiveId" clId="{2B3F89FC-1B5F-4E48-92A1-38B62DA546F5}" dt="2025-02-23T09:37:40.398" v="3234"/>
      <pc:docMkLst>
        <pc:docMk/>
      </pc:docMkLst>
      <pc:sldChg chg="modSp mod">
        <pc:chgData name="Wojtek Krakowiak" userId="f72a0bb3b8a70e05" providerId="LiveId" clId="{2B3F89FC-1B5F-4E48-92A1-38B62DA546F5}" dt="2025-02-18T18:04:08.085" v="2785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2B3F89FC-1B5F-4E48-92A1-38B62DA546F5}" dt="2025-02-06T20:32:53.393" v="184" actId="20577"/>
        <pc:sldMkLst>
          <pc:docMk/>
          <pc:sldMk cId="1436841305" sldId="1536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06261154" sldId="1537"/>
        </pc:sldMkLst>
      </pc:sldChg>
      <pc:sldChg chg="addSp modSp add mod modAnim">
        <pc:chgData name="Wojtek Krakowiak" userId="f72a0bb3b8a70e05" providerId="LiveId" clId="{2B3F89FC-1B5F-4E48-92A1-38B62DA546F5}" dt="2025-02-06T20:34:02.833" v="204"/>
        <pc:sldMkLst>
          <pc:docMk/>
          <pc:sldMk cId="4262693738" sldId="1537"/>
        </pc:sldMkLst>
      </pc:sldChg>
      <pc:sldChg chg="addSp delSp modSp add mod delAnim modAnim">
        <pc:chgData name="Wojtek Krakowiak" userId="f72a0bb3b8a70e05" providerId="LiveId" clId="{2B3F89FC-1B5F-4E48-92A1-38B62DA546F5}" dt="2025-02-06T20:51:05.289" v="309"/>
        <pc:sldMkLst>
          <pc:docMk/>
          <pc:sldMk cId="1726919322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69130409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533584481" sldId="1539"/>
        </pc:sldMkLst>
      </pc:sldChg>
      <pc:sldChg chg="addSp delSp modSp add mod delAnim modAnim">
        <pc:chgData name="Wojtek Krakowiak" userId="f72a0bb3b8a70e05" providerId="LiveId" clId="{2B3F89FC-1B5F-4E48-92A1-38B62DA546F5}" dt="2025-02-06T21:09:27.872" v="369"/>
        <pc:sldMkLst>
          <pc:docMk/>
          <pc:sldMk cId="2504829728" sldId="1539"/>
        </pc:sldMkLst>
      </pc:sldChg>
      <pc:sldChg chg="new del">
        <pc:chgData name="Wojtek Krakowiak" userId="f72a0bb3b8a70e05" providerId="LiveId" clId="{2B3F89FC-1B5F-4E48-92A1-38B62DA546F5}" dt="2025-02-06T21:09:32.573" v="370" actId="47"/>
        <pc:sldMkLst>
          <pc:docMk/>
          <pc:sldMk cId="1704025002" sldId="1540"/>
        </pc:sldMkLst>
      </pc:sldChg>
      <pc:sldChg chg="addSp delSp modSp add mod delAnim modAnim">
        <pc:chgData name="Wojtek Krakowiak" userId="f72a0bb3b8a70e05" providerId="LiveId" clId="{2B3F89FC-1B5F-4E48-92A1-38B62DA546F5}" dt="2025-02-06T21:11:09.821" v="427"/>
        <pc:sldMkLst>
          <pc:docMk/>
          <pc:sldMk cId="1870399914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315575793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4753146" sldId="1541"/>
        </pc:sldMkLst>
      </pc:sldChg>
      <pc:sldChg chg="addSp delSp modSp add mod delAnim modAnim">
        <pc:chgData name="Wojtek Krakowiak" userId="f72a0bb3b8a70e05" providerId="LiveId" clId="{2B3F89FC-1B5F-4E48-92A1-38B62DA546F5}" dt="2025-02-06T21:13:12.498" v="444"/>
        <pc:sldMkLst>
          <pc:docMk/>
          <pc:sldMk cId="3146162839" sldId="1541"/>
        </pc:sldMkLst>
      </pc:sldChg>
      <pc:sldChg chg="addSp delSp modSp add mod delAnim modAnim">
        <pc:chgData name="Wojtek Krakowiak" userId="f72a0bb3b8a70e05" providerId="LiveId" clId="{2B3F89FC-1B5F-4E48-92A1-38B62DA546F5}" dt="2025-02-06T21:20:32.609" v="518"/>
        <pc:sldMkLst>
          <pc:docMk/>
          <pc:sldMk cId="2647585901" sldId="1542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4198823191" sldId="1542"/>
        </pc:sldMkLst>
      </pc:sldChg>
      <pc:sldChg chg="addSp delSp modSp add mod delAnim modAnim">
        <pc:chgData name="Wojtek Krakowiak" userId="f72a0bb3b8a70e05" providerId="LiveId" clId="{2B3F89FC-1B5F-4E48-92A1-38B62DA546F5}" dt="2025-02-06T21:21:54.544" v="557"/>
        <pc:sldMkLst>
          <pc:docMk/>
          <pc:sldMk cId="207210176" sldId="1543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02514050" sldId="1543"/>
        </pc:sldMkLst>
      </pc:sldChg>
      <pc:sldChg chg="addSp delSp modSp add mod delAnim modAnim">
        <pc:chgData name="Wojtek Krakowiak" userId="f72a0bb3b8a70e05" providerId="LiveId" clId="{2B3F89FC-1B5F-4E48-92A1-38B62DA546F5}" dt="2025-02-06T21:25:58.565" v="675"/>
        <pc:sldMkLst>
          <pc:docMk/>
          <pc:sldMk cId="34540423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38727846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43792043" sldId="1545"/>
        </pc:sldMkLst>
      </pc:sldChg>
      <pc:sldChg chg="addSp delSp modSp add mod delAnim modAnim">
        <pc:chgData name="Wojtek Krakowiak" userId="f72a0bb3b8a70e05" providerId="LiveId" clId="{2B3F89FC-1B5F-4E48-92A1-38B62DA546F5}" dt="2025-02-06T21:27:20.609" v="753"/>
        <pc:sldMkLst>
          <pc:docMk/>
          <pc:sldMk cId="3204416304" sldId="1545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91359537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33:48.230" v="847"/>
        <pc:sldMkLst>
          <pc:docMk/>
          <pc:sldMk cId="295330049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42:22.130" v="900"/>
        <pc:sldMkLst>
          <pc:docMk/>
          <pc:sldMk cId="1170040068" sldId="1547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22236840" sldId="1548"/>
        </pc:sldMkLst>
      </pc:sldChg>
      <pc:sldChg chg="addSp delSp modSp add mod delAnim modAnim">
        <pc:chgData name="Wojtek Krakowiak" userId="f72a0bb3b8a70e05" providerId="LiveId" clId="{2B3F89FC-1B5F-4E48-92A1-38B62DA546F5}" dt="2025-02-06T21:47:07.133" v="991"/>
        <pc:sldMkLst>
          <pc:docMk/>
          <pc:sldMk cId="1473164197" sldId="1548"/>
        </pc:sldMkLst>
      </pc:sldChg>
      <pc:sldChg chg="addSp delSp modSp add mod delAnim modAnim">
        <pc:chgData name="Wojtek Krakowiak" userId="f72a0bb3b8a70e05" providerId="LiveId" clId="{2B3F89FC-1B5F-4E48-92A1-38B62DA546F5}" dt="2025-02-06T21:53:57.728" v="1055"/>
        <pc:sldMkLst>
          <pc:docMk/>
          <pc:sldMk cId="4306282" sldId="1549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33078469" sldId="1549"/>
        </pc:sldMkLst>
      </pc:sldChg>
      <pc:sldChg chg="addSp delSp modSp add mod delAnim modAnim">
        <pc:chgData name="Wojtek Krakowiak" userId="f72a0bb3b8a70e05" providerId="LiveId" clId="{2B3F89FC-1B5F-4E48-92A1-38B62DA546F5}" dt="2025-02-06T21:55:47.685" v="1092"/>
        <pc:sldMkLst>
          <pc:docMk/>
          <pc:sldMk cId="1638793721" sldId="155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26100864" sldId="1550"/>
        </pc:sldMkLst>
      </pc:sldChg>
      <pc:sldChg chg="addSp delSp modSp add mod delAnim modAnim">
        <pc:chgData name="Wojtek Krakowiak" userId="f72a0bb3b8a70e05" providerId="LiveId" clId="{2B3F89FC-1B5F-4E48-92A1-38B62DA546F5}" dt="2025-02-06T22:01:16.410" v="1121"/>
        <pc:sldMkLst>
          <pc:docMk/>
          <pc:sldMk cId="341839525" sldId="1551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2772689" sldId="1551"/>
        </pc:sldMkLst>
      </pc:sldChg>
      <pc:sldChg chg="addSp delSp modSp add mod delAnim modAnim">
        <pc:chgData name="Wojtek Krakowiak" userId="f72a0bb3b8a70e05" providerId="LiveId" clId="{2B3F89FC-1B5F-4E48-92A1-38B62DA546F5}" dt="2025-02-06T22:02:51.279" v="1157" actId="313"/>
        <pc:sldMkLst>
          <pc:docMk/>
          <pc:sldMk cId="3845782394" sldId="1552"/>
        </pc:sldMkLst>
      </pc:sldChg>
      <pc:sldChg chg="addSp delSp modSp add mod addAnim delAnim modAnim">
        <pc:chgData name="Wojtek Krakowiak" userId="f72a0bb3b8a70e05" providerId="LiveId" clId="{2B3F89FC-1B5F-4E48-92A1-38B62DA546F5}" dt="2025-02-06T22:06:43.456" v="1219"/>
        <pc:sldMkLst>
          <pc:docMk/>
          <pc:sldMk cId="1292615638" sldId="1553"/>
        </pc:sldMkLst>
      </pc:sldChg>
      <pc:sldChg chg="addSp delSp modSp add del mod addAnim delAnim modAnim">
        <pc:chgData name="Wojtek Krakowiak" userId="f72a0bb3b8a70e05" providerId="LiveId" clId="{2B3F89FC-1B5F-4E48-92A1-38B62DA546F5}" dt="2025-02-06T22:04:42.741" v="1171" actId="47"/>
        <pc:sldMkLst>
          <pc:docMk/>
          <pc:sldMk cId="3922103717" sldId="1553"/>
        </pc:sldMkLst>
      </pc:sldChg>
      <pc:sldChg chg="addSp delSp modSp add mod delAnim modAnim">
        <pc:chgData name="Wojtek Krakowiak" userId="f72a0bb3b8a70e05" providerId="LiveId" clId="{2B3F89FC-1B5F-4E48-92A1-38B62DA546F5}" dt="2025-02-06T22:53:51.345" v="1282"/>
        <pc:sldMkLst>
          <pc:docMk/>
          <pc:sldMk cId="3779967573" sldId="1554"/>
        </pc:sldMkLst>
      </pc:sldChg>
      <pc:sldChg chg="addSp delSp modSp add mod ord delAnim modAnim">
        <pc:chgData name="Wojtek Krakowiak" userId="f72a0bb3b8a70e05" providerId="LiveId" clId="{2B3F89FC-1B5F-4E48-92A1-38B62DA546F5}" dt="2025-02-06T22:55:53.526" v="1321"/>
        <pc:sldMkLst>
          <pc:docMk/>
          <pc:sldMk cId="1501863080" sldId="1555"/>
        </pc:sldMkLst>
      </pc:sldChg>
      <pc:sldChg chg="addSp delSp modSp add mod delAnim modAnim">
        <pc:chgData name="Wojtek Krakowiak" userId="f72a0bb3b8a70e05" providerId="LiveId" clId="{2B3F89FC-1B5F-4E48-92A1-38B62DA546F5}" dt="2025-02-06T22:58:11.021" v="1348"/>
        <pc:sldMkLst>
          <pc:docMk/>
          <pc:sldMk cId="12504290" sldId="1556"/>
        </pc:sldMkLst>
      </pc:sldChg>
      <pc:sldChg chg="addSp delSp modSp add mod delAnim modAnim">
        <pc:chgData name="Wojtek Krakowiak" userId="f72a0bb3b8a70e05" providerId="LiveId" clId="{2B3F89FC-1B5F-4E48-92A1-38B62DA546F5}" dt="2025-02-18T11:59:08.702" v="1538" actId="20577"/>
        <pc:sldMkLst>
          <pc:docMk/>
          <pc:sldMk cId="2311367034" sldId="1557"/>
        </pc:sldMkLst>
      </pc:sldChg>
      <pc:sldChg chg="addSp delSp modSp add mod delAnim modAnim">
        <pc:chgData name="Wojtek Krakowiak" userId="f72a0bb3b8a70e05" providerId="LiveId" clId="{2B3F89FC-1B5F-4E48-92A1-38B62DA546F5}" dt="2025-02-18T18:01:41.585" v="2778" actId="20577"/>
        <pc:sldMkLst>
          <pc:docMk/>
          <pc:sldMk cId="3414406660" sldId="1558"/>
        </pc:sldMkLst>
      </pc:sldChg>
      <pc:sldChg chg="addSp delSp modSp add mod delAnim modAnim">
        <pc:chgData name="Wojtek Krakowiak" userId="f72a0bb3b8a70e05" providerId="LiveId" clId="{2B3F89FC-1B5F-4E48-92A1-38B62DA546F5}" dt="2025-02-18T11:56:58.515" v="1484"/>
        <pc:sldMkLst>
          <pc:docMk/>
          <pc:sldMk cId="3555794372" sldId="1559"/>
        </pc:sldMkLst>
      </pc:sldChg>
      <pc:sldChg chg="addSp delSp modSp add mod delAnim modAnim">
        <pc:chgData name="Wojtek Krakowiak" userId="f72a0bb3b8a70e05" providerId="LiveId" clId="{2B3F89FC-1B5F-4E48-92A1-38B62DA546F5}" dt="2025-02-18T11:58:46.910" v="1526"/>
        <pc:sldMkLst>
          <pc:docMk/>
          <pc:sldMk cId="424784778" sldId="1560"/>
        </pc:sldMkLst>
      </pc:sldChg>
      <pc:sldChg chg="addSp delSp modSp add mod delAnim modAnim">
        <pc:chgData name="Wojtek Krakowiak" userId="f72a0bb3b8a70e05" providerId="LiveId" clId="{2B3F89FC-1B5F-4E48-92A1-38B62DA546F5}" dt="2025-02-18T17:12:28.933" v="2750"/>
        <pc:sldMkLst>
          <pc:docMk/>
          <pc:sldMk cId="3765158168" sldId="1561"/>
        </pc:sldMkLst>
      </pc:sldChg>
      <pc:sldChg chg="addSp modSp add mod modAnim">
        <pc:chgData name="Wojtek Krakowiak" userId="f72a0bb3b8a70e05" providerId="LiveId" clId="{2B3F89FC-1B5F-4E48-92A1-38B62DA546F5}" dt="2025-02-18T12:25:45.953" v="1597" actId="14100"/>
        <pc:sldMkLst>
          <pc:docMk/>
          <pc:sldMk cId="800344405" sldId="1562"/>
        </pc:sldMkLst>
      </pc:sldChg>
      <pc:sldChg chg="addSp delSp modSp add mod delAnim modAnim">
        <pc:chgData name="Wojtek Krakowiak" userId="f72a0bb3b8a70e05" providerId="LiveId" clId="{2B3F89FC-1B5F-4E48-92A1-38B62DA546F5}" dt="2025-02-18T12:28:33.245" v="1650"/>
        <pc:sldMkLst>
          <pc:docMk/>
          <pc:sldMk cId="2041792437" sldId="1563"/>
        </pc:sldMkLst>
      </pc:sldChg>
      <pc:sldChg chg="addSp delSp modSp add mod delAnim modAnim">
        <pc:chgData name="Wojtek Krakowiak" userId="f72a0bb3b8a70e05" providerId="LiveId" clId="{2B3F89FC-1B5F-4E48-92A1-38B62DA546F5}" dt="2025-02-18T12:38:57.162" v="1730"/>
        <pc:sldMkLst>
          <pc:docMk/>
          <pc:sldMk cId="1739061898" sldId="1564"/>
        </pc:sldMkLst>
      </pc:sldChg>
      <pc:sldChg chg="addSp delSp modSp add mod delAnim modAnim">
        <pc:chgData name="Wojtek Krakowiak" userId="f72a0bb3b8a70e05" providerId="LiveId" clId="{2B3F89FC-1B5F-4E48-92A1-38B62DA546F5}" dt="2025-02-18T12:41:15.334" v="1798"/>
        <pc:sldMkLst>
          <pc:docMk/>
          <pc:sldMk cId="516708209" sldId="1565"/>
        </pc:sldMkLst>
      </pc:sldChg>
      <pc:sldChg chg="addSp delSp modSp add mod delAnim modAnim">
        <pc:chgData name="Wojtek Krakowiak" userId="f72a0bb3b8a70e05" providerId="LiveId" clId="{2B3F89FC-1B5F-4E48-92A1-38B62DA546F5}" dt="2025-02-18T12:52:07.760" v="1881" actId="1076"/>
        <pc:sldMkLst>
          <pc:docMk/>
          <pc:sldMk cId="530830810" sldId="1566"/>
        </pc:sldMkLst>
      </pc:sldChg>
      <pc:sldChg chg="addSp delSp modSp add mod delAnim modAnim">
        <pc:chgData name="Wojtek Krakowiak" userId="f72a0bb3b8a70e05" providerId="LiveId" clId="{2B3F89FC-1B5F-4E48-92A1-38B62DA546F5}" dt="2025-02-18T13:12:11.450" v="1969"/>
        <pc:sldMkLst>
          <pc:docMk/>
          <pc:sldMk cId="2479056774" sldId="1567"/>
        </pc:sldMkLst>
      </pc:sldChg>
      <pc:sldChg chg="addSp delSp modSp add mod delAnim modAnim">
        <pc:chgData name="Wojtek Krakowiak" userId="f72a0bb3b8a70e05" providerId="LiveId" clId="{2B3F89FC-1B5F-4E48-92A1-38B62DA546F5}" dt="2025-02-18T13:17:10.412" v="2043" actId="20577"/>
        <pc:sldMkLst>
          <pc:docMk/>
          <pc:sldMk cId="3732867320" sldId="1568"/>
        </pc:sldMkLst>
      </pc:sldChg>
      <pc:sldChg chg="addSp delSp modSp add mod delAnim modAnim">
        <pc:chgData name="Wojtek Krakowiak" userId="f72a0bb3b8a70e05" providerId="LiveId" clId="{2B3F89FC-1B5F-4E48-92A1-38B62DA546F5}" dt="2025-02-18T13:20:51.466" v="2098" actId="20577"/>
        <pc:sldMkLst>
          <pc:docMk/>
          <pc:sldMk cId="632964383" sldId="1569"/>
        </pc:sldMkLst>
      </pc:sldChg>
      <pc:sldChg chg="addSp delSp modSp add mod delAnim modAnim">
        <pc:chgData name="Wojtek Krakowiak" userId="f72a0bb3b8a70e05" providerId="LiveId" clId="{2B3F89FC-1B5F-4E48-92A1-38B62DA546F5}" dt="2025-02-18T13:24:48.305" v="2174" actId="20577"/>
        <pc:sldMkLst>
          <pc:docMk/>
          <pc:sldMk cId="2587791275" sldId="1570"/>
        </pc:sldMkLst>
      </pc:sldChg>
      <pc:sldChg chg="addSp delSp modSp add mod delAnim modAnim">
        <pc:chgData name="Wojtek Krakowiak" userId="f72a0bb3b8a70e05" providerId="LiveId" clId="{2B3F89FC-1B5F-4E48-92A1-38B62DA546F5}" dt="2025-02-18T13:40:52.594" v="2230" actId="20577"/>
        <pc:sldMkLst>
          <pc:docMk/>
          <pc:sldMk cId="3285547036" sldId="1571"/>
        </pc:sldMkLst>
      </pc:sldChg>
      <pc:sldChg chg="addSp delSp modSp add del mod delAnim modAnim">
        <pc:chgData name="Wojtek Krakowiak" userId="f72a0bb3b8a70e05" providerId="LiveId" clId="{2B3F89FC-1B5F-4E48-92A1-38B62DA546F5}" dt="2025-02-18T17:26:33.110" v="2775" actId="47"/>
        <pc:sldMkLst>
          <pc:docMk/>
          <pc:sldMk cId="1691727971" sldId="1572"/>
        </pc:sldMkLst>
      </pc:sldChg>
      <pc:sldChg chg="addSp delSp modSp add mod delAnim modAnim">
        <pc:chgData name="Wojtek Krakowiak" userId="f72a0bb3b8a70e05" providerId="LiveId" clId="{2B3F89FC-1B5F-4E48-92A1-38B62DA546F5}" dt="2025-02-18T13:56:45.861" v="2313"/>
        <pc:sldMkLst>
          <pc:docMk/>
          <pc:sldMk cId="478791410" sldId="1573"/>
        </pc:sldMkLst>
      </pc:sldChg>
      <pc:sldChg chg="addSp delSp modSp add mod ord delAnim modAnim">
        <pc:chgData name="Wojtek Krakowiak" userId="f72a0bb3b8a70e05" providerId="LiveId" clId="{2B3F89FC-1B5F-4E48-92A1-38B62DA546F5}" dt="2025-02-18T18:22:14.343" v="2860"/>
        <pc:sldMkLst>
          <pc:docMk/>
          <pc:sldMk cId="2095261619" sldId="1574"/>
        </pc:sldMkLst>
      </pc:sldChg>
      <pc:sldChg chg="addSp modSp add mod modAnim">
        <pc:chgData name="Wojtek Krakowiak" userId="f72a0bb3b8a70e05" providerId="LiveId" clId="{2B3F89FC-1B5F-4E48-92A1-38B62DA546F5}" dt="2025-02-18T15:45:05.207" v="2638"/>
        <pc:sldMkLst>
          <pc:docMk/>
          <pc:sldMk cId="2492969806" sldId="1575"/>
        </pc:sldMkLst>
      </pc:sldChg>
      <pc:sldChg chg="addSp modSp add mod modAnim">
        <pc:chgData name="Wojtek Krakowiak" userId="f72a0bb3b8a70e05" providerId="LiveId" clId="{2B3F89FC-1B5F-4E48-92A1-38B62DA546F5}" dt="2025-02-18T15:45:38.191" v="2641"/>
        <pc:sldMkLst>
          <pc:docMk/>
          <pc:sldMk cId="4028098646" sldId="1576"/>
        </pc:sldMkLst>
      </pc:sldChg>
      <pc:sldChg chg="addSp modSp add mod modAnim">
        <pc:chgData name="Wojtek Krakowiak" userId="f72a0bb3b8a70e05" providerId="LiveId" clId="{2B3F89FC-1B5F-4E48-92A1-38B62DA546F5}" dt="2025-02-18T15:46:08.337" v="2644"/>
        <pc:sldMkLst>
          <pc:docMk/>
          <pc:sldMk cId="1315173997" sldId="1577"/>
        </pc:sldMkLst>
      </pc:sldChg>
      <pc:sldChg chg="addSp modSp add mod modAnim">
        <pc:chgData name="Wojtek Krakowiak" userId="f72a0bb3b8a70e05" providerId="LiveId" clId="{2B3F89FC-1B5F-4E48-92A1-38B62DA546F5}" dt="2025-02-18T15:46:41.165" v="2647"/>
        <pc:sldMkLst>
          <pc:docMk/>
          <pc:sldMk cId="4126715504" sldId="1578"/>
        </pc:sldMkLst>
      </pc:sldChg>
      <pc:sldChg chg="addSp modSp add mod modAnim">
        <pc:chgData name="Wojtek Krakowiak" userId="f72a0bb3b8a70e05" providerId="LiveId" clId="{2B3F89FC-1B5F-4E48-92A1-38B62DA546F5}" dt="2025-02-18T15:47:16.294" v="2650"/>
        <pc:sldMkLst>
          <pc:docMk/>
          <pc:sldMk cId="3748469286" sldId="1579"/>
        </pc:sldMkLst>
      </pc:sldChg>
      <pc:sldChg chg="addSp modSp add mod modAnim">
        <pc:chgData name="Wojtek Krakowiak" userId="f72a0bb3b8a70e05" providerId="LiveId" clId="{2B3F89FC-1B5F-4E48-92A1-38B62DA546F5}" dt="2025-02-18T15:48:16.727" v="2656"/>
        <pc:sldMkLst>
          <pc:docMk/>
          <pc:sldMk cId="1689172269" sldId="1580"/>
        </pc:sldMkLst>
      </pc:sldChg>
      <pc:sldChg chg="addSp modSp add mod modAnim">
        <pc:chgData name="Wojtek Krakowiak" userId="f72a0bb3b8a70e05" providerId="LiveId" clId="{2B3F89FC-1B5F-4E48-92A1-38B62DA546F5}" dt="2025-02-18T15:48:52.649" v="2661" actId="20577"/>
        <pc:sldMkLst>
          <pc:docMk/>
          <pc:sldMk cId="838098554" sldId="1581"/>
        </pc:sldMkLst>
      </pc:sldChg>
      <pc:sldChg chg="addSp modSp add mod modAnim">
        <pc:chgData name="Wojtek Krakowiak" userId="f72a0bb3b8a70e05" providerId="LiveId" clId="{2B3F89FC-1B5F-4E48-92A1-38B62DA546F5}" dt="2025-02-18T15:49:23.490" v="2664"/>
        <pc:sldMkLst>
          <pc:docMk/>
          <pc:sldMk cId="1913175927" sldId="1582"/>
        </pc:sldMkLst>
      </pc:sldChg>
      <pc:sldChg chg="addSp modSp add mod modAnim">
        <pc:chgData name="Wojtek Krakowiak" userId="f72a0bb3b8a70e05" providerId="LiveId" clId="{2B3F89FC-1B5F-4E48-92A1-38B62DA546F5}" dt="2025-02-18T15:47:45.786" v="2653"/>
        <pc:sldMkLst>
          <pc:docMk/>
          <pc:sldMk cId="2144114491" sldId="1583"/>
        </pc:sldMkLst>
      </pc:sldChg>
      <pc:sldChg chg="addSp delSp modSp add mod ord delAnim modAnim">
        <pc:chgData name="Wojtek Krakowiak" userId="f72a0bb3b8a70e05" providerId="LiveId" clId="{2B3F89FC-1B5F-4E48-92A1-38B62DA546F5}" dt="2025-02-18T18:22:11.254" v="2858"/>
        <pc:sldMkLst>
          <pc:docMk/>
          <pc:sldMk cId="820319726" sldId="1584"/>
        </pc:sldMkLst>
      </pc:sldChg>
      <pc:sldChg chg="addSp delSp modSp add mod delAnim modAnim">
        <pc:chgData name="Wojtek Krakowiak" userId="f72a0bb3b8a70e05" providerId="LiveId" clId="{2B3F89FC-1B5F-4E48-92A1-38B62DA546F5}" dt="2025-02-18T17:13:45.148" v="2774"/>
        <pc:sldMkLst>
          <pc:docMk/>
          <pc:sldMk cId="342534139" sldId="1585"/>
        </pc:sldMkLst>
      </pc:sldChg>
      <pc:sldChg chg="addSp delSp modSp add mod delAnim modAnim">
        <pc:chgData name="Wojtek Krakowiak" userId="f72a0bb3b8a70e05" providerId="LiveId" clId="{2B3F89FC-1B5F-4E48-92A1-38B62DA546F5}" dt="2025-02-18T18:21:39.038" v="2856" actId="20577"/>
        <pc:sldMkLst>
          <pc:docMk/>
          <pc:sldMk cId="1438042858" sldId="1586"/>
        </pc:sldMkLst>
      </pc:sldChg>
      <pc:sldChg chg="addSp delSp modSp add mod delAnim modAnim">
        <pc:chgData name="Wojtek Krakowiak" userId="f72a0bb3b8a70e05" providerId="LiveId" clId="{2B3F89FC-1B5F-4E48-92A1-38B62DA546F5}" dt="2025-02-22T22:10:26.678" v="2908"/>
        <pc:sldMkLst>
          <pc:docMk/>
          <pc:sldMk cId="1628176765" sldId="1587"/>
        </pc:sldMkLst>
      </pc:sldChg>
      <pc:sldChg chg="addSp delSp modSp add mod delAnim modAnim">
        <pc:chgData name="Wojtek Krakowiak" userId="f72a0bb3b8a70e05" providerId="LiveId" clId="{2B3F89FC-1B5F-4E48-92A1-38B62DA546F5}" dt="2025-02-22T22:13:52.717" v="2950"/>
        <pc:sldMkLst>
          <pc:docMk/>
          <pc:sldMk cId="4068965496" sldId="1588"/>
        </pc:sldMkLst>
      </pc:sldChg>
      <pc:sldChg chg="addSp delSp modSp add mod delAnim modAnim">
        <pc:chgData name="Wojtek Krakowiak" userId="f72a0bb3b8a70e05" providerId="LiveId" clId="{2B3F89FC-1B5F-4E48-92A1-38B62DA546F5}" dt="2025-02-22T22:16:04.904" v="2974"/>
        <pc:sldMkLst>
          <pc:docMk/>
          <pc:sldMk cId="2520453097" sldId="1589"/>
        </pc:sldMkLst>
      </pc:sldChg>
      <pc:sldChg chg="addSp delSp modSp add mod delAnim modAnim">
        <pc:chgData name="Wojtek Krakowiak" userId="f72a0bb3b8a70e05" providerId="LiveId" clId="{2B3F89FC-1B5F-4E48-92A1-38B62DA546F5}" dt="2025-02-22T22:19:38.357" v="3012"/>
        <pc:sldMkLst>
          <pc:docMk/>
          <pc:sldMk cId="1945882774" sldId="1590"/>
        </pc:sldMkLst>
      </pc:sldChg>
      <pc:sldChg chg="addSp delSp modSp add mod delAnim modAnim">
        <pc:chgData name="Wojtek Krakowiak" userId="f72a0bb3b8a70e05" providerId="LiveId" clId="{2B3F89FC-1B5F-4E48-92A1-38B62DA546F5}" dt="2025-02-22T22:22:53.497" v="3051"/>
        <pc:sldMkLst>
          <pc:docMk/>
          <pc:sldMk cId="2412664230" sldId="1591"/>
        </pc:sldMkLst>
      </pc:sldChg>
      <pc:sldChg chg="addSp delSp modSp add mod delAnim modAnim">
        <pc:chgData name="Wojtek Krakowiak" userId="f72a0bb3b8a70e05" providerId="LiveId" clId="{2B3F89FC-1B5F-4E48-92A1-38B62DA546F5}" dt="2025-02-22T22:25:42.711" v="3120"/>
        <pc:sldMkLst>
          <pc:docMk/>
          <pc:sldMk cId="567929554" sldId="1592"/>
        </pc:sldMkLst>
      </pc:sldChg>
      <pc:sldChg chg="addSp delSp modSp add mod delAnim modAnim">
        <pc:chgData name="Wojtek Krakowiak" userId="f72a0bb3b8a70e05" providerId="LiveId" clId="{2B3F89FC-1B5F-4E48-92A1-38B62DA546F5}" dt="2025-02-22T22:28:04.400" v="3175"/>
        <pc:sldMkLst>
          <pc:docMk/>
          <pc:sldMk cId="778484339" sldId="1593"/>
        </pc:sldMkLst>
      </pc:sldChg>
      <pc:sldChg chg="addSp delSp modSp add mod delAnim modAnim">
        <pc:chgData name="Wojtek Krakowiak" userId="f72a0bb3b8a70e05" providerId="LiveId" clId="{2B3F89FC-1B5F-4E48-92A1-38B62DA546F5}" dt="2025-02-23T09:37:40.398" v="3234"/>
        <pc:sldMkLst>
          <pc:docMk/>
          <pc:sldMk cId="1455244613" sldId="1594"/>
        </pc:sldMkLst>
      </pc:sldChg>
    </pc:docChg>
  </pc:docChgLst>
  <pc:docChgLst>
    <pc:chgData name="Wojtek Krakowiak" userId="f72a0bb3b8a70e05" providerId="LiveId" clId="{D86E9B5D-8C17-454E-B8ED-EB93C174ECCC}"/>
    <pc:docChg chg="custSel addSld delSld modSld">
      <pc:chgData name="Wojtek Krakowiak" userId="f72a0bb3b8a70e05" providerId="LiveId" clId="{D86E9B5D-8C17-454E-B8ED-EB93C174ECCC}" dt="2025-08-24T18:33:10.822" v="1423" actId="20577"/>
      <pc:docMkLst>
        <pc:docMk/>
      </pc:docMkLst>
      <pc:sldChg chg="modSp mod">
        <pc:chgData name="Wojtek Krakowiak" userId="f72a0bb3b8a70e05" providerId="LiveId" clId="{D86E9B5D-8C17-454E-B8ED-EB93C174ECCC}" dt="2025-07-19T08:01:13.770" v="1409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D86E9B5D-8C17-454E-B8ED-EB93C174ECCC}" dt="2025-06-29T10:40:10.971" v="89"/>
        <pc:sldMkLst>
          <pc:docMk/>
          <pc:sldMk cId="1436841305" sldId="1536"/>
        </pc:sldMkLst>
      </pc:sldChg>
      <pc:sldChg chg="addSp delSp modSp add mod delAnim modAnim">
        <pc:chgData name="Wojtek Krakowiak" userId="f72a0bb3b8a70e05" providerId="LiveId" clId="{D86E9B5D-8C17-454E-B8ED-EB93C174ECCC}" dt="2025-06-29T10:42:53.269" v="132"/>
        <pc:sldMkLst>
          <pc:docMk/>
          <pc:sldMk cId="2375559405" sldId="1537"/>
        </pc:sldMkLst>
      </pc:sldChg>
      <pc:sldChg chg="new del">
        <pc:chgData name="Wojtek Krakowiak" userId="f72a0bb3b8a70e05" providerId="LiveId" clId="{D86E9B5D-8C17-454E-B8ED-EB93C174ECCC}" dt="2025-06-29T10:40:19.056" v="91" actId="47"/>
        <pc:sldMkLst>
          <pc:docMk/>
          <pc:sldMk cId="2521142325" sldId="1537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262693738" sldId="1537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726919322" sldId="1538"/>
        </pc:sldMkLst>
      </pc:sldChg>
      <pc:sldChg chg="addSp delSp modSp add mod delAnim modAnim">
        <pc:chgData name="Wojtek Krakowiak" userId="f72a0bb3b8a70e05" providerId="LiveId" clId="{D86E9B5D-8C17-454E-B8ED-EB93C174ECCC}" dt="2025-06-29T10:46:19.250" v="162" actId="20577"/>
        <pc:sldMkLst>
          <pc:docMk/>
          <pc:sldMk cId="3822143054" sldId="153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504829728" sldId="1539"/>
        </pc:sldMkLst>
      </pc:sldChg>
      <pc:sldChg chg="addSp delSp modSp add mod delAnim modAnim">
        <pc:chgData name="Wojtek Krakowiak" userId="f72a0bb3b8a70e05" providerId="LiveId" clId="{D86E9B5D-8C17-454E-B8ED-EB93C174ECCC}" dt="2025-06-29T10:47:52.044" v="185" actId="20577"/>
        <pc:sldMkLst>
          <pc:docMk/>
          <pc:sldMk cId="3954401660" sldId="1539"/>
        </pc:sldMkLst>
      </pc:sldChg>
      <pc:sldChg chg="addSp delSp modSp add mod delAnim modAnim">
        <pc:chgData name="Wojtek Krakowiak" userId="f72a0bb3b8a70e05" providerId="LiveId" clId="{D86E9B5D-8C17-454E-B8ED-EB93C174ECCC}" dt="2025-06-29T10:50:45.650" v="235" actId="20577"/>
        <pc:sldMkLst>
          <pc:docMk/>
          <pc:sldMk cId="898885262" sldId="1540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870399914" sldId="1540"/>
        </pc:sldMkLst>
      </pc:sldChg>
      <pc:sldChg chg="addSp delSp modSp add mod delAnim modAnim">
        <pc:chgData name="Wojtek Krakowiak" userId="f72a0bb3b8a70e05" providerId="LiveId" clId="{D86E9B5D-8C17-454E-B8ED-EB93C174ECCC}" dt="2025-06-30T17:14:58.381" v="639" actId="20577"/>
        <pc:sldMkLst>
          <pc:docMk/>
          <pc:sldMk cId="1592194851" sldId="1541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146162839" sldId="1541"/>
        </pc:sldMkLst>
      </pc:sldChg>
      <pc:sldChg chg="addSp delSp modSp add mod delAnim modAnim">
        <pc:chgData name="Wojtek Krakowiak" userId="f72a0bb3b8a70e05" providerId="LiveId" clId="{D86E9B5D-8C17-454E-B8ED-EB93C174ECCC}" dt="2025-06-29T11:22:18.034" v="296" actId="20577"/>
        <pc:sldMkLst>
          <pc:docMk/>
          <pc:sldMk cId="940366964" sldId="154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647585901" sldId="154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07210176" sldId="1543"/>
        </pc:sldMkLst>
      </pc:sldChg>
      <pc:sldChg chg="addSp delSp modSp add mod delAnim modAnim">
        <pc:chgData name="Wojtek Krakowiak" userId="f72a0bb3b8a70e05" providerId="LiveId" clId="{D86E9B5D-8C17-454E-B8ED-EB93C174ECCC}" dt="2025-08-24T18:33:10.822" v="1423" actId="20577"/>
        <pc:sldMkLst>
          <pc:docMk/>
          <pc:sldMk cId="4088989298" sldId="1543"/>
        </pc:sldMkLst>
        <pc:spChg chg="mod">
          <ac:chgData name="Wojtek Krakowiak" userId="f72a0bb3b8a70e05" providerId="LiveId" clId="{D86E9B5D-8C17-454E-B8ED-EB93C174ECCC}" dt="2025-08-24T18:33:10.822" v="1423" actId="20577"/>
          <ac:spMkLst>
            <pc:docMk/>
            <pc:sldMk cId="4088989298" sldId="1543"/>
            <ac:spMk id="2" creationId="{D0CF59C9-6B33-4CB8-855B-43D2F5A16BB8}"/>
          </ac:spMkLst>
        </pc:spChg>
      </pc:sldChg>
      <pc:sldChg chg="addSp delSp modSp add mod delAnim modAnim">
        <pc:chgData name="Wojtek Krakowiak" userId="f72a0bb3b8a70e05" providerId="LiveId" clId="{D86E9B5D-8C17-454E-B8ED-EB93C174ECCC}" dt="2025-06-29T11:56:25.396" v="360" actId="20577"/>
        <pc:sldMkLst>
          <pc:docMk/>
          <pc:sldMk cId="2347287892" sldId="154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454042329" sldId="154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204416304" sldId="1545"/>
        </pc:sldMkLst>
      </pc:sldChg>
      <pc:sldChg chg="addSp delSp modSp add mod delAnim modAnim">
        <pc:chgData name="Wojtek Krakowiak" userId="f72a0bb3b8a70e05" providerId="LiveId" clId="{D86E9B5D-8C17-454E-B8ED-EB93C174ECCC}" dt="2025-06-29T11:58:29.346" v="381"/>
        <pc:sldMkLst>
          <pc:docMk/>
          <pc:sldMk cId="4100174878" sldId="1545"/>
        </pc:sldMkLst>
      </pc:sldChg>
      <pc:sldChg chg="addSp delSp modSp add mod delAnim modAnim">
        <pc:chgData name="Wojtek Krakowiak" userId="f72a0bb3b8a70e05" providerId="LiveId" clId="{D86E9B5D-8C17-454E-B8ED-EB93C174ECCC}" dt="2025-06-29T11:59:32.631" v="403"/>
        <pc:sldMkLst>
          <pc:docMk/>
          <pc:sldMk cId="1023679490" sldId="1546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953300497" sldId="1546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170040068" sldId="1547"/>
        </pc:sldMkLst>
      </pc:sldChg>
      <pc:sldChg chg="addSp delSp modSp add mod delAnim modAnim">
        <pc:chgData name="Wojtek Krakowiak" userId="f72a0bb3b8a70e05" providerId="LiveId" clId="{D86E9B5D-8C17-454E-B8ED-EB93C174ECCC}" dt="2025-06-29T12:01:41.462" v="429"/>
        <pc:sldMkLst>
          <pc:docMk/>
          <pc:sldMk cId="3858882408" sldId="1547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473164197" sldId="1548"/>
        </pc:sldMkLst>
      </pc:sldChg>
      <pc:sldChg chg="addSp delSp modSp add mod delAnim modAnim">
        <pc:chgData name="Wojtek Krakowiak" userId="f72a0bb3b8a70e05" providerId="LiveId" clId="{D86E9B5D-8C17-454E-B8ED-EB93C174ECCC}" dt="2025-06-29T12:02:49.407" v="444"/>
        <pc:sldMkLst>
          <pc:docMk/>
          <pc:sldMk cId="3320620827" sldId="154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306282" sldId="1549"/>
        </pc:sldMkLst>
      </pc:sldChg>
      <pc:sldChg chg="addSp delSp modSp add mod delAnim modAnim">
        <pc:chgData name="Wojtek Krakowiak" userId="f72a0bb3b8a70e05" providerId="LiveId" clId="{D86E9B5D-8C17-454E-B8ED-EB93C174ECCC}" dt="2025-06-29T12:06:28.006" v="465" actId="20577"/>
        <pc:sldMkLst>
          <pc:docMk/>
          <pc:sldMk cId="1904469923" sldId="1549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638793721" sldId="1550"/>
        </pc:sldMkLst>
      </pc:sldChg>
      <pc:sldChg chg="addSp delSp modSp add mod delAnim modAnim">
        <pc:chgData name="Wojtek Krakowiak" userId="f72a0bb3b8a70e05" providerId="LiveId" clId="{D86E9B5D-8C17-454E-B8ED-EB93C174ECCC}" dt="2025-06-29T12:10:46.470" v="530"/>
        <pc:sldMkLst>
          <pc:docMk/>
          <pc:sldMk cId="2726954172" sldId="1550"/>
        </pc:sldMkLst>
      </pc:sldChg>
      <pc:sldChg chg="addSp delSp modSp add del mod delAnim modAnim">
        <pc:chgData name="Wojtek Krakowiak" userId="f72a0bb3b8a70e05" providerId="LiveId" clId="{D86E9B5D-8C17-454E-B8ED-EB93C174ECCC}" dt="2025-06-29T12:08:32.993" v="480" actId="47"/>
        <pc:sldMkLst>
          <pc:docMk/>
          <pc:sldMk cId="3200860983" sldId="1550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41839525" sldId="1551"/>
        </pc:sldMkLst>
      </pc:sldChg>
      <pc:sldChg chg="addSp delSp modSp add mod delAnim modAnim">
        <pc:chgData name="Wojtek Krakowiak" userId="f72a0bb3b8a70e05" providerId="LiveId" clId="{D86E9B5D-8C17-454E-B8ED-EB93C174ECCC}" dt="2025-06-29T12:17:47.767" v="570" actId="20577"/>
        <pc:sldMkLst>
          <pc:docMk/>
          <pc:sldMk cId="3358737272" sldId="1551"/>
        </pc:sldMkLst>
      </pc:sldChg>
      <pc:sldChg chg="addSp delSp modSp add mod delAnim modAnim">
        <pc:chgData name="Wojtek Krakowiak" userId="f72a0bb3b8a70e05" providerId="LiveId" clId="{D86E9B5D-8C17-454E-B8ED-EB93C174ECCC}" dt="2025-06-29T12:21:27.220" v="609" actId="20577"/>
        <pc:sldMkLst>
          <pc:docMk/>
          <pc:sldMk cId="1752093475" sldId="155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845782394" sldId="155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292615638" sldId="1553"/>
        </pc:sldMkLst>
      </pc:sldChg>
      <pc:sldChg chg="addSp delSp modSp add mod delAnim modAnim">
        <pc:chgData name="Wojtek Krakowiak" userId="f72a0bb3b8a70e05" providerId="LiveId" clId="{D86E9B5D-8C17-454E-B8ED-EB93C174ECCC}" dt="2025-07-01T21:15:04.733" v="708" actId="20577"/>
        <pc:sldMkLst>
          <pc:docMk/>
          <pc:sldMk cId="3079287766" sldId="1553"/>
        </pc:sldMkLst>
      </pc:sldChg>
      <pc:sldChg chg="addSp delSp modSp add mod delAnim modAnim">
        <pc:chgData name="Wojtek Krakowiak" userId="f72a0bb3b8a70e05" providerId="LiveId" clId="{D86E9B5D-8C17-454E-B8ED-EB93C174ECCC}" dt="2025-07-01T21:18:01.266" v="829" actId="20577"/>
        <pc:sldMkLst>
          <pc:docMk/>
          <pc:sldMk cId="1010579432" sldId="155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779967573" sldId="155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501863080" sldId="1555"/>
        </pc:sldMkLst>
      </pc:sldChg>
      <pc:sldChg chg="addSp delSp modSp add mod delAnim modAnim">
        <pc:chgData name="Wojtek Krakowiak" userId="f72a0bb3b8a70e05" providerId="LiveId" clId="{D86E9B5D-8C17-454E-B8ED-EB93C174ECCC}" dt="2025-07-01T21:25:56.569" v="944"/>
        <pc:sldMkLst>
          <pc:docMk/>
          <pc:sldMk cId="3612449661" sldId="1555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2504290" sldId="1556"/>
        </pc:sldMkLst>
      </pc:sldChg>
      <pc:sldChg chg="addSp delSp modSp add mod delAnim modAnim">
        <pc:chgData name="Wojtek Krakowiak" userId="f72a0bb3b8a70e05" providerId="LiveId" clId="{D86E9B5D-8C17-454E-B8ED-EB93C174ECCC}" dt="2025-07-01T22:40:55.939" v="973" actId="20577"/>
        <pc:sldMkLst>
          <pc:docMk/>
          <pc:sldMk cId="1029798235" sldId="1556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311367034" sldId="1557"/>
        </pc:sldMkLst>
      </pc:sldChg>
      <pc:sldChg chg="addSp delSp modSp add mod delAnim modAnim">
        <pc:chgData name="Wojtek Krakowiak" userId="f72a0bb3b8a70e05" providerId="LiveId" clId="{D86E9B5D-8C17-454E-B8ED-EB93C174ECCC}" dt="2025-07-01T22:42:47.735" v="1010" actId="20577"/>
        <pc:sldMkLst>
          <pc:docMk/>
          <pc:sldMk cId="2578099911" sldId="1557"/>
        </pc:sldMkLst>
      </pc:sldChg>
      <pc:sldChg chg="addSp delSp modSp add mod delAnim modAnim">
        <pc:chgData name="Wojtek Krakowiak" userId="f72a0bb3b8a70e05" providerId="LiveId" clId="{D86E9B5D-8C17-454E-B8ED-EB93C174ECCC}" dt="2025-07-01T22:46:22.195" v="1029" actId="113"/>
        <pc:sldMkLst>
          <pc:docMk/>
          <pc:sldMk cId="3330444928" sldId="155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414406660" sldId="1558"/>
        </pc:sldMkLst>
      </pc:sldChg>
      <pc:sldChg chg="addSp delSp modSp add mod delAnim modAnim">
        <pc:chgData name="Wojtek Krakowiak" userId="f72a0bb3b8a70e05" providerId="LiveId" clId="{D86E9B5D-8C17-454E-B8ED-EB93C174ECCC}" dt="2025-07-01T22:51:34.076" v="1103" actId="20577"/>
        <pc:sldMkLst>
          <pc:docMk/>
          <pc:sldMk cId="770295133" sldId="1559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555794372" sldId="1559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24784778" sldId="1560"/>
        </pc:sldMkLst>
      </pc:sldChg>
      <pc:sldChg chg="addSp delSp modSp add mod delAnim modAnim">
        <pc:chgData name="Wojtek Krakowiak" userId="f72a0bb3b8a70e05" providerId="LiveId" clId="{D86E9B5D-8C17-454E-B8ED-EB93C174ECCC}" dt="2025-07-01T22:55:34.433" v="1134" actId="20577"/>
        <pc:sldMkLst>
          <pc:docMk/>
          <pc:sldMk cId="2247328205" sldId="1560"/>
        </pc:sldMkLst>
      </pc:sldChg>
      <pc:sldChg chg="addSp delSp modSp add mod delAnim modAnim">
        <pc:chgData name="Wojtek Krakowiak" userId="f72a0bb3b8a70e05" providerId="LiveId" clId="{D86E9B5D-8C17-454E-B8ED-EB93C174ECCC}" dt="2025-07-01T22:56:51.624" v="1155"/>
        <pc:sldMkLst>
          <pc:docMk/>
          <pc:sldMk cId="2797797048" sldId="1561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765158168" sldId="1561"/>
        </pc:sldMkLst>
      </pc:sldChg>
      <pc:sldChg chg="addSp delSp modSp add mod delAnim modAnim">
        <pc:chgData name="Wojtek Krakowiak" userId="f72a0bb3b8a70e05" providerId="LiveId" clId="{D86E9B5D-8C17-454E-B8ED-EB93C174ECCC}" dt="2025-07-01T22:58:14.778" v="1178" actId="20577"/>
        <pc:sldMkLst>
          <pc:docMk/>
          <pc:sldMk cId="98652202" sldId="156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800344405" sldId="156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041792437" sldId="1563"/>
        </pc:sldMkLst>
      </pc:sldChg>
      <pc:sldChg chg="addSp delSp modSp add mod delAnim modAnim">
        <pc:chgData name="Wojtek Krakowiak" userId="f72a0bb3b8a70e05" providerId="LiveId" clId="{D86E9B5D-8C17-454E-B8ED-EB93C174ECCC}" dt="2025-07-01T23:00:17.229" v="1199"/>
        <pc:sldMkLst>
          <pc:docMk/>
          <pc:sldMk cId="3806221568" sldId="1563"/>
        </pc:sldMkLst>
      </pc:sldChg>
      <pc:sldChg chg="addSp delSp modSp add mod delAnim modAnim">
        <pc:chgData name="Wojtek Krakowiak" userId="f72a0bb3b8a70e05" providerId="LiveId" clId="{D86E9B5D-8C17-454E-B8ED-EB93C174ECCC}" dt="2025-07-01T23:02:31.665" v="1242"/>
        <pc:sldMkLst>
          <pc:docMk/>
          <pc:sldMk cId="967397422" sldId="156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739061898" sldId="156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516708209" sldId="1565"/>
        </pc:sldMkLst>
      </pc:sldChg>
      <pc:sldChg chg="addSp delSp modSp add mod delAnim modAnim">
        <pc:chgData name="Wojtek Krakowiak" userId="f72a0bb3b8a70e05" providerId="LiveId" clId="{D86E9B5D-8C17-454E-B8ED-EB93C174ECCC}" dt="2025-07-01T23:04:27.322" v="1282"/>
        <pc:sldMkLst>
          <pc:docMk/>
          <pc:sldMk cId="3509793710" sldId="1565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530830810" sldId="1566"/>
        </pc:sldMkLst>
      </pc:sldChg>
      <pc:sldChg chg="addSp delSp modSp add mod delAnim modAnim">
        <pc:chgData name="Wojtek Krakowiak" userId="f72a0bb3b8a70e05" providerId="LiveId" clId="{D86E9B5D-8C17-454E-B8ED-EB93C174ECCC}" dt="2025-07-01T23:06:19.988" v="1305"/>
        <pc:sldMkLst>
          <pc:docMk/>
          <pc:sldMk cId="3584998057" sldId="1566"/>
        </pc:sldMkLst>
      </pc:sldChg>
      <pc:sldChg chg="addSp delSp modSp add mod delAnim modAnim">
        <pc:chgData name="Wojtek Krakowiak" userId="f72a0bb3b8a70e05" providerId="LiveId" clId="{D86E9B5D-8C17-454E-B8ED-EB93C174ECCC}" dt="2025-07-01T23:07:34" v="1329" actId="20577"/>
        <pc:sldMkLst>
          <pc:docMk/>
          <pc:sldMk cId="385105642" sldId="1567"/>
        </pc:sldMkLst>
      </pc:sldChg>
      <pc:sldChg chg="new del">
        <pc:chgData name="Wojtek Krakowiak" userId="f72a0bb3b8a70e05" providerId="LiveId" clId="{D86E9B5D-8C17-454E-B8ED-EB93C174ECCC}" dt="2025-07-01T23:06:02.763" v="1302" actId="47"/>
        <pc:sldMkLst>
          <pc:docMk/>
          <pc:sldMk cId="1175265637" sldId="1567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479056774" sldId="1567"/>
        </pc:sldMkLst>
      </pc:sldChg>
      <pc:sldChg chg="addSp delSp modSp add mod delAnim modAnim">
        <pc:chgData name="Wojtek Krakowiak" userId="f72a0bb3b8a70e05" providerId="LiveId" clId="{D86E9B5D-8C17-454E-B8ED-EB93C174ECCC}" dt="2025-07-01T23:08:18.884" v="1344"/>
        <pc:sldMkLst>
          <pc:docMk/>
          <pc:sldMk cId="1509806054" sldId="156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732867320" sldId="156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632964383" sldId="1569"/>
        </pc:sldMkLst>
      </pc:sldChg>
      <pc:sldChg chg="addSp delSp modSp add mod delAnim modAnim">
        <pc:chgData name="Wojtek Krakowiak" userId="f72a0bb3b8a70e05" providerId="LiveId" clId="{D86E9B5D-8C17-454E-B8ED-EB93C174ECCC}" dt="2025-07-01T23:10:44.370" v="1385"/>
        <pc:sldMkLst>
          <pc:docMk/>
          <pc:sldMk cId="1328004852" sldId="1569"/>
        </pc:sldMkLst>
      </pc:sldChg>
      <pc:sldChg chg="add del">
        <pc:chgData name="Wojtek Krakowiak" userId="f72a0bb3b8a70e05" providerId="LiveId" clId="{D86E9B5D-8C17-454E-B8ED-EB93C174ECCC}" dt="2025-07-01T23:09:36.072" v="1346" actId="47"/>
        <pc:sldMkLst>
          <pc:docMk/>
          <pc:sldMk cId="1390142608" sldId="1569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587791275" sldId="1570"/>
        </pc:sldMkLst>
      </pc:sldChg>
      <pc:sldChg chg="addSp delSp modSp add mod delAnim modAnim">
        <pc:chgData name="Wojtek Krakowiak" userId="f72a0bb3b8a70e05" providerId="LiveId" clId="{D86E9B5D-8C17-454E-B8ED-EB93C174ECCC}" dt="2025-07-01T23:12:17.139" v="1406" actId="20577"/>
        <pc:sldMkLst>
          <pc:docMk/>
          <pc:sldMk cId="2985884559" sldId="1570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285547036" sldId="1571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78791410" sldId="1573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095261619" sldId="157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492969806" sldId="1575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028098646" sldId="1576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315173997" sldId="1577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126715504" sldId="157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748469286" sldId="1579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689172269" sldId="1580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838098554" sldId="1581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913175927" sldId="158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144114491" sldId="1583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820319726" sldId="1584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342534139" sldId="1585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438042858" sldId="1586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628176765" sldId="1587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4068965496" sldId="1588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520453097" sldId="1589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945882774" sldId="1590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2412664230" sldId="1591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567929554" sldId="1592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778484339" sldId="1593"/>
        </pc:sldMkLst>
      </pc:sldChg>
      <pc:sldChg chg="del">
        <pc:chgData name="Wojtek Krakowiak" userId="f72a0bb3b8a70e05" providerId="LiveId" clId="{D86E9B5D-8C17-454E-B8ED-EB93C174ECCC}" dt="2025-06-28T18:28:11.636" v="34" actId="47"/>
        <pc:sldMkLst>
          <pc:docMk/>
          <pc:sldMk cId="1455244613" sldId="1594"/>
        </pc:sldMkLst>
      </pc:sldChg>
    </pc:docChg>
  </pc:docChgLst>
  <pc:docChgLst>
    <pc:chgData name="Wojtek Krakowiak" userId="f72a0bb3b8a70e05" providerId="LiveId" clId="{F8C154A1-4D83-4DD9-8C23-EB76ADF00261}"/>
    <pc:docChg chg="undo custSel addSld delSld modSld">
      <pc:chgData name="Wojtek Krakowiak" userId="f72a0bb3b8a70e05" providerId="LiveId" clId="{F8C154A1-4D83-4DD9-8C23-EB76ADF00261}" dt="2024-12-23T14:05:13.947" v="522"/>
      <pc:docMkLst>
        <pc:docMk/>
      </pc:docMkLst>
      <pc:sldChg chg="modSp mod">
        <pc:chgData name="Wojtek Krakowiak" userId="f72a0bb3b8a70e05" providerId="LiveId" clId="{F8C154A1-4D83-4DD9-8C23-EB76ADF00261}" dt="2024-12-22T22:04:07.048" v="13" actId="20577"/>
        <pc:sldMkLst>
          <pc:docMk/>
          <pc:sldMk cId="1582655019" sldId="1193"/>
        </pc:sldMkLst>
      </pc:sldChg>
      <pc:sldChg chg="addSp delSp modSp add del mod delAnim modAnim">
        <pc:chgData name="Wojtek Krakowiak" userId="f72a0bb3b8a70e05" providerId="LiveId" clId="{F8C154A1-4D83-4DD9-8C23-EB76ADF00261}" dt="2024-12-23T13:56:08.101" v="475"/>
        <pc:sldMkLst>
          <pc:docMk/>
          <pc:sldMk cId="1436841305" sldId="153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98573684" sldId="1537"/>
        </pc:sldMkLst>
      </pc:sldChg>
      <pc:sldChg chg="addSp delSp modSp add mod addAnim delAnim modAnim chgLayout">
        <pc:chgData name="Wojtek Krakowiak" userId="f72a0bb3b8a70e05" providerId="LiveId" clId="{F8C154A1-4D83-4DD9-8C23-EB76ADF00261}" dt="2024-12-23T13:56:37.311" v="480"/>
        <pc:sldMkLst>
          <pc:docMk/>
          <pc:sldMk cId="2706261154" sldId="153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0558802" sldId="1538"/>
        </pc:sldMkLst>
      </pc:sldChg>
      <pc:sldChg chg="addSp delSp modSp add mod delAnim modAnim">
        <pc:chgData name="Wojtek Krakowiak" userId="f72a0bb3b8a70e05" providerId="LiveId" clId="{F8C154A1-4D83-4DD9-8C23-EB76ADF00261}" dt="2024-12-23T13:57:14.675" v="483"/>
        <pc:sldMkLst>
          <pc:docMk/>
          <pc:sldMk cId="2769130409" sldId="153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526319579" sldId="1539"/>
        </pc:sldMkLst>
      </pc:sldChg>
      <pc:sldChg chg="addSp modSp add mod modAnim">
        <pc:chgData name="Wojtek Krakowiak" userId="f72a0bb3b8a70e05" providerId="LiveId" clId="{F8C154A1-4D83-4DD9-8C23-EB76ADF00261}" dt="2024-12-23T13:57:47.683" v="486"/>
        <pc:sldMkLst>
          <pc:docMk/>
          <pc:sldMk cId="1533584481" sldId="153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967402613" sldId="1540"/>
        </pc:sldMkLst>
      </pc:sldChg>
      <pc:sldChg chg="addSp modSp add mod modAnim">
        <pc:chgData name="Wojtek Krakowiak" userId="f72a0bb3b8a70e05" providerId="LiveId" clId="{F8C154A1-4D83-4DD9-8C23-EB76ADF00261}" dt="2024-12-23T13:58:11.617" v="489"/>
        <pc:sldMkLst>
          <pc:docMk/>
          <pc:sldMk cId="2315575793" sldId="1540"/>
        </pc:sldMkLst>
      </pc:sldChg>
      <pc:sldChg chg="addSp modSp add mod modAnim">
        <pc:chgData name="Wojtek Krakowiak" userId="f72a0bb3b8a70e05" providerId="LiveId" clId="{F8C154A1-4D83-4DD9-8C23-EB76ADF00261}" dt="2024-12-23T13:58:38.668" v="492"/>
        <pc:sldMkLst>
          <pc:docMk/>
          <pc:sldMk cId="1434753146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056023808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45113932" sldId="1542"/>
        </pc:sldMkLst>
      </pc:sldChg>
      <pc:sldChg chg="addSp modSp add mod modAnim">
        <pc:chgData name="Wojtek Krakowiak" userId="f72a0bb3b8a70e05" providerId="LiveId" clId="{F8C154A1-4D83-4DD9-8C23-EB76ADF00261}" dt="2024-12-23T13:59:07.551" v="495"/>
        <pc:sldMkLst>
          <pc:docMk/>
          <pc:sldMk cId="4198823191" sldId="1542"/>
        </pc:sldMkLst>
      </pc:sldChg>
      <pc:sldChg chg="addSp modSp add mod modAnim">
        <pc:chgData name="Wojtek Krakowiak" userId="f72a0bb3b8a70e05" providerId="LiveId" clId="{F8C154A1-4D83-4DD9-8C23-EB76ADF00261}" dt="2024-12-23T13:59:47.304" v="498"/>
        <pc:sldMkLst>
          <pc:docMk/>
          <pc:sldMk cId="1702514050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32527991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799724335" sldId="1544"/>
        </pc:sldMkLst>
      </pc:sldChg>
      <pc:sldChg chg="addSp modSp add mod modAnim">
        <pc:chgData name="Wojtek Krakowiak" userId="f72a0bb3b8a70e05" providerId="LiveId" clId="{F8C154A1-4D83-4DD9-8C23-EB76ADF00261}" dt="2024-12-23T14:00:20.247" v="501"/>
        <pc:sldMkLst>
          <pc:docMk/>
          <pc:sldMk cId="3872784629" sldId="154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30009260" sldId="1545"/>
        </pc:sldMkLst>
      </pc:sldChg>
      <pc:sldChg chg="addSp modSp add mod modAnim">
        <pc:chgData name="Wojtek Krakowiak" userId="f72a0bb3b8a70e05" providerId="LiveId" clId="{F8C154A1-4D83-4DD9-8C23-EB76ADF00261}" dt="2024-12-23T14:00:52.467" v="504"/>
        <pc:sldMkLst>
          <pc:docMk/>
          <pc:sldMk cId="2143792043" sldId="154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91221062" sldId="1546"/>
        </pc:sldMkLst>
      </pc:sldChg>
      <pc:sldChg chg="addSp modSp add mod modAnim">
        <pc:chgData name="Wojtek Krakowiak" userId="f72a0bb3b8a70e05" providerId="LiveId" clId="{F8C154A1-4D83-4DD9-8C23-EB76ADF00261}" dt="2024-12-23T14:01:29.726" v="507"/>
        <pc:sldMkLst>
          <pc:docMk/>
          <pc:sldMk cId="1913595377" sldId="1546"/>
        </pc:sldMkLst>
      </pc:sldChg>
      <pc:sldChg chg="add del">
        <pc:chgData name="Wojtek Krakowiak" userId="f72a0bb3b8a70e05" providerId="LiveId" clId="{F8C154A1-4D83-4DD9-8C23-EB76ADF00261}" dt="2024-12-23T14:02:23.537" v="510" actId="47"/>
        <pc:sldMkLst>
          <pc:docMk/>
          <pc:sldMk cId="655218186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33483313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86841712" sldId="1548"/>
        </pc:sldMkLst>
      </pc:sldChg>
      <pc:sldChg chg="addSp modSp add mod modAnim">
        <pc:chgData name="Wojtek Krakowiak" userId="f72a0bb3b8a70e05" providerId="LiveId" clId="{F8C154A1-4D83-4DD9-8C23-EB76ADF00261}" dt="2024-12-23T14:03:16.995" v="513"/>
        <pc:sldMkLst>
          <pc:docMk/>
          <pc:sldMk cId="1422236840" sldId="1548"/>
        </pc:sldMkLst>
      </pc:sldChg>
      <pc:sldChg chg="addSp modSp add mod modAnim">
        <pc:chgData name="Wojtek Krakowiak" userId="f72a0bb3b8a70e05" providerId="LiveId" clId="{F8C154A1-4D83-4DD9-8C23-EB76ADF00261}" dt="2024-12-23T14:03:47.084" v="516"/>
        <pc:sldMkLst>
          <pc:docMk/>
          <pc:sldMk cId="173307846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2600808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06706725" sldId="1550"/>
        </pc:sldMkLst>
      </pc:sldChg>
      <pc:sldChg chg="addSp modSp add mod modAnim">
        <pc:chgData name="Wojtek Krakowiak" userId="f72a0bb3b8a70e05" providerId="LiveId" clId="{F8C154A1-4D83-4DD9-8C23-EB76ADF00261}" dt="2024-12-23T14:04:18.570" v="519"/>
        <pc:sldMkLst>
          <pc:docMk/>
          <pc:sldMk cId="2126100864" sldId="155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965751" sldId="1551"/>
        </pc:sldMkLst>
      </pc:sldChg>
      <pc:sldChg chg="addSp modSp add mod modAnim">
        <pc:chgData name="Wojtek Krakowiak" userId="f72a0bb3b8a70e05" providerId="LiveId" clId="{F8C154A1-4D83-4DD9-8C23-EB76ADF00261}" dt="2024-12-23T14:05:13.947" v="522"/>
        <pc:sldMkLst>
          <pc:docMk/>
          <pc:sldMk cId="1432772689" sldId="155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54876264" sldId="1552"/>
        </pc:sldMkLst>
      </pc:sldChg>
      <pc:sldChg chg="add del">
        <pc:chgData name="Wojtek Krakowiak" userId="f72a0bb3b8a70e05" providerId="LiveId" clId="{F8C154A1-4D83-4DD9-8C23-EB76ADF00261}" dt="2024-12-23T14:02:22.318" v="509" actId="47"/>
        <pc:sldMkLst>
          <pc:docMk/>
          <pc:sldMk cId="3765499533" sldId="155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570199" sldId="155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74645317" sldId="155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38650182" sldId="155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24520805" sldId="155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18923488" sldId="155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483117845" sldId="155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37892226" sldId="155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4334823" sldId="156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84780921" sldId="156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28236640" sldId="156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92551816" sldId="156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16143262" sldId="156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90433172" sldId="156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03619224" sldId="156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98056541" sldId="156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0482478" sldId="156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817947" sldId="156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96728488" sldId="157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697122271" sldId="157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792925584" sldId="157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466925857" sldId="157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140321118" sldId="157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04800599" sldId="157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64927047" sldId="157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741576471" sldId="157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1205344" sldId="157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10465459" sldId="157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19974905" sldId="158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68315392" sldId="158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79753218" sldId="158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88000904" sldId="158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269575" sldId="158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934389282" sldId="1585"/>
        </pc:sldMkLst>
      </pc:sldChg>
    </pc:docChg>
  </pc:docChgLst>
  <pc:docChgLst>
    <pc:chgData name="Wojtek Krakowiak" userId="f72a0bb3b8a70e05" providerId="LiveId" clId="{3CD639F1-4E38-4140-9BDB-99FE4691354D}"/>
    <pc:docChg chg="undo custSel addSld delSld modSld">
      <pc:chgData name="Wojtek Krakowiak" userId="f72a0bb3b8a70e05" providerId="LiveId" clId="{3CD639F1-4E38-4140-9BDB-99FE4691354D}" dt="2024-09-28T11:17:06.024" v="477" actId="2696"/>
      <pc:docMkLst>
        <pc:docMk/>
      </pc:docMkLst>
      <pc:sldChg chg="modSp mod">
        <pc:chgData name="Wojtek Krakowiak" userId="f72a0bb3b8a70e05" providerId="LiveId" clId="{3CD639F1-4E38-4140-9BDB-99FE4691354D}" dt="2024-09-26T21:02:10.997" v="17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3CD639F1-4E38-4140-9BDB-99FE4691354D}" dt="2024-09-28T10:56:21.226" v="420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3CD639F1-4E38-4140-9BDB-99FE4691354D}" dt="2024-09-28T11:03:10.379" v="423"/>
        <pc:sldMkLst>
          <pc:docMk/>
          <pc:sldMk cId="2536254876" sldId="1537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4033819473" sldId="1537"/>
        </pc:sldMkLst>
      </pc:sldChg>
      <pc:sldChg chg="addSp modSp add mod modAnim">
        <pc:chgData name="Wojtek Krakowiak" userId="f72a0bb3b8a70e05" providerId="LiveId" clId="{3CD639F1-4E38-4140-9BDB-99FE4691354D}" dt="2024-09-28T11:04:02.683" v="426"/>
        <pc:sldMkLst>
          <pc:docMk/>
          <pc:sldMk cId="2027347201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133453897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529116222" sldId="1539"/>
        </pc:sldMkLst>
      </pc:sldChg>
      <pc:sldChg chg="addSp modSp add mod modAnim">
        <pc:chgData name="Wojtek Krakowiak" userId="f72a0bb3b8a70e05" providerId="LiveId" clId="{3CD639F1-4E38-4140-9BDB-99FE4691354D}" dt="2024-09-28T11:04:40.436" v="429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3CD639F1-4E38-4140-9BDB-99FE4691354D}" dt="2024-09-28T11:05:34.980" v="432"/>
        <pc:sldMkLst>
          <pc:docMk/>
          <pc:sldMk cId="781149020" sldId="1540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566425" sldId="1540"/>
        </pc:sldMkLst>
      </pc:sldChg>
      <pc:sldChg chg="addSp modSp add mod modAnim">
        <pc:chgData name="Wojtek Krakowiak" userId="f72a0bb3b8a70e05" providerId="LiveId" clId="{3CD639F1-4E38-4140-9BDB-99FE4691354D}" dt="2024-09-28T11:06:54.362" v="437"/>
        <pc:sldMkLst>
          <pc:docMk/>
          <pc:sldMk cId="2733586578" sldId="1541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3363240421" sldId="1541"/>
        </pc:sldMkLst>
      </pc:sldChg>
      <pc:sldChg chg="addSp modSp add mod modAnim">
        <pc:chgData name="Wojtek Krakowiak" userId="f72a0bb3b8a70e05" providerId="LiveId" clId="{3CD639F1-4E38-4140-9BDB-99FE4691354D}" dt="2024-09-28T11:08:02.393" v="440"/>
        <pc:sldMkLst>
          <pc:docMk/>
          <pc:sldMk cId="2230537904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32559712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191346416" sldId="1543"/>
        </pc:sldMkLst>
      </pc:sldChg>
      <pc:sldChg chg="addSp modSp add mod modAnim">
        <pc:chgData name="Wojtek Krakowiak" userId="f72a0bb3b8a70e05" providerId="LiveId" clId="{3CD639F1-4E38-4140-9BDB-99FE4691354D}" dt="2024-09-28T11:08:46.187" v="443"/>
        <pc:sldMkLst>
          <pc:docMk/>
          <pc:sldMk cId="514692777" sldId="1543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893001995" sldId="1544"/>
        </pc:sldMkLst>
      </pc:sldChg>
      <pc:sldChg chg="addSp modSp add mod modAnim">
        <pc:chgData name="Wojtek Krakowiak" userId="f72a0bb3b8a70e05" providerId="LiveId" clId="{3CD639F1-4E38-4140-9BDB-99FE4691354D}" dt="2024-09-28T11:09:26.074" v="446"/>
        <pc:sldMkLst>
          <pc:docMk/>
          <pc:sldMk cId="3623161485" sldId="1544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557445377" sldId="1545"/>
        </pc:sldMkLst>
      </pc:sldChg>
      <pc:sldChg chg="addSp modSp add mod modAnim">
        <pc:chgData name="Wojtek Krakowiak" userId="f72a0bb3b8a70e05" providerId="LiveId" clId="{3CD639F1-4E38-4140-9BDB-99FE4691354D}" dt="2024-09-28T11:10:17.912" v="449"/>
        <pc:sldMkLst>
          <pc:docMk/>
          <pc:sldMk cId="2016419207" sldId="1545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042143" sldId="1546"/>
        </pc:sldMkLst>
      </pc:sldChg>
      <pc:sldChg chg="addSp modSp add mod modAnim">
        <pc:chgData name="Wojtek Krakowiak" userId="f72a0bb3b8a70e05" providerId="LiveId" clId="{3CD639F1-4E38-4140-9BDB-99FE4691354D}" dt="2024-09-28T11:11:02.688" v="452"/>
        <pc:sldMkLst>
          <pc:docMk/>
          <pc:sldMk cId="2526628054" sldId="1546"/>
        </pc:sldMkLst>
      </pc:sldChg>
      <pc:sldChg chg="addSp modSp add mod modAnim">
        <pc:chgData name="Wojtek Krakowiak" userId="f72a0bb3b8a70e05" providerId="LiveId" clId="{3CD639F1-4E38-4140-9BDB-99FE4691354D}" dt="2024-09-28T11:11:46.434" v="455"/>
        <pc:sldMkLst>
          <pc:docMk/>
          <pc:sldMk cId="2374808882" sldId="1547"/>
        </pc:sldMkLst>
      </pc:sldChg>
      <pc:sldChg chg="addSp modSp add mod modAnim">
        <pc:chgData name="Wojtek Krakowiak" userId="f72a0bb3b8a70e05" providerId="LiveId" clId="{3CD639F1-4E38-4140-9BDB-99FE4691354D}" dt="2024-09-28T11:12:35.879" v="458"/>
        <pc:sldMkLst>
          <pc:docMk/>
          <pc:sldMk cId="492620811" sldId="1548"/>
        </pc:sldMkLst>
      </pc:sldChg>
      <pc:sldChg chg="addSp modSp add mod modAnim">
        <pc:chgData name="Wojtek Krakowiak" userId="f72a0bb3b8a70e05" providerId="LiveId" clId="{3CD639F1-4E38-4140-9BDB-99FE4691354D}" dt="2024-09-28T11:13:21.193" v="461"/>
        <pc:sldMkLst>
          <pc:docMk/>
          <pc:sldMk cId="890537909" sldId="1549"/>
        </pc:sldMkLst>
      </pc:sldChg>
      <pc:sldChg chg="addSp modSp add mod modAnim">
        <pc:chgData name="Wojtek Krakowiak" userId="f72a0bb3b8a70e05" providerId="LiveId" clId="{3CD639F1-4E38-4140-9BDB-99FE4691354D}" dt="2024-09-28T11:14:07.189" v="464"/>
        <pc:sldMkLst>
          <pc:docMk/>
          <pc:sldMk cId="1449752342" sldId="1550"/>
        </pc:sldMkLst>
      </pc:sldChg>
      <pc:sldChg chg="addSp delSp modSp add mod modAnim">
        <pc:chgData name="Wojtek Krakowiak" userId="f72a0bb3b8a70e05" providerId="LiveId" clId="{3CD639F1-4E38-4140-9BDB-99FE4691354D}" dt="2024-09-28T11:14:37.674" v="467"/>
        <pc:sldMkLst>
          <pc:docMk/>
          <pc:sldMk cId="3448814210" sldId="1551"/>
        </pc:sldMkLst>
      </pc:sldChg>
      <pc:sldChg chg="addSp modSp add mod modAnim">
        <pc:chgData name="Wojtek Krakowiak" userId="f72a0bb3b8a70e05" providerId="LiveId" clId="{3CD639F1-4E38-4140-9BDB-99FE4691354D}" dt="2024-09-28T11:15:30.265" v="470"/>
        <pc:sldMkLst>
          <pc:docMk/>
          <pc:sldMk cId="3640690013" sldId="1552"/>
        </pc:sldMkLst>
      </pc:sldChg>
      <pc:sldChg chg="addSp modSp add mod modAnim">
        <pc:chgData name="Wojtek Krakowiak" userId="f72a0bb3b8a70e05" providerId="LiveId" clId="{3CD639F1-4E38-4140-9BDB-99FE4691354D}" dt="2024-09-28T11:16:11.521" v="473"/>
        <pc:sldMkLst>
          <pc:docMk/>
          <pc:sldMk cId="818123351" sldId="1553"/>
        </pc:sldMkLst>
      </pc:sldChg>
      <pc:sldChg chg="addSp modSp add mod modAnim">
        <pc:chgData name="Wojtek Krakowiak" userId="f72a0bb3b8a70e05" providerId="LiveId" clId="{3CD639F1-4E38-4140-9BDB-99FE4691354D}" dt="2024-09-28T11:17:01.007" v="476"/>
        <pc:sldMkLst>
          <pc:docMk/>
          <pc:sldMk cId="3198797024" sldId="1554"/>
        </pc:sldMkLst>
      </pc:sldChg>
      <pc:sldChg chg="add del">
        <pc:chgData name="Wojtek Krakowiak" userId="f72a0bb3b8a70e05" providerId="LiveId" clId="{3CD639F1-4E38-4140-9BDB-99FE4691354D}" dt="2024-09-28T11:17:06.024" v="477" actId="2696"/>
        <pc:sldMkLst>
          <pc:docMk/>
          <pc:sldMk cId="903981950" sldId="1555"/>
        </pc:sldMkLst>
      </pc:sldChg>
    </pc:docChg>
  </pc:docChgLst>
  <pc:docChgLst>
    <pc:chgData name="Wojtek Krakowiak" userId="f72a0bb3b8a70e05" providerId="LiveId" clId="{796D8754-81B5-47E0-B92F-00D37F8C2924}"/>
    <pc:docChg chg="undo custSel addSld delSld modSld">
      <pc:chgData name="Wojtek Krakowiak" userId="f72a0bb3b8a70e05" providerId="LiveId" clId="{796D8754-81B5-47E0-B92F-00D37F8C2924}" dt="2024-12-22T21:51:28.638" v="32337" actId="20577"/>
      <pc:docMkLst>
        <pc:docMk/>
      </pc:docMkLst>
      <pc:sldChg chg="modSp add del mod">
        <pc:chgData name="Wojtek Krakowiak" userId="f72a0bb3b8a70e05" providerId="LiveId" clId="{796D8754-81B5-47E0-B92F-00D37F8C2924}" dt="2024-12-22T16:10:53.029" v="23" actId="20577"/>
        <pc:sldMkLst>
          <pc:docMk/>
          <pc:sldMk cId="1582655019" sldId="1193"/>
        </pc:sldMkLst>
      </pc:sldChg>
      <pc:sldChg chg="delSp modSp add del mod delAnim modAnim">
        <pc:chgData name="Wojtek Krakowiak" userId="f72a0bb3b8a70e05" providerId="LiveId" clId="{796D8754-81B5-47E0-B92F-00D37F8C2924}" dt="2024-12-22T16:14:38.576" v="59" actId="478"/>
        <pc:sldMkLst>
          <pc:docMk/>
          <pc:sldMk cId="1436841305" sldId="1536"/>
        </pc:sldMkLst>
      </pc:sldChg>
      <pc:sldChg chg="modSp add mod modAnim">
        <pc:chgData name="Wojtek Krakowiak" userId="f72a0bb3b8a70e05" providerId="LiveId" clId="{796D8754-81B5-47E0-B92F-00D37F8C2924}" dt="2024-12-22T16:15:45.603" v="89" actId="20577"/>
        <pc:sldMkLst>
          <pc:docMk/>
          <pc:sldMk cId="2198573684" sldId="153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36254876" sldId="1537"/>
        </pc:sldMkLst>
      </pc:sldChg>
      <pc:sldChg chg="modSp add mod modAnim">
        <pc:chgData name="Wojtek Krakowiak" userId="f72a0bb3b8a70e05" providerId="LiveId" clId="{796D8754-81B5-47E0-B92F-00D37F8C2924}" dt="2024-12-22T16:17:16.319" v="134" actId="20577"/>
        <pc:sldMkLst>
          <pc:docMk/>
          <pc:sldMk cId="820558802" sldId="153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27347201" sldId="1538"/>
        </pc:sldMkLst>
      </pc:sldChg>
      <pc:sldChg chg="modSp add mod">
        <pc:chgData name="Wojtek Krakowiak" userId="f72a0bb3b8a70e05" providerId="LiveId" clId="{796D8754-81B5-47E0-B92F-00D37F8C2924}" dt="2024-12-22T16:17:37.757" v="152" actId="20577"/>
        <pc:sldMkLst>
          <pc:docMk/>
          <pc:sldMk cId="1526319579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89829692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781149020" sldId="1540"/>
        </pc:sldMkLst>
      </pc:sldChg>
      <pc:sldChg chg="modSp add mod">
        <pc:chgData name="Wojtek Krakowiak" userId="f72a0bb3b8a70e05" providerId="LiveId" clId="{796D8754-81B5-47E0-B92F-00D37F8C2924}" dt="2024-12-22T16:18:13.546" v="175" actId="313"/>
        <pc:sldMkLst>
          <pc:docMk/>
          <pc:sldMk cId="967402613" sldId="1540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733586578" sldId="1541"/>
        </pc:sldMkLst>
      </pc:sldChg>
      <pc:sldChg chg="modSp add mod modAnim">
        <pc:chgData name="Wojtek Krakowiak" userId="f72a0bb3b8a70e05" providerId="LiveId" clId="{796D8754-81B5-47E0-B92F-00D37F8C2924}" dt="2024-12-22T16:18:34.637" v="193" actId="20577"/>
        <pc:sldMkLst>
          <pc:docMk/>
          <pc:sldMk cId="3056023808" sldId="154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230537904" sldId="1542"/>
        </pc:sldMkLst>
      </pc:sldChg>
      <pc:sldChg chg="modSp add mod modAnim">
        <pc:chgData name="Wojtek Krakowiak" userId="f72a0bb3b8a70e05" providerId="LiveId" clId="{796D8754-81B5-47E0-B92F-00D37F8C2924}" dt="2024-12-22T16:24:21.664" v="225" actId="20577"/>
        <pc:sldMkLst>
          <pc:docMk/>
          <pc:sldMk cId="3345113932" sldId="154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514692777" sldId="1543"/>
        </pc:sldMkLst>
      </pc:sldChg>
      <pc:sldChg chg="modSp add mod modAnim">
        <pc:chgData name="Wojtek Krakowiak" userId="f72a0bb3b8a70e05" providerId="LiveId" clId="{796D8754-81B5-47E0-B92F-00D37F8C2924}" dt="2024-12-22T16:25:07.949" v="273" actId="20577"/>
        <pc:sldMkLst>
          <pc:docMk/>
          <pc:sldMk cId="3232527991" sldId="1543"/>
        </pc:sldMkLst>
      </pc:sldChg>
      <pc:sldChg chg="modSp add mod modAnim">
        <pc:chgData name="Wojtek Krakowiak" userId="f72a0bb3b8a70e05" providerId="LiveId" clId="{796D8754-81B5-47E0-B92F-00D37F8C2924}" dt="2024-12-22T16:25:45.017" v="317" actId="20577"/>
        <pc:sldMkLst>
          <pc:docMk/>
          <pc:sldMk cId="2799724335" sldId="154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23161485" sldId="1544"/>
        </pc:sldMkLst>
      </pc:sldChg>
      <pc:sldChg chg="modSp add mod modAnim">
        <pc:chgData name="Wojtek Krakowiak" userId="f72a0bb3b8a70e05" providerId="LiveId" clId="{796D8754-81B5-47E0-B92F-00D37F8C2924}" dt="2024-12-22T16:26:44.059" v="381" actId="20577"/>
        <pc:sldMkLst>
          <pc:docMk/>
          <pc:sldMk cId="1130009260" sldId="1545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16419207" sldId="1545"/>
        </pc:sldMkLst>
      </pc:sldChg>
      <pc:sldChg chg="modSp add mod modAnim">
        <pc:chgData name="Wojtek Krakowiak" userId="f72a0bb3b8a70e05" providerId="LiveId" clId="{796D8754-81B5-47E0-B92F-00D37F8C2924}" dt="2024-12-22T16:27:15.784" v="410" actId="20577"/>
        <pc:sldMkLst>
          <pc:docMk/>
          <pc:sldMk cId="1391221062" sldId="1546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26628054" sldId="1546"/>
        </pc:sldMkLst>
      </pc:sldChg>
      <pc:sldChg chg="modSp add mod modAnim">
        <pc:chgData name="Wojtek Krakowiak" userId="f72a0bb3b8a70e05" providerId="LiveId" clId="{796D8754-81B5-47E0-B92F-00D37F8C2924}" dt="2024-12-22T16:27:38.701" v="429" actId="20577"/>
        <pc:sldMkLst>
          <pc:docMk/>
          <pc:sldMk cId="1833483313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374808882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492620811" sldId="1548"/>
        </pc:sldMkLst>
      </pc:sldChg>
      <pc:sldChg chg="modSp add mod">
        <pc:chgData name="Wojtek Krakowiak" userId="f72a0bb3b8a70e05" providerId="LiveId" clId="{796D8754-81B5-47E0-B92F-00D37F8C2924}" dt="2024-12-22T16:28:08.942" v="448" actId="20577"/>
        <pc:sldMkLst>
          <pc:docMk/>
          <pc:sldMk cId="1086841712" sldId="154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90537909" sldId="1549"/>
        </pc:sldMkLst>
      </pc:sldChg>
      <pc:sldChg chg="modSp add mod">
        <pc:chgData name="Wojtek Krakowiak" userId="f72a0bb3b8a70e05" providerId="LiveId" clId="{796D8754-81B5-47E0-B92F-00D37F8C2924}" dt="2024-12-22T16:28:31.481" v="458" actId="20577"/>
        <pc:sldMkLst>
          <pc:docMk/>
          <pc:sldMk cId="2626008089" sldId="154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1449752342" sldId="1550"/>
        </pc:sldMkLst>
      </pc:sldChg>
      <pc:sldChg chg="modSp add mod modAnim">
        <pc:chgData name="Wojtek Krakowiak" userId="f72a0bb3b8a70e05" providerId="LiveId" clId="{796D8754-81B5-47E0-B92F-00D37F8C2924}" dt="2024-12-22T16:28:51.790" v="477" actId="20577"/>
        <pc:sldMkLst>
          <pc:docMk/>
          <pc:sldMk cId="1806706725" sldId="1550"/>
        </pc:sldMkLst>
      </pc:sldChg>
      <pc:sldChg chg="modSp add mod modAnim">
        <pc:chgData name="Wojtek Krakowiak" userId="f72a0bb3b8a70e05" providerId="LiveId" clId="{796D8754-81B5-47E0-B92F-00D37F8C2924}" dt="2024-12-22T16:29:16.100" v="508" actId="20577"/>
        <pc:sldMkLst>
          <pc:docMk/>
          <pc:sldMk cId="425965751" sldId="155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448814210" sldId="1551"/>
        </pc:sldMkLst>
      </pc:sldChg>
      <pc:sldChg chg="modSp add mod modAnim">
        <pc:chgData name="Wojtek Krakowiak" userId="f72a0bb3b8a70e05" providerId="LiveId" clId="{796D8754-81B5-47E0-B92F-00D37F8C2924}" dt="2024-12-22T16:29:34.314" v="533" actId="20577"/>
        <pc:sldMkLst>
          <pc:docMk/>
          <pc:sldMk cId="2554876264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40690013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18123351" sldId="1553"/>
        </pc:sldMkLst>
      </pc:sldChg>
      <pc:sldChg chg="modSp add mod modAnim">
        <pc:chgData name="Wojtek Krakowiak" userId="f72a0bb3b8a70e05" providerId="LiveId" clId="{796D8754-81B5-47E0-B92F-00D37F8C2924}" dt="2024-12-22T16:30:10.070" v="573" actId="20577"/>
        <pc:sldMkLst>
          <pc:docMk/>
          <pc:sldMk cId="2655570199" sldId="1553"/>
        </pc:sldMkLst>
      </pc:sldChg>
      <pc:sldChg chg="add">
        <pc:chgData name="Wojtek Krakowiak" userId="f72a0bb3b8a70e05" providerId="LiveId" clId="{796D8754-81B5-47E0-B92F-00D37F8C2924}" dt="2024-12-22T16:30:18.133" v="574" actId="2890"/>
        <pc:sldMkLst>
          <pc:docMk/>
          <pc:sldMk cId="2574645317" sldId="155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198797024" sldId="1554"/>
        </pc:sldMkLst>
      </pc:sldChg>
      <pc:sldChg chg="modSp add mod modAnim">
        <pc:chgData name="Wojtek Krakowiak" userId="f72a0bb3b8a70e05" providerId="LiveId" clId="{796D8754-81B5-47E0-B92F-00D37F8C2924}" dt="2024-12-22T16:31:12.768" v="594" actId="20577"/>
        <pc:sldMkLst>
          <pc:docMk/>
          <pc:sldMk cId="3438650182" sldId="1555"/>
        </pc:sldMkLst>
      </pc:sldChg>
      <pc:sldChg chg="modSp add mod modAnim">
        <pc:chgData name="Wojtek Krakowiak" userId="f72a0bb3b8a70e05" providerId="LiveId" clId="{796D8754-81B5-47E0-B92F-00D37F8C2924}" dt="2024-12-22T16:32:48.886" v="627" actId="20577"/>
        <pc:sldMkLst>
          <pc:docMk/>
          <pc:sldMk cId="1924520805" sldId="1556"/>
        </pc:sldMkLst>
      </pc:sldChg>
      <pc:sldChg chg="modSp add mod">
        <pc:chgData name="Wojtek Krakowiak" userId="f72a0bb3b8a70e05" providerId="LiveId" clId="{796D8754-81B5-47E0-B92F-00D37F8C2924}" dt="2024-12-22T16:33:09.752" v="640" actId="5793"/>
        <pc:sldMkLst>
          <pc:docMk/>
          <pc:sldMk cId="1318923488" sldId="1557"/>
        </pc:sldMkLst>
      </pc:sldChg>
      <pc:sldChg chg="modSp add mod">
        <pc:chgData name="Wojtek Krakowiak" userId="f72a0bb3b8a70e05" providerId="LiveId" clId="{796D8754-81B5-47E0-B92F-00D37F8C2924}" dt="2024-12-22T16:33:36.670" v="665" actId="20577"/>
        <pc:sldMkLst>
          <pc:docMk/>
          <pc:sldMk cId="2483117845" sldId="1558"/>
        </pc:sldMkLst>
      </pc:sldChg>
      <pc:sldChg chg="modSp add mod modAnim">
        <pc:chgData name="Wojtek Krakowiak" userId="f72a0bb3b8a70e05" providerId="LiveId" clId="{796D8754-81B5-47E0-B92F-00D37F8C2924}" dt="2024-12-22T16:38:21.618" v="922" actId="20577"/>
        <pc:sldMkLst>
          <pc:docMk/>
          <pc:sldMk cId="1037892226" sldId="1559"/>
        </pc:sldMkLst>
      </pc:sldChg>
      <pc:sldChg chg="modSp add mod modAnim">
        <pc:chgData name="Wojtek Krakowiak" userId="f72a0bb3b8a70e05" providerId="LiveId" clId="{796D8754-81B5-47E0-B92F-00D37F8C2924}" dt="2024-12-22T16:35:37.310" v="732" actId="20577"/>
        <pc:sldMkLst>
          <pc:docMk/>
          <pc:sldMk cId="4254334823" sldId="1560"/>
        </pc:sldMkLst>
      </pc:sldChg>
      <pc:sldChg chg="modSp add mod modAnim">
        <pc:chgData name="Wojtek Krakowiak" userId="f72a0bb3b8a70e05" providerId="LiveId" clId="{796D8754-81B5-47E0-B92F-00D37F8C2924}" dt="2024-12-22T16:38:18.589" v="920" actId="20577"/>
        <pc:sldMkLst>
          <pc:docMk/>
          <pc:sldMk cId="3384780921" sldId="1561"/>
        </pc:sldMkLst>
      </pc:sldChg>
      <pc:sldChg chg="modSp add mod modAnim">
        <pc:chgData name="Wojtek Krakowiak" userId="f72a0bb3b8a70e05" providerId="LiveId" clId="{796D8754-81B5-47E0-B92F-00D37F8C2924}" dt="2024-12-22T16:38:15.545" v="918" actId="20577"/>
        <pc:sldMkLst>
          <pc:docMk/>
          <pc:sldMk cId="1328236640" sldId="1562"/>
        </pc:sldMkLst>
      </pc:sldChg>
      <pc:sldChg chg="modSp add mod">
        <pc:chgData name="Wojtek Krakowiak" userId="f72a0bb3b8a70e05" providerId="LiveId" clId="{796D8754-81B5-47E0-B92F-00D37F8C2924}" dt="2024-12-22T16:38:13.050" v="916" actId="20577"/>
        <pc:sldMkLst>
          <pc:docMk/>
          <pc:sldMk cId="1892551816" sldId="1563"/>
        </pc:sldMkLst>
      </pc:sldChg>
      <pc:sldChg chg="modSp add mod">
        <pc:chgData name="Wojtek Krakowiak" userId="f72a0bb3b8a70e05" providerId="LiveId" clId="{796D8754-81B5-47E0-B92F-00D37F8C2924}" dt="2024-12-22T16:38:08.800" v="914" actId="20577"/>
        <pc:sldMkLst>
          <pc:docMk/>
          <pc:sldMk cId="1116143262" sldId="1564"/>
        </pc:sldMkLst>
      </pc:sldChg>
      <pc:sldChg chg="modSp add mod modAnim">
        <pc:chgData name="Wojtek Krakowiak" userId="f72a0bb3b8a70e05" providerId="LiveId" clId="{796D8754-81B5-47E0-B92F-00D37F8C2924}" dt="2024-12-22T16:39:37.721" v="980" actId="20577"/>
        <pc:sldMkLst>
          <pc:docMk/>
          <pc:sldMk cId="1790433172" sldId="1565"/>
        </pc:sldMkLst>
      </pc:sldChg>
      <pc:sldChg chg="modSp add mod modAnim">
        <pc:chgData name="Wojtek Krakowiak" userId="f72a0bb3b8a70e05" providerId="LiveId" clId="{796D8754-81B5-47E0-B92F-00D37F8C2924}" dt="2024-12-22T16:40:04.571" v="1010" actId="20577"/>
        <pc:sldMkLst>
          <pc:docMk/>
          <pc:sldMk cId="3503619224" sldId="1566"/>
        </pc:sldMkLst>
      </pc:sldChg>
      <pc:sldChg chg="modSp add mod">
        <pc:chgData name="Wojtek Krakowiak" userId="f72a0bb3b8a70e05" providerId="LiveId" clId="{796D8754-81B5-47E0-B92F-00D37F8C2924}" dt="2024-12-22T16:40:38.248" v="1032" actId="20577"/>
        <pc:sldMkLst>
          <pc:docMk/>
          <pc:sldMk cId="1998056541" sldId="1567"/>
        </pc:sldMkLst>
      </pc:sldChg>
      <pc:sldChg chg="modSp add mod modAnim">
        <pc:chgData name="Wojtek Krakowiak" userId="f72a0bb3b8a70e05" providerId="LiveId" clId="{796D8754-81B5-47E0-B92F-00D37F8C2924}" dt="2024-12-22T17:45:58.705" v="31790" actId="20577"/>
        <pc:sldMkLst>
          <pc:docMk/>
          <pc:sldMk cId="80482478" sldId="1568"/>
        </pc:sldMkLst>
      </pc:sldChg>
      <pc:sldChg chg="modSp add mod">
        <pc:chgData name="Wojtek Krakowiak" userId="f72a0bb3b8a70e05" providerId="LiveId" clId="{796D8754-81B5-47E0-B92F-00D37F8C2924}" dt="2024-12-22T20:19:03.493" v="31831" actId="20577"/>
        <pc:sldMkLst>
          <pc:docMk/>
          <pc:sldMk cId="2655817947" sldId="1569"/>
        </pc:sldMkLst>
      </pc:sldChg>
      <pc:sldChg chg="modSp add mod">
        <pc:chgData name="Wojtek Krakowiak" userId="f72a0bb3b8a70e05" providerId="LiveId" clId="{796D8754-81B5-47E0-B92F-00D37F8C2924}" dt="2024-12-22T20:20:27.320" v="31882" actId="20577"/>
        <pc:sldMkLst>
          <pc:docMk/>
          <pc:sldMk cId="3496728488" sldId="1570"/>
        </pc:sldMkLst>
      </pc:sldChg>
      <pc:sldChg chg="modSp add mod">
        <pc:chgData name="Wojtek Krakowiak" userId="f72a0bb3b8a70e05" providerId="LiveId" clId="{796D8754-81B5-47E0-B92F-00D37F8C2924}" dt="2024-12-22T20:21:17.681" v="31920" actId="20577"/>
        <pc:sldMkLst>
          <pc:docMk/>
          <pc:sldMk cId="1697122271" sldId="1571"/>
        </pc:sldMkLst>
      </pc:sldChg>
      <pc:sldChg chg="modSp add mod">
        <pc:chgData name="Wojtek Krakowiak" userId="f72a0bb3b8a70e05" providerId="LiveId" clId="{796D8754-81B5-47E0-B92F-00D37F8C2924}" dt="2024-12-22T20:21:47.990" v="31954" actId="20577"/>
        <pc:sldMkLst>
          <pc:docMk/>
          <pc:sldMk cId="792925584" sldId="1572"/>
        </pc:sldMkLst>
      </pc:sldChg>
      <pc:sldChg chg="modSp add mod">
        <pc:chgData name="Wojtek Krakowiak" userId="f72a0bb3b8a70e05" providerId="LiveId" clId="{796D8754-81B5-47E0-B92F-00D37F8C2924}" dt="2024-12-22T20:22:07.024" v="31972" actId="20577"/>
        <pc:sldMkLst>
          <pc:docMk/>
          <pc:sldMk cId="1466925857" sldId="1573"/>
        </pc:sldMkLst>
      </pc:sldChg>
      <pc:sldChg chg="modSp add mod">
        <pc:chgData name="Wojtek Krakowiak" userId="f72a0bb3b8a70e05" providerId="LiveId" clId="{796D8754-81B5-47E0-B92F-00D37F8C2924}" dt="2024-12-22T20:22:41.510" v="32003" actId="20577"/>
        <pc:sldMkLst>
          <pc:docMk/>
          <pc:sldMk cId="4140321118" sldId="1574"/>
        </pc:sldMkLst>
      </pc:sldChg>
      <pc:sldChg chg="modSp add mod">
        <pc:chgData name="Wojtek Krakowiak" userId="f72a0bb3b8a70e05" providerId="LiveId" clId="{796D8754-81B5-47E0-B92F-00D37F8C2924}" dt="2024-12-22T20:23:14.281" v="32023" actId="20577"/>
        <pc:sldMkLst>
          <pc:docMk/>
          <pc:sldMk cId="2104800599" sldId="1575"/>
        </pc:sldMkLst>
      </pc:sldChg>
      <pc:sldChg chg="modSp add mod">
        <pc:chgData name="Wojtek Krakowiak" userId="f72a0bb3b8a70e05" providerId="LiveId" clId="{796D8754-81B5-47E0-B92F-00D37F8C2924}" dt="2024-12-22T20:24:03.075" v="32073" actId="20577"/>
        <pc:sldMkLst>
          <pc:docMk/>
          <pc:sldMk cId="3564927047" sldId="1576"/>
        </pc:sldMkLst>
      </pc:sldChg>
      <pc:sldChg chg="modSp add mod">
        <pc:chgData name="Wojtek Krakowiak" userId="f72a0bb3b8a70e05" providerId="LiveId" clId="{796D8754-81B5-47E0-B92F-00D37F8C2924}" dt="2024-12-22T20:24:46.527" v="32098" actId="20577"/>
        <pc:sldMkLst>
          <pc:docMk/>
          <pc:sldMk cId="3741576471" sldId="1577"/>
        </pc:sldMkLst>
      </pc:sldChg>
      <pc:sldChg chg="modSp add mod">
        <pc:chgData name="Wojtek Krakowiak" userId="f72a0bb3b8a70e05" providerId="LiveId" clId="{796D8754-81B5-47E0-B92F-00D37F8C2924}" dt="2024-12-22T20:25:05.056" v="32107" actId="20577"/>
        <pc:sldMkLst>
          <pc:docMk/>
          <pc:sldMk cId="821205344" sldId="1578"/>
        </pc:sldMkLst>
      </pc:sldChg>
      <pc:sldChg chg="modSp add mod">
        <pc:chgData name="Wojtek Krakowiak" userId="f72a0bb3b8a70e05" providerId="LiveId" clId="{796D8754-81B5-47E0-B92F-00D37F8C2924}" dt="2024-12-22T20:26:02.899" v="32129" actId="20577"/>
        <pc:sldMkLst>
          <pc:docMk/>
          <pc:sldMk cId="3510465459" sldId="1579"/>
        </pc:sldMkLst>
      </pc:sldChg>
      <pc:sldChg chg="modSp add mod">
        <pc:chgData name="Wojtek Krakowiak" userId="f72a0bb3b8a70e05" providerId="LiveId" clId="{796D8754-81B5-47E0-B92F-00D37F8C2924}" dt="2024-12-22T21:49:29.229" v="32187" actId="20577"/>
        <pc:sldMkLst>
          <pc:docMk/>
          <pc:sldMk cId="3219974905" sldId="1580"/>
        </pc:sldMkLst>
      </pc:sldChg>
      <pc:sldChg chg="modSp add mod">
        <pc:chgData name="Wojtek Krakowiak" userId="f72a0bb3b8a70e05" providerId="LiveId" clId="{796D8754-81B5-47E0-B92F-00D37F8C2924}" dt="2024-12-22T21:49:47.432" v="32210" actId="20577"/>
        <pc:sldMkLst>
          <pc:docMk/>
          <pc:sldMk cId="1768315392" sldId="1581"/>
        </pc:sldMkLst>
      </pc:sldChg>
      <pc:sldChg chg="modSp add mod">
        <pc:chgData name="Wojtek Krakowiak" userId="f72a0bb3b8a70e05" providerId="LiveId" clId="{796D8754-81B5-47E0-B92F-00D37F8C2924}" dt="2024-12-22T21:50:15.852" v="32264" actId="20577"/>
        <pc:sldMkLst>
          <pc:docMk/>
          <pc:sldMk cId="2379753218" sldId="1582"/>
        </pc:sldMkLst>
      </pc:sldChg>
      <pc:sldChg chg="add">
        <pc:chgData name="Wojtek Krakowiak" userId="f72a0bb3b8a70e05" providerId="LiveId" clId="{796D8754-81B5-47E0-B92F-00D37F8C2924}" dt="2024-12-22T21:50:18.438" v="32265" actId="2890"/>
        <pc:sldMkLst>
          <pc:docMk/>
          <pc:sldMk cId="2388000904" sldId="1583"/>
        </pc:sldMkLst>
      </pc:sldChg>
      <pc:sldChg chg="modSp add mod">
        <pc:chgData name="Wojtek Krakowiak" userId="f72a0bb3b8a70e05" providerId="LiveId" clId="{796D8754-81B5-47E0-B92F-00D37F8C2924}" dt="2024-12-22T21:51:28.638" v="32337" actId="20577"/>
        <pc:sldMkLst>
          <pc:docMk/>
          <pc:sldMk cId="42269575" sldId="1584"/>
        </pc:sldMkLst>
      </pc:sldChg>
      <pc:sldChg chg="modSp add mod">
        <pc:chgData name="Wojtek Krakowiak" userId="f72a0bb3b8a70e05" providerId="LiveId" clId="{796D8754-81B5-47E0-B92F-00D37F8C2924}" dt="2024-12-22T21:51:22.923" v="32335" actId="20577"/>
        <pc:sldMkLst>
          <pc:docMk/>
          <pc:sldMk cId="2934389282" sldId="15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24.08.2025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0"/>
            <a:ext cx="11131290" cy="4151575"/>
          </a:xfrm>
        </p:spPr>
        <p:txBody>
          <a:bodyPr>
            <a:normAutofit/>
          </a:bodyPr>
          <a:lstStyle/>
          <a:p>
            <a:r>
              <a:rPr lang="pl-PL" sz="9600" b="1">
                <a:latin typeface="+mn-lt"/>
              </a:rPr>
              <a:t>Klasa 2LO</a:t>
            </a:r>
            <a:br>
              <a:rPr lang="pl-PL" sz="9600" b="1" dirty="0">
                <a:latin typeface="+mn-lt"/>
              </a:rPr>
            </a:br>
            <a:r>
              <a:rPr lang="en-GB" sz="9600" b="1" dirty="0">
                <a:latin typeface="+mn-lt"/>
              </a:rPr>
              <a:t>Culture identity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dla czegoś kluczowe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central to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D25E3F-D91C-1B1E-AB0D-599E7D8DC6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Dostosować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conform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B45B8BE-8AAB-120D-7956-9CE233F6FD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5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władzę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hold sway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C179160-E0A8-7381-79C2-C586E9A0E7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Świecki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Secular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1B1F0AB-2090-8675-E366-D90EF6E5F9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0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Nastawienie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Outlook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A96E28D-679A-3958-F5B3-0E498A3A52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8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Awans/Degradacja społeczna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Social mobility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269ED23-A437-919B-7CE6-A60BD82DB2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9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Przekomarzać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banter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C4DB282-FC35-6A6B-D29F-F0EC6E36C2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6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>
                <a:latin typeface="+mn-lt"/>
              </a:rPr>
              <a:t>Powściągliwy/a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Reserved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34ACBF4-3FCE-CD99-AD29-E7FAA4576B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8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Wyżąć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Wring out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C6D1C50-DAAE-C146-FE77-E885DF96E6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8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Lina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Rope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10B21CD-17B9-FEB2-DC37-08F1C22B1F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7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Sznurek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String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7277249-59D0-508F-A7E6-C81973DD74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7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Przewód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Cable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C5DC561-46BA-1E07-F385-2AA118BC54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8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Drut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Wire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F5ACE98-0EEB-8A85-9C54-837CFCDD90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2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Handel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Commerce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11E476E-52F0-2E13-B78D-B90CA3469D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6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Mnóstwo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Loads (of something)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EFB9804-354A-6BB2-E75F-F2948886B6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5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Naprawić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mend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9F07FC7-4682-02D3-9E41-0C8E6951C6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3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Płukać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rinse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871D8CB-5279-DDE8-D041-B6DCBE3C08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9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Rodzina nuklearna (Ojciec, Matka, Dziecko)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Nuclear family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6A17249-5BD0-286E-6F52-D6AE56F0B7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8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Dalsza rodzina (członkowie z poza rodziny nuklearnej)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Extended family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BBABFF-5E3F-839D-7EF9-C537B484C1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7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62641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Wyolbrzymienie</a:t>
            </a:r>
            <a:r>
              <a:rPr lang="en-GB" sz="7200" b="1" dirty="0">
                <a:latin typeface="+mn-lt"/>
              </a:rPr>
              <a:t>/</a:t>
            </a:r>
            <a:r>
              <a:rPr lang="pl-PL" sz="7200" b="1" dirty="0">
                <a:latin typeface="+mn-lt"/>
              </a:rPr>
              <a:t>Przerysować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 overstatement/To overstate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AEBB784-12BA-F061-DB2F-377FE0C69E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4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62641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Rozsądne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Sensible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DDD2F4F-98C9-277B-1056-8CA314DEAB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62641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Należy pamiętać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bear in mind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C3CB1D9-AEC7-BD2D-8B7D-66EFA6B9E5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9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62641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Chlebowiec różnolistny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Jackfruit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756159B-5E5F-EE3C-D2D6-0E54A24605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4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62641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Przewiewny/Nieszczelny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Draughty</a:t>
            </a:r>
            <a:r>
              <a:rPr lang="pl-PL" sz="7200" b="1" dirty="0">
                <a:solidFill>
                  <a:srgbClr val="FF0000"/>
                </a:solidFill>
              </a:rPr>
              <a:t>/Drafty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3DA2D10-930D-DFDD-6C8F-085DA90032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9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62641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Szybkowar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Pressure cooker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DE4056D-11BC-33D9-C55E-4106CBCC47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2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Czajnik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Kettle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0CFDE50-5DBC-FEB2-1D98-A6D3014439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9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Durszlak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Colander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0EC286D-4F06-5C32-A738-407971C4AC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Kuchenka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Cooker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2D283F7-8A71-FF7D-538E-1314459A0F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2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Zastawa stołowa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Tableware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4323C34-80D2-8319-B5A2-1002A51856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9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Porcelana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Porcelain/China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4690693-8D51-9B4C-151C-70657C4087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9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Sztućce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Cutlery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275DE88-DC6E-054C-EB3B-7AFB8BB502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9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Sztućce</a:t>
            </a:r>
            <a:r>
              <a:rPr lang="en-GB" sz="7200" b="1" dirty="0">
                <a:latin typeface="+mn-lt"/>
              </a:rPr>
              <a:t> (</a:t>
            </a:r>
            <a:r>
              <a:rPr lang="pl-PL" sz="7200" b="1" dirty="0">
                <a:latin typeface="+mn-lt"/>
              </a:rPr>
              <a:t>jeśli są srebrne)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Silverware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A3C7795-782A-F666-AE37-D42DD11F5A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0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Umywalka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Washbasin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28BF046-19D9-00A8-7577-C60C8B1173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Zlew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Sink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90035A2-2A28-8E79-95DB-95BABE6395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0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39" y="871267"/>
            <a:ext cx="11508722" cy="139747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Rondel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362" y="5275511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Saucepan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A8CF28E-0D4F-8763-4256-046C11BCA9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8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7423</TotalTime>
  <Words>144</Words>
  <Application>Microsoft Office PowerPoint</Application>
  <PresentationFormat>Panoramiczny</PresentationFormat>
  <Paragraphs>71</Paragraphs>
  <Slides>36</Slides>
  <Notes>0</Notes>
  <HiddenSlides>0</HiddenSlides>
  <MMClips>35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Motyw pakietu Office</vt:lpstr>
      <vt:lpstr>Klasa 2LO Culture identity</vt:lpstr>
      <vt:lpstr>Być dla czegoś kluczowe</vt:lpstr>
      <vt:lpstr>Dostosować się</vt:lpstr>
      <vt:lpstr>Mieć władzę</vt:lpstr>
      <vt:lpstr>Świecki</vt:lpstr>
      <vt:lpstr>Nastawienie</vt:lpstr>
      <vt:lpstr>Awans/Degradacja społeczna</vt:lpstr>
      <vt:lpstr>Przekomarzać się</vt:lpstr>
      <vt:lpstr>Powściągliwy/a</vt:lpstr>
      <vt:lpstr>Wyżąć</vt:lpstr>
      <vt:lpstr>Lina</vt:lpstr>
      <vt:lpstr>Sznurek</vt:lpstr>
      <vt:lpstr>Przewód</vt:lpstr>
      <vt:lpstr>Drut</vt:lpstr>
      <vt:lpstr>Handel</vt:lpstr>
      <vt:lpstr>Mnóstwo</vt:lpstr>
      <vt:lpstr>Naprawić</vt:lpstr>
      <vt:lpstr>Płukać</vt:lpstr>
      <vt:lpstr>Rodzina nuklearna (Ojciec, Matka, Dziecko)</vt:lpstr>
      <vt:lpstr>Dalsza rodzina (członkowie z poza rodziny nuklearnej)</vt:lpstr>
      <vt:lpstr>Wyolbrzymienie/Przerysować</vt:lpstr>
      <vt:lpstr>Rozsądne</vt:lpstr>
      <vt:lpstr>Należy pamiętać</vt:lpstr>
      <vt:lpstr>Chlebowiec różnolistny</vt:lpstr>
      <vt:lpstr>Przewiewny/Nieszczelny</vt:lpstr>
      <vt:lpstr>Szybkowar</vt:lpstr>
      <vt:lpstr>Czajnik</vt:lpstr>
      <vt:lpstr>Durszlak</vt:lpstr>
      <vt:lpstr>Kuchenka</vt:lpstr>
      <vt:lpstr>Zastawa stołowa</vt:lpstr>
      <vt:lpstr>Porcelana</vt:lpstr>
      <vt:lpstr>Sztućce</vt:lpstr>
      <vt:lpstr>Sztućce (jeśli są srebrne)</vt:lpstr>
      <vt:lpstr>Umywalka</vt:lpstr>
      <vt:lpstr>Zlew</vt:lpstr>
      <vt:lpstr>Rondel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1516</cp:revision>
  <dcterms:created xsi:type="dcterms:W3CDTF">2018-09-30T05:35:06Z</dcterms:created>
  <dcterms:modified xsi:type="dcterms:W3CDTF">2025-08-24T18:33:11Z</dcterms:modified>
</cp:coreProperties>
</file>