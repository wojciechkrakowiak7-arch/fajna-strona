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D9594-3723-43C5-927E-FC38CEBFE2E0}" v="1" dt="2025-06-15T18:08:16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976D9594-3723-43C5-927E-FC38CEBFE2E0}"/>
    <pc:docChg chg="custSel modSld">
      <pc:chgData name="Wojtek Krakowiak" userId="f72a0bb3b8a70e05" providerId="LiveId" clId="{976D9594-3723-43C5-927E-FC38CEBFE2E0}" dt="2025-06-15T18:08:33.406" v="15" actId="5793"/>
      <pc:docMkLst>
        <pc:docMk/>
      </pc:docMkLst>
      <pc:sldChg chg="modSp mod">
        <pc:chgData name="Wojtek Krakowiak" userId="f72a0bb3b8a70e05" providerId="LiveId" clId="{976D9594-3723-43C5-927E-FC38CEBFE2E0}" dt="2025-06-15T18:08:33.406" v="15" actId="5793"/>
        <pc:sldMkLst>
          <pc:docMk/>
          <pc:sldMk cId="3496546486" sldId="261"/>
        </pc:sldMkLst>
        <pc:spChg chg="mod">
          <ac:chgData name="Wojtek Krakowiak" userId="f72a0bb3b8a70e05" providerId="LiveId" clId="{976D9594-3723-43C5-927E-FC38CEBFE2E0}" dt="2025-06-15T18:08:17.524" v="14" actId="403"/>
          <ac:spMkLst>
            <pc:docMk/>
            <pc:sldMk cId="3496546486" sldId="261"/>
            <ac:spMk id="2" creationId="{B9F7BE77-1653-720E-4B46-05622BE84046}"/>
          </ac:spMkLst>
        </pc:spChg>
        <pc:spChg chg="mod">
          <ac:chgData name="Wojtek Krakowiak" userId="f72a0bb3b8a70e05" providerId="LiveId" clId="{976D9594-3723-43C5-927E-FC38CEBFE2E0}" dt="2025-06-15T18:08:33.406" v="15" actId="5793"/>
          <ac:spMkLst>
            <pc:docMk/>
            <pc:sldMk cId="3496546486" sldId="261"/>
            <ac:spMk id="3" creationId="{91CBEF48-3134-5790-6D4D-F1BBE93CD6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440AB0-21B8-E4A3-E9DE-63BF43E8E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82F79D0-63E4-047A-F745-F33769667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DF888A8-63C2-C940-849F-EECE62E6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135F886-ECE0-F3D6-2A0A-27442472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A1E433F-EA0E-BBFB-7743-D37ED7B3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8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32AC74-EC01-A46D-82E1-2A686A83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10D665-A8CA-7BA2-BFD1-9D30AF669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DC0F7AD-A8BB-941F-6DA3-A7C278C5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C9BCA54-AB26-4807-BB00-468D3B92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25FB75-721E-8AA1-7AA5-F16DED7D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0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17AE45-290C-8C09-F07B-36F45134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73D132B-3EAB-DDB6-A9B5-114173473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F43ECA-6B43-812D-F7E0-E0439AEF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966249-081F-5D64-D300-287DD0A3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D5BC710-BDDC-B29F-65CB-C89D6DFE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057A31-A4BB-94B2-2D5D-C5F9A87E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BA5168-2BA9-5B9B-B51A-237168AF4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89C9532-3E45-DB7D-3C68-4A7D31A4E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9E40A6-C770-C1EE-540E-BC672DF9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FC546D6-F097-0EAB-7809-B415A6EE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A8905C6-44EB-A21E-B598-49C13FD9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3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E4293F-7ED2-E8B9-3B2E-12285295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263804B-6D6E-E924-322A-A55B3824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516CC79-E1D8-D8B6-0CBF-B214069FB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9DDAE85-CC23-3699-0342-27883C41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63D1896-B535-5C34-9B89-D0BAF4FFD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4F93FAC-EE9D-D026-81EC-E98C0304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498C31C-0EEB-FA86-62AD-AFF7D6AC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B43DB67-51B6-6BAF-A73A-27FE12B6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1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DDAC3A-3FB6-B517-F2DC-61B1DAEC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2FF0F21-8E07-0C24-3810-F9B7BF7E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1F41640-71E1-52FC-6B49-FC50CFB0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1052B2C-5088-F248-5CD2-B5FA6BBB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8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2413B0C-2AD9-C4A6-C6D4-D59CB802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90DACD6-FEC4-9864-3E2D-F87C5DD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B97F30D-FD23-C670-31E2-D7BF58FD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2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6D1030-29AD-6BBE-D1DA-4B389727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4D4BAD-70E0-B917-549E-51BBB54B2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3EF737D-B324-B242-A558-6F1F0D41A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C8DEB2-9DBC-EABC-D8AF-2FB0E5882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7562D1D-4FDA-EBA1-3935-3D0D8386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1F04A56-9FAF-6490-0D5B-E1FEBB70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8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D3574B-130D-7410-68CB-8BD0AEC5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761622F-B113-C6B0-DF0B-97D9C49C4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CF1494C-735E-7715-C082-B1CC6A9AF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AD9D889-0484-B18A-5A43-DA7E708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1F19A20-EB1F-0480-F183-C6C3272E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B1BC6B-3335-17A4-03AB-C7400A91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1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970430-D116-3D48-556F-7A499DE0E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0374C46-8FB6-EADA-55BA-F0752F085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82C83E8-7C7A-5AEE-0180-472B0484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173916-69AB-FDCD-54AE-BE72194C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ED07388-D740-02B9-F610-513913FD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7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F42F318-9D25-C330-7CE4-55931A25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7E31075-BEE6-6DCB-84E0-5BD813462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51BFD8-9A3E-CD15-E00C-3A863E24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40178A-5270-D050-281B-6466AA65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4C009E-BC3B-DA09-21BD-627AA66B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5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DB3D7CDC-6F4A-F02C-9245-9D4B10081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AE5ACEA-5AAB-84BC-A5AE-3440CB3BC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29C84F2-DF1C-5950-5B95-471EE94C1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77195-F0CB-42FE-BA2B-AF31769B296A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F69B61B-AA27-1127-E214-C9C9A1E00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8D1629D-5400-9016-4EA7-6FED66277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67A6F-ABEC-451E-BCB6-4A4E0A14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9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port, bejsbol, zawody lekkoatletyczne, osoba&#10;&#10;Zawartość wygenerowana przez AI może być niepoprawna.">
            <a:extLst>
              <a:ext uri="{FF2B5EF4-FFF2-40B4-BE49-F238E27FC236}">
                <a16:creationId xmlns:a16="http://schemas.microsoft.com/office/drawing/2014/main" id="{E17776D4-FBED-D4C8-CA87-2665C01B8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58EAA30-C542-C221-F7D2-6D0532925F3F}"/>
              </a:ext>
            </a:extLst>
          </p:cNvPr>
          <p:cNvSpPr txBox="1"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91364" y="4174926"/>
                </a:moveTo>
                <a:lnTo>
                  <a:pt x="854144" y="4676291"/>
                </a:lnTo>
                <a:lnTo>
                  <a:pt x="528583" y="4676291"/>
                </a:lnTo>
                <a:close/>
                <a:moveTo>
                  <a:pt x="3074995" y="4133999"/>
                </a:moveTo>
                <a:lnTo>
                  <a:pt x="3251728" y="4133999"/>
                </a:lnTo>
                <a:cubicBezTo>
                  <a:pt x="3335444" y="4133999"/>
                  <a:pt x="3406757" y="4149192"/>
                  <a:pt x="3465669" y="4179577"/>
                </a:cubicBezTo>
                <a:cubicBezTo>
                  <a:pt x="3524580" y="4209963"/>
                  <a:pt x="3569693" y="4255077"/>
                  <a:pt x="3601010" y="4314918"/>
                </a:cubicBezTo>
                <a:cubicBezTo>
                  <a:pt x="3632325" y="4374759"/>
                  <a:pt x="3647983" y="4449018"/>
                  <a:pt x="3647983" y="4537695"/>
                </a:cubicBezTo>
                <a:cubicBezTo>
                  <a:pt x="3647983" y="4630712"/>
                  <a:pt x="3633411" y="4707762"/>
                  <a:pt x="3604265" y="4768844"/>
                </a:cubicBezTo>
                <a:cubicBezTo>
                  <a:pt x="3575119" y="4829925"/>
                  <a:pt x="3531246" y="4875504"/>
                  <a:pt x="3472645" y="4905579"/>
                </a:cubicBezTo>
                <a:cubicBezTo>
                  <a:pt x="3414044" y="4935655"/>
                  <a:pt x="3340405" y="4950693"/>
                  <a:pt x="3251728" y="4950693"/>
                </a:cubicBezTo>
                <a:lnTo>
                  <a:pt x="3074995" y="4950693"/>
                </a:lnTo>
                <a:close/>
                <a:moveTo>
                  <a:pt x="6142045" y="4133068"/>
                </a:moveTo>
                <a:lnTo>
                  <a:pt x="6367147" y="4133068"/>
                </a:lnTo>
                <a:cubicBezTo>
                  <a:pt x="6422337" y="4133068"/>
                  <a:pt x="6466676" y="4147021"/>
                  <a:pt x="6500162" y="4174926"/>
                </a:cubicBezTo>
                <a:cubicBezTo>
                  <a:pt x="6533649" y="4202832"/>
                  <a:pt x="6550392" y="4244380"/>
                  <a:pt x="6550392" y="4299570"/>
                </a:cubicBezTo>
                <a:cubicBezTo>
                  <a:pt x="6550392" y="4337397"/>
                  <a:pt x="6542330" y="4369333"/>
                  <a:pt x="6526207" y="4395378"/>
                </a:cubicBezTo>
                <a:cubicBezTo>
                  <a:pt x="6510084" y="4421423"/>
                  <a:pt x="6487295" y="4440957"/>
                  <a:pt x="6457839" y="4453979"/>
                </a:cubicBezTo>
                <a:cubicBezTo>
                  <a:pt x="6428383" y="4467001"/>
                  <a:pt x="6393192" y="4473513"/>
                  <a:pt x="6352264" y="4473513"/>
                </a:cubicBezTo>
                <a:lnTo>
                  <a:pt x="6142045" y="4473513"/>
                </a:lnTo>
                <a:close/>
                <a:moveTo>
                  <a:pt x="11148324" y="3916337"/>
                </a:moveTo>
                <a:lnTo>
                  <a:pt x="11148324" y="4133999"/>
                </a:lnTo>
                <a:lnTo>
                  <a:pt x="11483187" y="4133999"/>
                </a:lnTo>
                <a:lnTo>
                  <a:pt x="11483187" y="5168354"/>
                </a:lnTo>
                <a:lnTo>
                  <a:pt x="11744567" y="5168354"/>
                </a:lnTo>
                <a:lnTo>
                  <a:pt x="11744567" y="4133999"/>
                </a:lnTo>
                <a:lnTo>
                  <a:pt x="12077570" y="4133999"/>
                </a:lnTo>
                <a:lnTo>
                  <a:pt x="12077570" y="3916337"/>
                </a:lnTo>
                <a:close/>
                <a:moveTo>
                  <a:pt x="10185964" y="3916337"/>
                </a:moveTo>
                <a:lnTo>
                  <a:pt x="10185964" y="5168354"/>
                </a:lnTo>
                <a:lnTo>
                  <a:pt x="11025913" y="5168354"/>
                </a:lnTo>
                <a:lnTo>
                  <a:pt x="11025913" y="4951623"/>
                </a:lnTo>
                <a:lnTo>
                  <a:pt x="10447344" y="4951623"/>
                </a:lnTo>
                <a:lnTo>
                  <a:pt x="10447344" y="4633503"/>
                </a:lnTo>
                <a:lnTo>
                  <a:pt x="10971963" y="4633503"/>
                </a:lnTo>
                <a:lnTo>
                  <a:pt x="10971963" y="4424213"/>
                </a:lnTo>
                <a:lnTo>
                  <a:pt x="10447344" y="4424213"/>
                </a:lnTo>
                <a:lnTo>
                  <a:pt x="10447344" y="4133068"/>
                </a:lnTo>
                <a:lnTo>
                  <a:pt x="11025913" y="4133068"/>
                </a:lnTo>
                <a:lnTo>
                  <a:pt x="11025913" y="3916337"/>
                </a:lnTo>
                <a:close/>
                <a:moveTo>
                  <a:pt x="8995340" y="3916337"/>
                </a:moveTo>
                <a:lnTo>
                  <a:pt x="8995340" y="5168354"/>
                </a:lnTo>
                <a:lnTo>
                  <a:pt x="9256719" y="5168354"/>
                </a:lnTo>
                <a:lnTo>
                  <a:pt x="9256719" y="4527463"/>
                </a:lnTo>
                <a:lnTo>
                  <a:pt x="9723668" y="5168354"/>
                </a:lnTo>
                <a:lnTo>
                  <a:pt x="10025974" y="5168354"/>
                </a:lnTo>
                <a:lnTo>
                  <a:pt x="9532051" y="4503278"/>
                </a:lnTo>
                <a:lnTo>
                  <a:pt x="9995278" y="3916337"/>
                </a:lnTo>
                <a:lnTo>
                  <a:pt x="9705994" y="3916337"/>
                </a:lnTo>
                <a:lnTo>
                  <a:pt x="9256719" y="4513510"/>
                </a:lnTo>
                <a:lnTo>
                  <a:pt x="9256719" y="3916337"/>
                </a:lnTo>
                <a:close/>
                <a:moveTo>
                  <a:pt x="7090340" y="3916337"/>
                </a:moveTo>
                <a:lnTo>
                  <a:pt x="7090340" y="5168354"/>
                </a:lnTo>
                <a:lnTo>
                  <a:pt x="7351720" y="5168354"/>
                </a:lnTo>
                <a:lnTo>
                  <a:pt x="7351720" y="3916337"/>
                </a:lnTo>
                <a:close/>
                <a:moveTo>
                  <a:pt x="5880665" y="3916337"/>
                </a:moveTo>
                <a:lnTo>
                  <a:pt x="5880665" y="5168354"/>
                </a:lnTo>
                <a:lnTo>
                  <a:pt x="6142045" y="5168354"/>
                </a:lnTo>
                <a:lnTo>
                  <a:pt x="6142045" y="4689313"/>
                </a:lnTo>
                <a:lnTo>
                  <a:pt x="6345753" y="4689313"/>
                </a:lnTo>
                <a:cubicBezTo>
                  <a:pt x="6394122" y="4689313"/>
                  <a:pt x="6432104" y="4697840"/>
                  <a:pt x="6459700" y="4714893"/>
                </a:cubicBezTo>
                <a:cubicBezTo>
                  <a:pt x="6487295" y="4731947"/>
                  <a:pt x="6509154" y="4757837"/>
                  <a:pt x="6525277" y="4792563"/>
                </a:cubicBezTo>
                <a:cubicBezTo>
                  <a:pt x="6541400" y="4827290"/>
                  <a:pt x="6555663" y="4871938"/>
                  <a:pt x="6568065" y="4926508"/>
                </a:cubicBezTo>
                <a:lnTo>
                  <a:pt x="6626666" y="5168354"/>
                </a:lnTo>
                <a:lnTo>
                  <a:pt x="6900138" y="5168354"/>
                </a:lnTo>
                <a:lnTo>
                  <a:pt x="6817352" y="4874418"/>
                </a:lnTo>
                <a:cubicBezTo>
                  <a:pt x="6801229" y="4815508"/>
                  <a:pt x="6783401" y="4765898"/>
                  <a:pt x="6763867" y="4725590"/>
                </a:cubicBezTo>
                <a:cubicBezTo>
                  <a:pt x="6744333" y="4685283"/>
                  <a:pt x="6718754" y="4653192"/>
                  <a:pt x="6687128" y="4629317"/>
                </a:cubicBezTo>
                <a:cubicBezTo>
                  <a:pt x="6655502" y="4605443"/>
                  <a:pt x="6613334" y="4589475"/>
                  <a:pt x="6560624" y="4581413"/>
                </a:cubicBezTo>
                <a:cubicBezTo>
                  <a:pt x="6646820" y="4557849"/>
                  <a:pt x="6711157" y="4518471"/>
                  <a:pt x="6753635" y="4463281"/>
                </a:cubicBezTo>
                <a:cubicBezTo>
                  <a:pt x="6796113" y="4408091"/>
                  <a:pt x="6817352" y="4340808"/>
                  <a:pt x="6817352" y="4261433"/>
                </a:cubicBezTo>
                <a:cubicBezTo>
                  <a:pt x="6817352" y="4177717"/>
                  <a:pt x="6798904" y="4110589"/>
                  <a:pt x="6762007" y="4060050"/>
                </a:cubicBezTo>
                <a:cubicBezTo>
                  <a:pt x="6725110" y="4009510"/>
                  <a:pt x="6675035" y="3972923"/>
                  <a:pt x="6611783" y="3950289"/>
                </a:cubicBezTo>
                <a:cubicBezTo>
                  <a:pt x="6548531" y="3927654"/>
                  <a:pt x="6476598" y="3916337"/>
                  <a:pt x="6395983" y="3916337"/>
                </a:cubicBezTo>
                <a:close/>
                <a:moveTo>
                  <a:pt x="2813616" y="3916337"/>
                </a:moveTo>
                <a:lnTo>
                  <a:pt x="2813616" y="5168354"/>
                </a:lnTo>
                <a:lnTo>
                  <a:pt x="3279634" y="5168354"/>
                </a:lnTo>
                <a:cubicBezTo>
                  <a:pt x="3412339" y="5168354"/>
                  <a:pt x="3526285" y="5144015"/>
                  <a:pt x="3621473" y="5095335"/>
                </a:cubicBezTo>
                <a:cubicBezTo>
                  <a:pt x="3716662" y="5046656"/>
                  <a:pt x="3789680" y="4975498"/>
                  <a:pt x="3840530" y="4881860"/>
                </a:cubicBezTo>
                <a:cubicBezTo>
                  <a:pt x="3891379" y="4788222"/>
                  <a:pt x="3916804" y="4674121"/>
                  <a:pt x="3916804" y="4539555"/>
                </a:cubicBezTo>
                <a:cubicBezTo>
                  <a:pt x="3916804" y="4409331"/>
                  <a:pt x="3891689" y="4297709"/>
                  <a:pt x="3841460" y="4204692"/>
                </a:cubicBezTo>
                <a:cubicBezTo>
                  <a:pt x="3791230" y="4111674"/>
                  <a:pt x="3718522" y="4040361"/>
                  <a:pt x="3623333" y="3990751"/>
                </a:cubicBezTo>
                <a:cubicBezTo>
                  <a:pt x="3528145" y="3941142"/>
                  <a:pt x="3413579" y="3916337"/>
                  <a:pt x="3279634" y="3916337"/>
                </a:cubicBezTo>
                <a:close/>
                <a:moveTo>
                  <a:pt x="1432490" y="3916337"/>
                </a:moveTo>
                <a:lnTo>
                  <a:pt x="1432490" y="5168354"/>
                </a:lnTo>
                <a:lnTo>
                  <a:pt x="1677127" y="5168354"/>
                </a:lnTo>
                <a:lnTo>
                  <a:pt x="1677127" y="4319104"/>
                </a:lnTo>
                <a:lnTo>
                  <a:pt x="2253835" y="5168354"/>
                </a:lnTo>
                <a:lnTo>
                  <a:pt x="2510564" y="5168354"/>
                </a:lnTo>
                <a:lnTo>
                  <a:pt x="2510564" y="3916337"/>
                </a:lnTo>
                <a:lnTo>
                  <a:pt x="2264068" y="3916337"/>
                </a:lnTo>
                <a:lnTo>
                  <a:pt x="2264068" y="4760007"/>
                </a:lnTo>
                <a:lnTo>
                  <a:pt x="1688289" y="3916337"/>
                </a:lnTo>
                <a:close/>
                <a:moveTo>
                  <a:pt x="554628" y="3916337"/>
                </a:moveTo>
                <a:lnTo>
                  <a:pt x="104423" y="5168354"/>
                </a:lnTo>
                <a:lnTo>
                  <a:pt x="374174" y="5168354"/>
                </a:lnTo>
                <a:lnTo>
                  <a:pt x="466261" y="4893022"/>
                </a:lnTo>
                <a:lnTo>
                  <a:pt x="918326" y="4893022"/>
                </a:lnTo>
                <a:lnTo>
                  <a:pt x="1007623" y="5168354"/>
                </a:lnTo>
                <a:lnTo>
                  <a:pt x="1280165" y="5168354"/>
                </a:lnTo>
                <a:lnTo>
                  <a:pt x="829030" y="3916337"/>
                </a:lnTo>
                <a:close/>
                <a:moveTo>
                  <a:pt x="8204840" y="3899594"/>
                </a:moveTo>
                <a:cubicBezTo>
                  <a:pt x="8078336" y="3899594"/>
                  <a:pt x="7969506" y="3926104"/>
                  <a:pt x="7878348" y="3979124"/>
                </a:cubicBezTo>
                <a:cubicBezTo>
                  <a:pt x="7787191" y="4032144"/>
                  <a:pt x="7717117" y="4106869"/>
                  <a:pt x="7668128" y="4203297"/>
                </a:cubicBezTo>
                <a:cubicBezTo>
                  <a:pt x="7619139" y="4299725"/>
                  <a:pt x="7594644" y="4413051"/>
                  <a:pt x="7594644" y="4543276"/>
                </a:cubicBezTo>
                <a:cubicBezTo>
                  <a:pt x="7594644" y="4673500"/>
                  <a:pt x="7619139" y="4786517"/>
                  <a:pt x="7668128" y="4882325"/>
                </a:cubicBezTo>
                <a:cubicBezTo>
                  <a:pt x="7717117" y="4978133"/>
                  <a:pt x="7787191" y="5052547"/>
                  <a:pt x="7878348" y="5105567"/>
                </a:cubicBezTo>
                <a:cubicBezTo>
                  <a:pt x="7969506" y="5158587"/>
                  <a:pt x="8078336" y="5185097"/>
                  <a:pt x="8204840" y="5185097"/>
                </a:cubicBezTo>
                <a:cubicBezTo>
                  <a:pt x="8315220" y="5185097"/>
                  <a:pt x="8410719" y="5166959"/>
                  <a:pt x="8491334" y="5130682"/>
                </a:cubicBezTo>
                <a:cubicBezTo>
                  <a:pt x="8571948" y="5094405"/>
                  <a:pt x="8635511" y="5041075"/>
                  <a:pt x="8682020" y="4970692"/>
                </a:cubicBezTo>
                <a:cubicBezTo>
                  <a:pt x="8728529" y="4900308"/>
                  <a:pt x="8755504" y="4813957"/>
                  <a:pt x="8762945" y="4711638"/>
                </a:cubicBezTo>
                <a:lnTo>
                  <a:pt x="8495055" y="4711638"/>
                </a:lnTo>
                <a:cubicBezTo>
                  <a:pt x="8487613" y="4793493"/>
                  <a:pt x="8458932" y="4856590"/>
                  <a:pt x="8409013" y="4900928"/>
                </a:cubicBezTo>
                <a:cubicBezTo>
                  <a:pt x="8359094" y="4945267"/>
                  <a:pt x="8291035" y="4967436"/>
                  <a:pt x="8204840" y="4967436"/>
                </a:cubicBezTo>
                <a:cubicBezTo>
                  <a:pt x="8122985" y="4967436"/>
                  <a:pt x="8057096" y="4947902"/>
                  <a:pt x="8007178" y="4908835"/>
                </a:cubicBezTo>
                <a:cubicBezTo>
                  <a:pt x="7957258" y="4869768"/>
                  <a:pt x="7920981" y="4817988"/>
                  <a:pt x="7898347" y="4753496"/>
                </a:cubicBezTo>
                <a:cubicBezTo>
                  <a:pt x="7875712" y="4689004"/>
                  <a:pt x="7864396" y="4618930"/>
                  <a:pt x="7864396" y="4543276"/>
                </a:cubicBezTo>
                <a:cubicBezTo>
                  <a:pt x="7864396" y="4467001"/>
                  <a:pt x="7875712" y="4396773"/>
                  <a:pt x="7898347" y="4332591"/>
                </a:cubicBezTo>
                <a:cubicBezTo>
                  <a:pt x="7920981" y="4268409"/>
                  <a:pt x="7957258" y="4216474"/>
                  <a:pt x="8007178" y="4176787"/>
                </a:cubicBezTo>
                <a:cubicBezTo>
                  <a:pt x="8057096" y="4137099"/>
                  <a:pt x="8122985" y="4117255"/>
                  <a:pt x="8204840" y="4117255"/>
                </a:cubicBezTo>
                <a:cubicBezTo>
                  <a:pt x="8255689" y="4117255"/>
                  <a:pt x="8301578" y="4125627"/>
                  <a:pt x="8342506" y="4142370"/>
                </a:cubicBezTo>
                <a:cubicBezTo>
                  <a:pt x="8383434" y="4159113"/>
                  <a:pt x="8417074" y="4184228"/>
                  <a:pt x="8443430" y="4217714"/>
                </a:cubicBezTo>
                <a:cubicBezTo>
                  <a:pt x="8469785" y="4251201"/>
                  <a:pt x="8486372" y="4293369"/>
                  <a:pt x="8493194" y="4344218"/>
                </a:cubicBezTo>
                <a:lnTo>
                  <a:pt x="8761085" y="4344218"/>
                </a:lnTo>
                <a:cubicBezTo>
                  <a:pt x="8756123" y="4247480"/>
                  <a:pt x="8727909" y="4166090"/>
                  <a:pt x="8676439" y="4100047"/>
                </a:cubicBezTo>
                <a:cubicBezTo>
                  <a:pt x="8624968" y="4034005"/>
                  <a:pt x="8557996" y="3984085"/>
                  <a:pt x="8475521" y="3950289"/>
                </a:cubicBezTo>
                <a:cubicBezTo>
                  <a:pt x="8393045" y="3916492"/>
                  <a:pt x="8302818" y="3899594"/>
                  <a:pt x="8204840" y="3899594"/>
                </a:cubicBezTo>
                <a:close/>
                <a:moveTo>
                  <a:pt x="5090165" y="3899594"/>
                </a:moveTo>
                <a:cubicBezTo>
                  <a:pt x="4963661" y="3899594"/>
                  <a:pt x="4854830" y="3926104"/>
                  <a:pt x="4763674" y="3979124"/>
                </a:cubicBezTo>
                <a:cubicBezTo>
                  <a:pt x="4672516" y="4032144"/>
                  <a:pt x="4602443" y="4106869"/>
                  <a:pt x="4553453" y="4203297"/>
                </a:cubicBezTo>
                <a:cubicBezTo>
                  <a:pt x="4504464" y="4299725"/>
                  <a:pt x="4479970" y="4413051"/>
                  <a:pt x="4479970" y="4543276"/>
                </a:cubicBezTo>
                <a:cubicBezTo>
                  <a:pt x="4479970" y="4673500"/>
                  <a:pt x="4504464" y="4786517"/>
                  <a:pt x="4553453" y="4882325"/>
                </a:cubicBezTo>
                <a:cubicBezTo>
                  <a:pt x="4602443" y="4978133"/>
                  <a:pt x="4672516" y="5052547"/>
                  <a:pt x="4763674" y="5105567"/>
                </a:cubicBezTo>
                <a:cubicBezTo>
                  <a:pt x="4854830" y="5158587"/>
                  <a:pt x="4963661" y="5185097"/>
                  <a:pt x="5090165" y="5185097"/>
                </a:cubicBezTo>
                <a:cubicBezTo>
                  <a:pt x="5200545" y="5185097"/>
                  <a:pt x="5296044" y="5166959"/>
                  <a:pt x="5376659" y="5130682"/>
                </a:cubicBezTo>
                <a:cubicBezTo>
                  <a:pt x="5457274" y="5094405"/>
                  <a:pt x="5520836" y="5041075"/>
                  <a:pt x="5567345" y="4970692"/>
                </a:cubicBezTo>
                <a:cubicBezTo>
                  <a:pt x="5613854" y="4900308"/>
                  <a:pt x="5640829" y="4813957"/>
                  <a:pt x="5648271" y="4711638"/>
                </a:cubicBezTo>
                <a:lnTo>
                  <a:pt x="5380380" y="4711638"/>
                </a:lnTo>
                <a:cubicBezTo>
                  <a:pt x="5372938" y="4793493"/>
                  <a:pt x="5344257" y="4856590"/>
                  <a:pt x="5294338" y="4900928"/>
                </a:cubicBezTo>
                <a:cubicBezTo>
                  <a:pt x="5244419" y="4945267"/>
                  <a:pt x="5176360" y="4967436"/>
                  <a:pt x="5090165" y="4967436"/>
                </a:cubicBezTo>
                <a:cubicBezTo>
                  <a:pt x="5008309" y="4967436"/>
                  <a:pt x="4942422" y="4947902"/>
                  <a:pt x="4892502" y="4908835"/>
                </a:cubicBezTo>
                <a:cubicBezTo>
                  <a:pt x="4842583" y="4869768"/>
                  <a:pt x="4806307" y="4817988"/>
                  <a:pt x="4783672" y="4753496"/>
                </a:cubicBezTo>
                <a:cubicBezTo>
                  <a:pt x="4761037" y="4689004"/>
                  <a:pt x="4749721" y="4618930"/>
                  <a:pt x="4749721" y="4543276"/>
                </a:cubicBezTo>
                <a:cubicBezTo>
                  <a:pt x="4749721" y="4467001"/>
                  <a:pt x="4761037" y="4396773"/>
                  <a:pt x="4783672" y="4332591"/>
                </a:cubicBezTo>
                <a:cubicBezTo>
                  <a:pt x="4806307" y="4268409"/>
                  <a:pt x="4842583" y="4216474"/>
                  <a:pt x="4892502" y="4176787"/>
                </a:cubicBezTo>
                <a:cubicBezTo>
                  <a:pt x="4942422" y="4137099"/>
                  <a:pt x="5008309" y="4117255"/>
                  <a:pt x="5090165" y="4117255"/>
                </a:cubicBezTo>
                <a:cubicBezTo>
                  <a:pt x="5141014" y="4117255"/>
                  <a:pt x="5186903" y="4125627"/>
                  <a:pt x="5227831" y="4142370"/>
                </a:cubicBezTo>
                <a:cubicBezTo>
                  <a:pt x="5268758" y="4159113"/>
                  <a:pt x="5302399" y="4184228"/>
                  <a:pt x="5328755" y="4217714"/>
                </a:cubicBezTo>
                <a:cubicBezTo>
                  <a:pt x="5355111" y="4251201"/>
                  <a:pt x="5371697" y="4293369"/>
                  <a:pt x="5378520" y="4344218"/>
                </a:cubicBezTo>
                <a:lnTo>
                  <a:pt x="5646411" y="4344218"/>
                </a:lnTo>
                <a:cubicBezTo>
                  <a:pt x="5641448" y="4247480"/>
                  <a:pt x="5613234" y="4166090"/>
                  <a:pt x="5561764" y="4100047"/>
                </a:cubicBezTo>
                <a:cubicBezTo>
                  <a:pt x="5510294" y="4034005"/>
                  <a:pt x="5443321" y="3984085"/>
                  <a:pt x="5360846" y="3950289"/>
                </a:cubicBezTo>
                <a:cubicBezTo>
                  <a:pt x="5278371" y="3916492"/>
                  <a:pt x="5188143" y="3899594"/>
                  <a:pt x="5090165" y="3899594"/>
                </a:cubicBezTo>
                <a:close/>
                <a:moveTo>
                  <a:pt x="6646870" y="2337271"/>
                </a:moveTo>
                <a:lnTo>
                  <a:pt x="6851508" y="2337271"/>
                </a:lnTo>
                <a:cubicBezTo>
                  <a:pt x="6915380" y="2337271"/>
                  <a:pt x="6968091" y="2349208"/>
                  <a:pt x="7009638" y="2373083"/>
                </a:cubicBezTo>
                <a:cubicBezTo>
                  <a:pt x="7051186" y="2396958"/>
                  <a:pt x="7071960" y="2436800"/>
                  <a:pt x="7071960" y="2492611"/>
                </a:cubicBezTo>
                <a:cubicBezTo>
                  <a:pt x="7071960" y="2536019"/>
                  <a:pt x="7062193" y="2570590"/>
                  <a:pt x="7042659" y="2596325"/>
                </a:cubicBezTo>
                <a:cubicBezTo>
                  <a:pt x="7023126" y="2622060"/>
                  <a:pt x="6996616" y="2640044"/>
                  <a:pt x="6963129" y="2650275"/>
                </a:cubicBezTo>
                <a:cubicBezTo>
                  <a:pt x="6929643" y="2660507"/>
                  <a:pt x="6892436" y="2665623"/>
                  <a:pt x="6851508" y="2665623"/>
                </a:cubicBezTo>
                <a:lnTo>
                  <a:pt x="6646870" y="2665623"/>
                </a:lnTo>
                <a:close/>
                <a:moveTo>
                  <a:pt x="2084395" y="2337271"/>
                </a:moveTo>
                <a:lnTo>
                  <a:pt x="2289034" y="2337271"/>
                </a:lnTo>
                <a:cubicBezTo>
                  <a:pt x="2352906" y="2337271"/>
                  <a:pt x="2405616" y="2349208"/>
                  <a:pt x="2447163" y="2373083"/>
                </a:cubicBezTo>
                <a:cubicBezTo>
                  <a:pt x="2488711" y="2396958"/>
                  <a:pt x="2509485" y="2436800"/>
                  <a:pt x="2509485" y="2492611"/>
                </a:cubicBezTo>
                <a:cubicBezTo>
                  <a:pt x="2509485" y="2536019"/>
                  <a:pt x="2499718" y="2570590"/>
                  <a:pt x="2480184" y="2596325"/>
                </a:cubicBezTo>
                <a:cubicBezTo>
                  <a:pt x="2460651" y="2622060"/>
                  <a:pt x="2434141" y="2640044"/>
                  <a:pt x="2400655" y="2650275"/>
                </a:cubicBezTo>
                <a:cubicBezTo>
                  <a:pt x="2367168" y="2660507"/>
                  <a:pt x="2329961" y="2665623"/>
                  <a:pt x="2289034" y="2665623"/>
                </a:cubicBezTo>
                <a:lnTo>
                  <a:pt x="2084395" y="2665623"/>
                </a:lnTo>
                <a:close/>
                <a:moveTo>
                  <a:pt x="7977988" y="1888926"/>
                </a:moveTo>
                <a:lnTo>
                  <a:pt x="8140769" y="2390291"/>
                </a:lnTo>
                <a:lnTo>
                  <a:pt x="7815208" y="2390291"/>
                </a:lnTo>
                <a:close/>
                <a:moveTo>
                  <a:pt x="3415513" y="1888926"/>
                </a:moveTo>
                <a:lnTo>
                  <a:pt x="3578294" y="2390291"/>
                </a:lnTo>
                <a:lnTo>
                  <a:pt x="3252733" y="2390291"/>
                </a:lnTo>
                <a:close/>
                <a:moveTo>
                  <a:pt x="6646870" y="1841487"/>
                </a:moveTo>
                <a:lnTo>
                  <a:pt x="6809650" y="1841487"/>
                </a:lnTo>
                <a:cubicBezTo>
                  <a:pt x="6843756" y="1841487"/>
                  <a:pt x="6874143" y="1845983"/>
                  <a:pt x="6900808" y="1854975"/>
                </a:cubicBezTo>
                <a:cubicBezTo>
                  <a:pt x="6927472" y="1863967"/>
                  <a:pt x="6948557" y="1878850"/>
                  <a:pt x="6964059" y="1899623"/>
                </a:cubicBezTo>
                <a:cubicBezTo>
                  <a:pt x="6979562" y="1920397"/>
                  <a:pt x="6987314" y="1948458"/>
                  <a:pt x="6987314" y="1983804"/>
                </a:cubicBezTo>
                <a:cubicBezTo>
                  <a:pt x="6987314" y="2034034"/>
                  <a:pt x="6970260" y="2072171"/>
                  <a:pt x="6936154" y="2098216"/>
                </a:cubicBezTo>
                <a:cubicBezTo>
                  <a:pt x="6902048" y="2124261"/>
                  <a:pt x="6859880" y="2137284"/>
                  <a:pt x="6809650" y="2137284"/>
                </a:cubicBezTo>
                <a:lnTo>
                  <a:pt x="6646870" y="2137284"/>
                </a:lnTo>
                <a:close/>
                <a:moveTo>
                  <a:pt x="2084395" y="1841487"/>
                </a:moveTo>
                <a:lnTo>
                  <a:pt x="2247176" y="1841487"/>
                </a:lnTo>
                <a:cubicBezTo>
                  <a:pt x="2281282" y="1841487"/>
                  <a:pt x="2311668" y="1845983"/>
                  <a:pt x="2338333" y="1854975"/>
                </a:cubicBezTo>
                <a:cubicBezTo>
                  <a:pt x="2364997" y="1863967"/>
                  <a:pt x="2386082" y="1878850"/>
                  <a:pt x="2401585" y="1899623"/>
                </a:cubicBezTo>
                <a:cubicBezTo>
                  <a:pt x="2417088" y="1920397"/>
                  <a:pt x="2424839" y="1948458"/>
                  <a:pt x="2424839" y="1983804"/>
                </a:cubicBezTo>
                <a:cubicBezTo>
                  <a:pt x="2424839" y="2034034"/>
                  <a:pt x="2407786" y="2072171"/>
                  <a:pt x="2373680" y="2098216"/>
                </a:cubicBezTo>
                <a:cubicBezTo>
                  <a:pt x="2339573" y="2124261"/>
                  <a:pt x="2297405" y="2137284"/>
                  <a:pt x="2247176" y="2137284"/>
                </a:cubicBezTo>
                <a:lnTo>
                  <a:pt x="2084395" y="2137284"/>
                </a:lnTo>
                <a:close/>
                <a:moveTo>
                  <a:pt x="9690665" y="1630338"/>
                </a:moveTo>
                <a:lnTo>
                  <a:pt x="9690665" y="2882354"/>
                </a:lnTo>
                <a:lnTo>
                  <a:pt x="10480384" y="2882354"/>
                </a:lnTo>
                <a:lnTo>
                  <a:pt x="10480384" y="2652601"/>
                </a:lnTo>
                <a:lnTo>
                  <a:pt x="9952044" y="2652601"/>
                </a:lnTo>
                <a:lnTo>
                  <a:pt x="9952044" y="1630338"/>
                </a:lnTo>
                <a:close/>
                <a:moveTo>
                  <a:pt x="8719115" y="1630338"/>
                </a:moveTo>
                <a:lnTo>
                  <a:pt x="8719115" y="2882354"/>
                </a:lnTo>
                <a:lnTo>
                  <a:pt x="9508834" y="2882354"/>
                </a:lnTo>
                <a:lnTo>
                  <a:pt x="9508834" y="2652601"/>
                </a:lnTo>
                <a:lnTo>
                  <a:pt x="8980494" y="2652601"/>
                </a:lnTo>
                <a:lnTo>
                  <a:pt x="8980494" y="1630338"/>
                </a:lnTo>
                <a:close/>
                <a:moveTo>
                  <a:pt x="7841252" y="1630338"/>
                </a:moveTo>
                <a:lnTo>
                  <a:pt x="7391047" y="2882354"/>
                </a:lnTo>
                <a:lnTo>
                  <a:pt x="7660798" y="2882354"/>
                </a:lnTo>
                <a:lnTo>
                  <a:pt x="7752886" y="2607022"/>
                </a:lnTo>
                <a:lnTo>
                  <a:pt x="8204951" y="2607022"/>
                </a:lnTo>
                <a:lnTo>
                  <a:pt x="8294248" y="2882354"/>
                </a:lnTo>
                <a:lnTo>
                  <a:pt x="8566789" y="2882354"/>
                </a:lnTo>
                <a:lnTo>
                  <a:pt x="8115654" y="1630338"/>
                </a:lnTo>
                <a:close/>
                <a:moveTo>
                  <a:pt x="6385490" y="1630338"/>
                </a:moveTo>
                <a:lnTo>
                  <a:pt x="6385490" y="2882354"/>
                </a:lnTo>
                <a:lnTo>
                  <a:pt x="6860810" y="2882354"/>
                </a:lnTo>
                <a:cubicBezTo>
                  <a:pt x="6960028" y="2882354"/>
                  <a:pt x="7045139" y="2869177"/>
                  <a:pt x="7116143" y="2842822"/>
                </a:cubicBezTo>
                <a:cubicBezTo>
                  <a:pt x="7187147" y="2816467"/>
                  <a:pt x="7241717" y="2776159"/>
                  <a:pt x="7279854" y="2721899"/>
                </a:cubicBezTo>
                <a:cubicBezTo>
                  <a:pt x="7317991" y="2667639"/>
                  <a:pt x="7337060" y="2598651"/>
                  <a:pt x="7337060" y="2514935"/>
                </a:cubicBezTo>
                <a:cubicBezTo>
                  <a:pt x="7337060" y="2436800"/>
                  <a:pt x="7314271" y="2371068"/>
                  <a:pt x="7268692" y="2317738"/>
                </a:cubicBezTo>
                <a:cubicBezTo>
                  <a:pt x="7223113" y="2264407"/>
                  <a:pt x="7156916" y="2229061"/>
                  <a:pt x="7070100" y="2211697"/>
                </a:cubicBezTo>
                <a:cubicBezTo>
                  <a:pt x="7125290" y="2191234"/>
                  <a:pt x="7169474" y="2157902"/>
                  <a:pt x="7202650" y="2111704"/>
                </a:cubicBezTo>
                <a:cubicBezTo>
                  <a:pt x="7235825" y="2065505"/>
                  <a:pt x="7252414" y="2009229"/>
                  <a:pt x="7252414" y="1942877"/>
                </a:cubicBezTo>
                <a:cubicBezTo>
                  <a:pt x="7252414" y="1836837"/>
                  <a:pt x="7213036" y="1758237"/>
                  <a:pt x="7134282" y="1707077"/>
                </a:cubicBezTo>
                <a:cubicBezTo>
                  <a:pt x="7055527" y="1655917"/>
                  <a:pt x="6948557" y="1630338"/>
                  <a:pt x="6813371" y="1630338"/>
                </a:cubicBezTo>
                <a:close/>
                <a:moveTo>
                  <a:pt x="5290115" y="1630338"/>
                </a:moveTo>
                <a:lnTo>
                  <a:pt x="5290115" y="2882354"/>
                </a:lnTo>
                <a:lnTo>
                  <a:pt x="6130064" y="2882354"/>
                </a:lnTo>
                <a:lnTo>
                  <a:pt x="6130064" y="2665623"/>
                </a:lnTo>
                <a:lnTo>
                  <a:pt x="5551495" y="2665623"/>
                </a:lnTo>
                <a:lnTo>
                  <a:pt x="5551495" y="2347503"/>
                </a:lnTo>
                <a:lnTo>
                  <a:pt x="6076114" y="2347503"/>
                </a:lnTo>
                <a:lnTo>
                  <a:pt x="6076114" y="2138214"/>
                </a:lnTo>
                <a:lnTo>
                  <a:pt x="5551495" y="2138214"/>
                </a:lnTo>
                <a:lnTo>
                  <a:pt x="5551495" y="1847069"/>
                </a:lnTo>
                <a:lnTo>
                  <a:pt x="6130064" y="1847069"/>
                </a:lnTo>
                <a:lnTo>
                  <a:pt x="6130064" y="1630338"/>
                </a:lnTo>
                <a:close/>
                <a:moveTo>
                  <a:pt x="3278778" y="1630338"/>
                </a:moveTo>
                <a:lnTo>
                  <a:pt x="2828572" y="2882354"/>
                </a:lnTo>
                <a:lnTo>
                  <a:pt x="3098324" y="2882354"/>
                </a:lnTo>
                <a:lnTo>
                  <a:pt x="3190411" y="2607022"/>
                </a:lnTo>
                <a:lnTo>
                  <a:pt x="3642477" y="2607022"/>
                </a:lnTo>
                <a:lnTo>
                  <a:pt x="3731773" y="2882354"/>
                </a:lnTo>
                <a:lnTo>
                  <a:pt x="4004315" y="2882354"/>
                </a:lnTo>
                <a:lnTo>
                  <a:pt x="3553180" y="1630338"/>
                </a:lnTo>
                <a:close/>
                <a:moveTo>
                  <a:pt x="1823015" y="1630338"/>
                </a:moveTo>
                <a:lnTo>
                  <a:pt x="1823015" y="2882354"/>
                </a:lnTo>
                <a:lnTo>
                  <a:pt x="2298335" y="2882354"/>
                </a:lnTo>
                <a:cubicBezTo>
                  <a:pt x="2397554" y="2882354"/>
                  <a:pt x="2482665" y="2869177"/>
                  <a:pt x="2553669" y="2842822"/>
                </a:cubicBezTo>
                <a:cubicBezTo>
                  <a:pt x="2624672" y="2816467"/>
                  <a:pt x="2679242" y="2776159"/>
                  <a:pt x="2717379" y="2721899"/>
                </a:cubicBezTo>
                <a:cubicBezTo>
                  <a:pt x="2755516" y="2667639"/>
                  <a:pt x="2774585" y="2598651"/>
                  <a:pt x="2774585" y="2514935"/>
                </a:cubicBezTo>
                <a:cubicBezTo>
                  <a:pt x="2774585" y="2436800"/>
                  <a:pt x="2751796" y="2371068"/>
                  <a:pt x="2706217" y="2317738"/>
                </a:cubicBezTo>
                <a:cubicBezTo>
                  <a:pt x="2660639" y="2264407"/>
                  <a:pt x="2594441" y="2229061"/>
                  <a:pt x="2507625" y="2211697"/>
                </a:cubicBezTo>
                <a:cubicBezTo>
                  <a:pt x="2562815" y="2191234"/>
                  <a:pt x="2606999" y="2157902"/>
                  <a:pt x="2640175" y="2111704"/>
                </a:cubicBezTo>
                <a:cubicBezTo>
                  <a:pt x="2673351" y="2065505"/>
                  <a:pt x="2689939" y="2009229"/>
                  <a:pt x="2689939" y="1942877"/>
                </a:cubicBezTo>
                <a:cubicBezTo>
                  <a:pt x="2689939" y="1836837"/>
                  <a:pt x="2650562" y="1758237"/>
                  <a:pt x="2571807" y="1707077"/>
                </a:cubicBezTo>
                <a:cubicBezTo>
                  <a:pt x="2493052" y="1655917"/>
                  <a:pt x="2386082" y="1630338"/>
                  <a:pt x="2250896" y="1630338"/>
                </a:cubicBezTo>
                <a:close/>
                <a:moveTo>
                  <a:pt x="4558253" y="1614525"/>
                </a:moveTo>
                <a:cubicBezTo>
                  <a:pt x="4468336" y="1614525"/>
                  <a:pt x="4388652" y="1626617"/>
                  <a:pt x="4319198" y="1650801"/>
                </a:cubicBezTo>
                <a:cubicBezTo>
                  <a:pt x="4249745" y="1674986"/>
                  <a:pt x="4195330" y="1712658"/>
                  <a:pt x="4155952" y="1763818"/>
                </a:cubicBezTo>
                <a:cubicBezTo>
                  <a:pt x="4116575" y="1814978"/>
                  <a:pt x="4096886" y="1881175"/>
                  <a:pt x="4096886" y="1962410"/>
                </a:cubicBezTo>
                <a:cubicBezTo>
                  <a:pt x="4096886" y="2038065"/>
                  <a:pt x="4114095" y="2099456"/>
                  <a:pt x="4148511" y="2146585"/>
                </a:cubicBezTo>
                <a:cubicBezTo>
                  <a:pt x="4182928" y="2193714"/>
                  <a:pt x="4231606" y="2232161"/>
                  <a:pt x="4294548" y="2261927"/>
                </a:cubicBezTo>
                <a:cubicBezTo>
                  <a:pt x="4357490" y="2291693"/>
                  <a:pt x="4432059" y="2318978"/>
                  <a:pt x="4518256" y="2343783"/>
                </a:cubicBezTo>
                <a:cubicBezTo>
                  <a:pt x="4592050" y="2364246"/>
                  <a:pt x="4649410" y="2383315"/>
                  <a:pt x="4690338" y="2400988"/>
                </a:cubicBezTo>
                <a:cubicBezTo>
                  <a:pt x="4731267" y="2418662"/>
                  <a:pt x="4759791" y="2438195"/>
                  <a:pt x="4775914" y="2459589"/>
                </a:cubicBezTo>
                <a:cubicBezTo>
                  <a:pt x="4792038" y="2480983"/>
                  <a:pt x="4800099" y="2508113"/>
                  <a:pt x="4800099" y="2540980"/>
                </a:cubicBezTo>
                <a:cubicBezTo>
                  <a:pt x="4800099" y="2575086"/>
                  <a:pt x="4790642" y="2603147"/>
                  <a:pt x="4771728" y="2625161"/>
                </a:cubicBezTo>
                <a:cubicBezTo>
                  <a:pt x="4752816" y="2647175"/>
                  <a:pt x="4726615" y="2663453"/>
                  <a:pt x="4693129" y="2673995"/>
                </a:cubicBezTo>
                <a:cubicBezTo>
                  <a:pt x="4659642" y="2684537"/>
                  <a:pt x="4620885" y="2689808"/>
                  <a:pt x="4576856" y="2689808"/>
                </a:cubicBezTo>
                <a:cubicBezTo>
                  <a:pt x="4530968" y="2689808"/>
                  <a:pt x="4490195" y="2683917"/>
                  <a:pt x="4454539" y="2672135"/>
                </a:cubicBezTo>
                <a:cubicBezTo>
                  <a:pt x="4418882" y="2660352"/>
                  <a:pt x="4390512" y="2640664"/>
                  <a:pt x="4369427" y="2613068"/>
                </a:cubicBezTo>
                <a:cubicBezTo>
                  <a:pt x="4348344" y="2585473"/>
                  <a:pt x="4337181" y="2547491"/>
                  <a:pt x="4335941" y="2499122"/>
                </a:cubicBezTo>
                <a:lnTo>
                  <a:pt x="4068050" y="2499122"/>
                </a:lnTo>
                <a:cubicBezTo>
                  <a:pt x="4068050" y="2594000"/>
                  <a:pt x="4090375" y="2670894"/>
                  <a:pt x="4135023" y="2729805"/>
                </a:cubicBezTo>
                <a:cubicBezTo>
                  <a:pt x="4179671" y="2788716"/>
                  <a:pt x="4239978" y="2831660"/>
                  <a:pt x="4315942" y="2858635"/>
                </a:cubicBezTo>
                <a:cubicBezTo>
                  <a:pt x="4391906" y="2885610"/>
                  <a:pt x="4477328" y="2899097"/>
                  <a:pt x="4572205" y="2899097"/>
                </a:cubicBezTo>
                <a:cubicBezTo>
                  <a:pt x="4666463" y="2899097"/>
                  <a:pt x="4750955" y="2886385"/>
                  <a:pt x="4825679" y="2860960"/>
                </a:cubicBezTo>
                <a:cubicBezTo>
                  <a:pt x="4900402" y="2835535"/>
                  <a:pt x="4959469" y="2795538"/>
                  <a:pt x="5002877" y="2740967"/>
                </a:cubicBezTo>
                <a:cubicBezTo>
                  <a:pt x="5046285" y="2686397"/>
                  <a:pt x="5067989" y="2614774"/>
                  <a:pt x="5067989" y="2526097"/>
                </a:cubicBezTo>
                <a:cubicBezTo>
                  <a:pt x="5067989" y="2446722"/>
                  <a:pt x="5053262" y="2382695"/>
                  <a:pt x="5023806" y="2334016"/>
                </a:cubicBezTo>
                <a:cubicBezTo>
                  <a:pt x="4994350" y="2285336"/>
                  <a:pt x="4949237" y="2245649"/>
                  <a:pt x="4888465" y="2214953"/>
                </a:cubicBezTo>
                <a:cubicBezTo>
                  <a:pt x="4827694" y="2184257"/>
                  <a:pt x="4749869" y="2154957"/>
                  <a:pt x="4654991" y="2127052"/>
                </a:cubicBezTo>
                <a:cubicBezTo>
                  <a:pt x="4575616" y="2104107"/>
                  <a:pt x="4515000" y="2083643"/>
                  <a:pt x="4473142" y="2065660"/>
                </a:cubicBezTo>
                <a:cubicBezTo>
                  <a:pt x="4431284" y="2047676"/>
                  <a:pt x="4402604" y="2029228"/>
                  <a:pt x="4387100" y="2010314"/>
                </a:cubicBezTo>
                <a:cubicBezTo>
                  <a:pt x="4371598" y="1991401"/>
                  <a:pt x="4363847" y="1969542"/>
                  <a:pt x="4363847" y="1944737"/>
                </a:cubicBezTo>
                <a:cubicBezTo>
                  <a:pt x="4363847" y="1901329"/>
                  <a:pt x="4382140" y="1869238"/>
                  <a:pt x="4418726" y="1848464"/>
                </a:cubicBezTo>
                <a:cubicBezTo>
                  <a:pt x="4455314" y="1827690"/>
                  <a:pt x="4501512" y="1817303"/>
                  <a:pt x="4557323" y="1817303"/>
                </a:cubicBezTo>
                <a:cubicBezTo>
                  <a:pt x="4613754" y="1817303"/>
                  <a:pt x="4662123" y="1830480"/>
                  <a:pt x="4702431" y="1856835"/>
                </a:cubicBezTo>
                <a:cubicBezTo>
                  <a:pt x="4742738" y="1883190"/>
                  <a:pt x="4762582" y="1923033"/>
                  <a:pt x="4761962" y="1976363"/>
                </a:cubicBezTo>
                <a:lnTo>
                  <a:pt x="5029852" y="1976363"/>
                </a:lnTo>
                <a:cubicBezTo>
                  <a:pt x="5029852" y="1893887"/>
                  <a:pt x="5008458" y="1825985"/>
                  <a:pt x="4965670" y="1772655"/>
                </a:cubicBezTo>
                <a:cubicBezTo>
                  <a:pt x="4922882" y="1719324"/>
                  <a:pt x="4865676" y="1679637"/>
                  <a:pt x="4794053" y="1653592"/>
                </a:cubicBezTo>
                <a:cubicBezTo>
                  <a:pt x="4722429" y="1627547"/>
                  <a:pt x="4643830" y="1614525"/>
                  <a:pt x="4558253" y="16145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0" b="1" dirty="0"/>
          </a:p>
        </p:txBody>
      </p:sp>
    </p:spTree>
    <p:extLst>
      <p:ext uri="{BB962C8B-B14F-4D97-AF65-F5344CB8AC3E}">
        <p14:creationId xmlns:p14="http://schemas.microsoft.com/office/powerpoint/2010/main" val="73254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901602-2D33-FB05-C305-6BBFF659D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GB" b="1" dirty="0"/>
              <a:t>SIMILARITIES</a:t>
            </a:r>
            <a:endParaRPr lang="en-US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FBBE60-65DC-3BDB-E707-0026EE21E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r>
              <a:rPr lang="en-GB" sz="1500"/>
              <a:t>Both are team sports</a:t>
            </a:r>
          </a:p>
          <a:p>
            <a:r>
              <a:rPr lang="en-GB" sz="1500"/>
              <a:t>Both sports require a bat and a ball</a:t>
            </a:r>
          </a:p>
          <a:p>
            <a:r>
              <a:rPr lang="en-GB" sz="1500"/>
              <a:t>Both have batters and pitchers/bowlers</a:t>
            </a:r>
          </a:p>
          <a:p>
            <a:r>
              <a:rPr lang="en-US" sz="1500"/>
              <a:t>Both sports have similar scoring systems (runs)</a:t>
            </a:r>
          </a:p>
          <a:p>
            <a:r>
              <a:rPr lang="en-US" sz="1500"/>
              <a:t>Both have similar ways in which the batter can get out</a:t>
            </a:r>
          </a:p>
          <a:p>
            <a:r>
              <a:rPr lang="en-US" sz="1500"/>
              <a:t>In both sports roles rotate once a certain number of outs are reached</a:t>
            </a:r>
          </a:p>
          <a:p>
            <a:r>
              <a:rPr lang="en-US" sz="1500"/>
              <a:t>In Baseball as well as in cricket the main objective is to score runs</a:t>
            </a:r>
          </a:p>
        </p:txBody>
      </p:sp>
      <p:pic>
        <p:nvPicPr>
          <p:cNvPr id="5" name="Obraz 4" descr="Obraz zawierający sport, bejsbol, zawody lekkoatletyczne, osoba&#10;&#10;Zawartość wygenerowana przez AI może być niepoprawna.">
            <a:extLst>
              <a:ext uri="{FF2B5EF4-FFF2-40B4-BE49-F238E27FC236}">
                <a16:creationId xmlns:a16="http://schemas.microsoft.com/office/drawing/2014/main" id="{25CC5D53-5825-A03C-14CC-19F917D73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6" r="26285"/>
          <a:stretch>
            <a:fillRect/>
          </a:stretch>
        </p:blipFill>
        <p:spPr>
          <a:xfrm>
            <a:off x="4752550" y="0"/>
            <a:ext cx="7439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48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687B003-F910-7180-3DF2-E36867BC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GB" b="1"/>
              <a:t>DIFFERENCES</a:t>
            </a:r>
            <a:endParaRPr lang="en-US" b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769C51-AEE1-88F7-E4F4-F5F9099E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GB" sz="1700"/>
              <a:t>Baseball is larger than a cricket ball whereas a cricket ball is heavier</a:t>
            </a:r>
          </a:p>
          <a:p>
            <a:r>
              <a:rPr lang="en-GB" sz="1700"/>
              <a:t>Baseball bat is almost cylindrical in shape while a cricket bat is more paddle-shaped </a:t>
            </a:r>
          </a:p>
          <a:p>
            <a:r>
              <a:rPr lang="en-GB" sz="1700"/>
              <a:t>In cricket there are pickets behind the batter and in baseball there are none</a:t>
            </a:r>
          </a:p>
          <a:p>
            <a:r>
              <a:rPr lang="en-GB" sz="1700"/>
              <a:t>In baseball the distance between the batter and the pitcher is 60ft while in cricket the distance is 66ft</a:t>
            </a:r>
          </a:p>
          <a:p>
            <a:r>
              <a:rPr lang="en-US" sz="1700"/>
              <a:t>In baseball the ball is thrown straight at the batter and and in cricket it’s thrown at the ground, so it bounces before he can hit it</a:t>
            </a:r>
          </a:p>
          <a:p>
            <a:r>
              <a:rPr lang="en-US" sz="1700"/>
              <a:t>The area of play in baseball is only the diamond-shaped field in front of the batter, on the other hand cricket is played on an oval-shaped field</a:t>
            </a:r>
          </a:p>
        </p:txBody>
      </p:sp>
      <p:pic>
        <p:nvPicPr>
          <p:cNvPr id="6" name="Obraz 5" descr="Obraz zawierający osoba, Obiekt sportowy, na wolnym powietrzu, stadium&#10;&#10;Zawartość wygenerowana przez AI może być niepoprawna.">
            <a:extLst>
              <a:ext uri="{FF2B5EF4-FFF2-40B4-BE49-F238E27FC236}">
                <a16:creationId xmlns:a16="http://schemas.microsoft.com/office/drawing/2014/main" id="{980EC04C-E8FB-92BC-796F-AA0563592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0" r="25470"/>
          <a:stretch>
            <a:fillRect/>
          </a:stretch>
        </p:blipFill>
        <p:spPr>
          <a:xfrm>
            <a:off x="7260335" y="10"/>
            <a:ext cx="4931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97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raz 7" descr="Obraz zawierający zawody lekkoatletyczne, bejsbol, sport, gracz&#10;&#10;Zawartość wygenerowana przez AI może być niepoprawna.">
            <a:extLst>
              <a:ext uri="{FF2B5EF4-FFF2-40B4-BE49-F238E27FC236}">
                <a16:creationId xmlns:a16="http://schemas.microsoft.com/office/drawing/2014/main" id="{0095CF9D-81E2-0C64-440B-2893245B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63BA3086-96AC-9811-A5D7-4D6C72B9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RULES OF BASEBALL 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CAB268-7FD5-8077-ABC4-5526A8AEA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Teams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2 teams of 9 players each.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Objective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Score runs by hitting the ball and running around 4 bases to reach home plate.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Innings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game consists of 9 innings; each team bats once per inning.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Outs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batting team continues until 3 outs are made.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Pitching and Hitting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pitcher throws the ball to the batter, who tries to hit it.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Runs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run is scored when a player runs around all bases and returns to home plate.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Strikes and Balls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batter is out after 3 strikes; 4 balls earns a walk (free base).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8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Fielding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The fielding team tries to get batters out by catching the ball, tagging runners, or forcing them out at bases.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8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9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Home Run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ball hit over the outfield fence in fair territory scores an automatic run (and any runners on base).</a:t>
            </a:r>
          </a:p>
          <a:p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0D635F-B58F-0B09-0E63-D2F55026C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18473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8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Obraz 8" descr="Obraz zawierający trawa, na wolnym powietrzu, krykiet/świerszcz, Gracz krykieta&#10;&#10;Zawartość wygenerowana przez AI może być niepoprawna.">
            <a:extLst>
              <a:ext uri="{FF2B5EF4-FFF2-40B4-BE49-F238E27FC236}">
                <a16:creationId xmlns:a16="http://schemas.microsoft.com/office/drawing/2014/main" id="{979B5DBF-83D7-7185-1A61-5D5FF1A618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12" b="1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5D16B38-2077-57D1-4966-DF96ED72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RULES OF CRICKET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76B6DE-8C40-AE54-600C-E24912920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Teams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2 teams of 11 players each.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Objective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Score runs by hitting the ball and running between two wickets.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Innings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Each team bats once or twice (depending on the format).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Overs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An over consists of 6 legal deliveries. The number of overs per team depends on the format (e.g., 20 in T20, 50 in ODIs).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Batting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Two batters are on the field. They score by running between wickets or hitting boundaries (4 or 6 runs).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Wickets (Outs)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Each team bats until 10 of the 11 players are out.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Bowling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A bowler delivers the ball to try and get the batter out (bowled, caught, LBW, run out, etc.).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8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Runs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Scored by running between the wickets or by hitting boundaries (4 = ball reaches boundary; 6 = ball clears it).</a:t>
            </a:r>
            <a:endParaRPr lang="en-GB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8"/>
            </a:pPr>
            <a:endParaRPr lang="pl-PL" altLang="pl-PL" sz="14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9"/>
            </a:pPr>
            <a:r>
              <a:rPr lang="pl-PL" altLang="pl-PL" sz="1400" b="1">
                <a:solidFill>
                  <a:srgbClr val="FFFFFF"/>
                </a:solidFill>
                <a:latin typeface="Arial" panose="020B0604020202020204" pitchFamily="34" charset="0"/>
              </a:rPr>
              <a:t>Fielding</a:t>
            </a:r>
            <a:r>
              <a:rPr lang="pl-PL" altLang="pl-PL" sz="1400">
                <a:solidFill>
                  <a:srgbClr val="FFFFFF"/>
                </a:solidFill>
                <a:latin typeface="Arial" panose="020B0604020202020204" pitchFamily="34" charset="0"/>
              </a:rPr>
              <a:t>: Fielders aim to limit runs and take wickets by catching, running batters out, etc.</a:t>
            </a:r>
          </a:p>
          <a:p>
            <a:pPr marL="0" indent="0"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92C6BC9-B7E2-456F-9C3C-861F29F57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18473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49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9F7BE77-1653-720E-4B46-05622BE8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TOURNAMENTS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AE9C29D-4570-BB88-6119-48560CD24676}"/>
              </a:ext>
            </a:extLst>
          </p:cNvPr>
          <p:cNvSpPr txBox="1"/>
          <p:nvPr/>
        </p:nvSpPr>
        <p:spPr>
          <a:xfrm>
            <a:off x="6637014" y="813817"/>
            <a:ext cx="4805691" cy="28413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96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CRICKET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72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7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🏆 </a:t>
            </a:r>
            <a:r>
              <a:rPr lang="en-US" sz="7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1. ICC Cricket World Cup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72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7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🌍 </a:t>
            </a:r>
            <a:r>
              <a:rPr lang="en-US" sz="7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2. ICC T20 World Cup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72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7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🇮🇳 </a:t>
            </a:r>
            <a:r>
              <a:rPr lang="en-US" sz="7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3. Indian Premier League (IPL)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72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7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🏏 </a:t>
            </a:r>
            <a:r>
              <a:rPr lang="en-US" sz="7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4. The Ashes (England vs Australia)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72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7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🌍 </a:t>
            </a:r>
            <a:r>
              <a:rPr lang="en-US" sz="7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5. ICC World Test Championship</a:t>
            </a:r>
            <a:endParaRPr lang="en-US" sz="5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Graphic 19" descr="Baseball">
            <a:extLst>
              <a:ext uri="{FF2B5EF4-FFF2-40B4-BE49-F238E27FC236}">
                <a16:creationId xmlns:a16="http://schemas.microsoft.com/office/drawing/2014/main" id="{4C552EFE-5A6B-A307-19B5-579D5119F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5676363-AA99-EB75-6039-E00449C7D345}"/>
              </a:ext>
            </a:extLst>
          </p:cNvPr>
          <p:cNvSpPr txBox="1"/>
          <p:nvPr/>
        </p:nvSpPr>
        <p:spPr>
          <a:xfrm>
            <a:off x="838200" y="1901952"/>
            <a:ext cx="505053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l-PL" sz="2400" b="1" dirty="0"/>
              <a:t>BASEBALL</a:t>
            </a:r>
          </a:p>
          <a:p>
            <a:pPr algn="ctr">
              <a:spcAft>
                <a:spcPts val="600"/>
              </a:spcAft>
            </a:pPr>
            <a:endParaRPr lang="pl-PL" sz="2400" b="1" dirty="0"/>
          </a:p>
          <a:p>
            <a:pPr>
              <a:spcAft>
                <a:spcPts val="600"/>
              </a:spcAft>
            </a:pPr>
            <a:r>
              <a:rPr lang="en-US" dirty="0"/>
              <a:t>🏆 </a:t>
            </a:r>
            <a:r>
              <a:rPr lang="en-US" b="1" dirty="0"/>
              <a:t>1. Major League Baseball (MLB) – USA &amp; Canada</a:t>
            </a:r>
            <a:endParaRPr lang="pl-PL" b="1" dirty="0"/>
          </a:p>
          <a:p>
            <a:pPr>
              <a:spcAft>
                <a:spcPts val="600"/>
              </a:spcAft>
            </a:pPr>
            <a:endParaRPr lang="pl-PL" b="1" dirty="0"/>
          </a:p>
          <a:p>
            <a:pPr>
              <a:spcAft>
                <a:spcPts val="600"/>
              </a:spcAft>
            </a:pPr>
            <a:r>
              <a:rPr lang="en-US" dirty="0"/>
              <a:t>🌎 </a:t>
            </a:r>
            <a:r>
              <a:rPr lang="en-US" b="1" dirty="0"/>
              <a:t>2. World Baseball Classic (WBC)</a:t>
            </a:r>
            <a:endParaRPr lang="pl-PL" b="1" dirty="0"/>
          </a:p>
          <a:p>
            <a:pPr>
              <a:spcAft>
                <a:spcPts val="600"/>
              </a:spcAft>
            </a:pPr>
            <a:endParaRPr lang="pl-PL" b="1" dirty="0"/>
          </a:p>
          <a:p>
            <a:pPr>
              <a:spcAft>
                <a:spcPts val="600"/>
              </a:spcAft>
            </a:pPr>
            <a:r>
              <a:rPr lang="fr-FR" dirty="0"/>
              <a:t>🇯🇵 </a:t>
            </a:r>
            <a:r>
              <a:rPr lang="fr-FR" b="1" dirty="0"/>
              <a:t>3. Nippon Professional Baseball (NPB) – Japan</a:t>
            </a:r>
            <a:endParaRPr lang="pl-PL" b="1" dirty="0"/>
          </a:p>
          <a:p>
            <a:pPr>
              <a:spcAft>
                <a:spcPts val="600"/>
              </a:spcAft>
            </a:pPr>
            <a:endParaRPr lang="pl-PL" b="1" dirty="0"/>
          </a:p>
          <a:p>
            <a:pPr>
              <a:spcAft>
                <a:spcPts val="600"/>
              </a:spcAft>
            </a:pPr>
            <a:r>
              <a:rPr lang="en-US" dirty="0"/>
              <a:t>🇰🇷 </a:t>
            </a:r>
            <a:r>
              <a:rPr lang="en-US" b="1" dirty="0"/>
              <a:t>4. KBO League – South Korea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54648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617</Words>
  <Application>Microsoft Office PowerPoint</Application>
  <PresentationFormat>Panoramiczny</PresentationFormat>
  <Paragraphs>72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Motyw pakietu Office</vt:lpstr>
      <vt:lpstr>Prezentacja programu PowerPoint</vt:lpstr>
      <vt:lpstr>SIMILARITIES</vt:lpstr>
      <vt:lpstr>DIFFERENCES</vt:lpstr>
      <vt:lpstr>RULES OF BASEBALL </vt:lpstr>
      <vt:lpstr>RULES OF CRICKET</vt:lpstr>
      <vt:lpstr>TOURNAMENTS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2</cp:revision>
  <dcterms:created xsi:type="dcterms:W3CDTF">2025-06-15T17:53:47Z</dcterms:created>
  <dcterms:modified xsi:type="dcterms:W3CDTF">2025-06-15T23:25:06Z</dcterms:modified>
</cp:coreProperties>
</file>