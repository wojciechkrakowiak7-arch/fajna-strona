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modSld sldOrd">
      <pc:chgData name="Wojtek Krakowiak" userId="f72a0bb3b8a70e05" providerId="LiveId" clId="{EB2AAE5E-F441-4B21-A173-D9609660A338}" dt="2026-05-19T21:24:01.604" v="1"/>
      <pc:docMkLst>
        <pc:docMk/>
      </pc:docMkLst>
      <pc:sldChg chg="ord">
        <pc:chgData name="Wojtek Krakowiak" userId="f72a0bb3b8a70e05" providerId="LiveId" clId="{EB2AAE5E-F441-4B21-A173-D9609660A338}" dt="2026-05-19T21:24:01.604" v="1"/>
        <pc:sldMkLst>
          <pc:docMk/>
          <pc:sldMk cId="1008015224" sldId="25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ED867D-8391-4073-A347-AA80DCB2B8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179BD769-F81A-4F29-9940-B062E20BBAED}">
      <dgm:prSet/>
      <dgm:spPr/>
      <dgm:t>
        <a:bodyPr/>
        <a:lstStyle/>
        <a:p>
          <a:r>
            <a:rPr lang="en-GB"/>
            <a:t>Many “time wasters” that make us feel like we’re very busy and won’t meet the deadline</a:t>
          </a:r>
          <a:endParaRPr lang="en-US"/>
        </a:p>
      </dgm:t>
    </dgm:pt>
    <dgm:pt modelId="{3992351D-0CF8-489D-87A2-8A0EA1FD5318}" type="parTrans" cxnId="{69B5271A-1918-449B-B7F4-449B4B945893}">
      <dgm:prSet/>
      <dgm:spPr/>
      <dgm:t>
        <a:bodyPr/>
        <a:lstStyle/>
        <a:p>
          <a:endParaRPr lang="en-US"/>
        </a:p>
      </dgm:t>
    </dgm:pt>
    <dgm:pt modelId="{18A7CE0F-C035-41D6-965A-0CE18904220F}" type="sibTrans" cxnId="{69B5271A-1918-449B-B7F4-449B4B945893}">
      <dgm:prSet/>
      <dgm:spPr/>
      <dgm:t>
        <a:bodyPr/>
        <a:lstStyle/>
        <a:p>
          <a:endParaRPr lang="en-US"/>
        </a:p>
      </dgm:t>
    </dgm:pt>
    <dgm:pt modelId="{65C2895B-9106-4609-8D63-3679558D0AD4}">
      <dgm:prSet/>
      <dgm:spPr/>
      <dgm:t>
        <a:bodyPr/>
        <a:lstStyle/>
        <a:p>
          <a:r>
            <a:rPr lang="en-GB" dirty="0"/>
            <a:t>World that can’t slow down, and keeps us under the impression that we can’t either </a:t>
          </a:r>
          <a:endParaRPr lang="en-US" dirty="0"/>
        </a:p>
      </dgm:t>
    </dgm:pt>
    <dgm:pt modelId="{BD30559B-C8CB-48D3-A317-0B9DEE2C1D21}" type="parTrans" cxnId="{C3E1D10D-2690-4C95-BDFA-FA65C83AA1CC}">
      <dgm:prSet/>
      <dgm:spPr/>
      <dgm:t>
        <a:bodyPr/>
        <a:lstStyle/>
        <a:p>
          <a:endParaRPr lang="en-US"/>
        </a:p>
      </dgm:t>
    </dgm:pt>
    <dgm:pt modelId="{163E6F78-11F8-4446-9C08-2E28B22FB59C}" type="sibTrans" cxnId="{C3E1D10D-2690-4C95-BDFA-FA65C83AA1CC}">
      <dgm:prSet/>
      <dgm:spPr/>
      <dgm:t>
        <a:bodyPr/>
        <a:lstStyle/>
        <a:p>
          <a:endParaRPr lang="en-US"/>
        </a:p>
      </dgm:t>
    </dgm:pt>
    <dgm:pt modelId="{C5B01505-0E7B-4B19-AD8A-E4728A72FC3C}" type="pres">
      <dgm:prSet presAssocID="{2BED867D-8391-4073-A347-AA80DCB2B8C4}" presName="root" presStyleCnt="0">
        <dgm:presLayoutVars>
          <dgm:dir/>
          <dgm:resizeHandles val="exact"/>
        </dgm:presLayoutVars>
      </dgm:prSet>
      <dgm:spPr/>
    </dgm:pt>
    <dgm:pt modelId="{C99F8A29-6065-4075-BA5D-DA3DCACD9841}" type="pres">
      <dgm:prSet presAssocID="{179BD769-F81A-4F29-9940-B062E20BBAED}" presName="compNode" presStyleCnt="0"/>
      <dgm:spPr/>
    </dgm:pt>
    <dgm:pt modelId="{F457A227-4D7E-4C38-94CD-E6BF4E002D37}" type="pres">
      <dgm:prSet presAssocID="{179BD769-F81A-4F29-9940-B062E20BBAED}" presName="bgRect" presStyleLbl="bgShp" presStyleIdx="0" presStyleCnt="2"/>
      <dgm:spPr/>
    </dgm:pt>
    <dgm:pt modelId="{DDF7F5C2-0858-46A9-93C6-95BC4FE6CCDF}" type="pres">
      <dgm:prSet presAssocID="{179BD769-F81A-4F29-9940-B062E20BBAE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egar"/>
        </a:ext>
      </dgm:extLst>
    </dgm:pt>
    <dgm:pt modelId="{24AF0AD7-0D25-46E9-9241-15E66D219EA7}" type="pres">
      <dgm:prSet presAssocID="{179BD769-F81A-4F29-9940-B062E20BBAED}" presName="spaceRect" presStyleCnt="0"/>
      <dgm:spPr/>
    </dgm:pt>
    <dgm:pt modelId="{BFC5AE2A-1312-4A1F-8686-A76AA369EC26}" type="pres">
      <dgm:prSet presAssocID="{179BD769-F81A-4F29-9940-B062E20BBAED}" presName="parTx" presStyleLbl="revTx" presStyleIdx="0" presStyleCnt="2">
        <dgm:presLayoutVars>
          <dgm:chMax val="0"/>
          <dgm:chPref val="0"/>
        </dgm:presLayoutVars>
      </dgm:prSet>
      <dgm:spPr/>
    </dgm:pt>
    <dgm:pt modelId="{A377A874-7D15-4F9F-8436-65724180B52B}" type="pres">
      <dgm:prSet presAssocID="{18A7CE0F-C035-41D6-965A-0CE18904220F}" presName="sibTrans" presStyleCnt="0"/>
      <dgm:spPr/>
    </dgm:pt>
    <dgm:pt modelId="{9984C348-D59C-4693-A339-BB6B375CE23B}" type="pres">
      <dgm:prSet presAssocID="{65C2895B-9106-4609-8D63-3679558D0AD4}" presName="compNode" presStyleCnt="0"/>
      <dgm:spPr/>
    </dgm:pt>
    <dgm:pt modelId="{C99D2F94-D567-4783-866E-3265E7AE4D34}" type="pres">
      <dgm:prSet presAssocID="{65C2895B-9106-4609-8D63-3679558D0AD4}" presName="bgRect" presStyleLbl="bgShp" presStyleIdx="1" presStyleCnt="2"/>
      <dgm:spPr/>
    </dgm:pt>
    <dgm:pt modelId="{0D61A324-B2F1-408D-9BF3-7EFD23F7764B}" type="pres">
      <dgm:prSet presAssocID="{65C2895B-9106-4609-8D63-3679558D0AD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C81E237-393E-4BC5-BD1F-8925C2C8C5A0}" type="pres">
      <dgm:prSet presAssocID="{65C2895B-9106-4609-8D63-3679558D0AD4}" presName="spaceRect" presStyleCnt="0"/>
      <dgm:spPr/>
    </dgm:pt>
    <dgm:pt modelId="{E34E69D5-C787-4F2A-BA6B-4492FDF13143}" type="pres">
      <dgm:prSet presAssocID="{65C2895B-9106-4609-8D63-3679558D0AD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3E1D10D-2690-4C95-BDFA-FA65C83AA1CC}" srcId="{2BED867D-8391-4073-A347-AA80DCB2B8C4}" destId="{65C2895B-9106-4609-8D63-3679558D0AD4}" srcOrd="1" destOrd="0" parTransId="{BD30559B-C8CB-48D3-A317-0B9DEE2C1D21}" sibTransId="{163E6F78-11F8-4446-9C08-2E28B22FB59C}"/>
    <dgm:cxn modelId="{69B5271A-1918-449B-B7F4-449B4B945893}" srcId="{2BED867D-8391-4073-A347-AA80DCB2B8C4}" destId="{179BD769-F81A-4F29-9940-B062E20BBAED}" srcOrd="0" destOrd="0" parTransId="{3992351D-0CF8-489D-87A2-8A0EA1FD5318}" sibTransId="{18A7CE0F-C035-41D6-965A-0CE18904220F}"/>
    <dgm:cxn modelId="{CDA5EBB3-EDB9-427C-BE58-31E23E277D5A}" type="presOf" srcId="{179BD769-F81A-4F29-9940-B062E20BBAED}" destId="{BFC5AE2A-1312-4A1F-8686-A76AA369EC26}" srcOrd="0" destOrd="0" presId="urn:microsoft.com/office/officeart/2018/2/layout/IconVerticalSolidList"/>
    <dgm:cxn modelId="{174235C3-E6FF-4829-B189-E8D71D07A106}" type="presOf" srcId="{2BED867D-8391-4073-A347-AA80DCB2B8C4}" destId="{C5B01505-0E7B-4B19-AD8A-E4728A72FC3C}" srcOrd="0" destOrd="0" presId="urn:microsoft.com/office/officeart/2018/2/layout/IconVerticalSolidList"/>
    <dgm:cxn modelId="{1ACEDBF6-6656-458F-90EF-15C8DFE6BEC2}" type="presOf" srcId="{65C2895B-9106-4609-8D63-3679558D0AD4}" destId="{E34E69D5-C787-4F2A-BA6B-4492FDF13143}" srcOrd="0" destOrd="0" presId="urn:microsoft.com/office/officeart/2018/2/layout/IconVerticalSolidList"/>
    <dgm:cxn modelId="{70DEED32-7140-4CE0-9C06-06B6E448F648}" type="presParOf" srcId="{C5B01505-0E7B-4B19-AD8A-E4728A72FC3C}" destId="{C99F8A29-6065-4075-BA5D-DA3DCACD9841}" srcOrd="0" destOrd="0" presId="urn:microsoft.com/office/officeart/2018/2/layout/IconVerticalSolidList"/>
    <dgm:cxn modelId="{11C31DED-93A6-4607-BC4A-E1A9EDFC1F24}" type="presParOf" srcId="{C99F8A29-6065-4075-BA5D-DA3DCACD9841}" destId="{F457A227-4D7E-4C38-94CD-E6BF4E002D37}" srcOrd="0" destOrd="0" presId="urn:microsoft.com/office/officeart/2018/2/layout/IconVerticalSolidList"/>
    <dgm:cxn modelId="{C75C72B9-F17D-48EF-83D5-DF11E7DBA35A}" type="presParOf" srcId="{C99F8A29-6065-4075-BA5D-DA3DCACD9841}" destId="{DDF7F5C2-0858-46A9-93C6-95BC4FE6CCDF}" srcOrd="1" destOrd="0" presId="urn:microsoft.com/office/officeart/2018/2/layout/IconVerticalSolidList"/>
    <dgm:cxn modelId="{9B939FAD-6B87-422C-90B6-700D70DA4439}" type="presParOf" srcId="{C99F8A29-6065-4075-BA5D-DA3DCACD9841}" destId="{24AF0AD7-0D25-46E9-9241-15E66D219EA7}" srcOrd="2" destOrd="0" presId="urn:microsoft.com/office/officeart/2018/2/layout/IconVerticalSolidList"/>
    <dgm:cxn modelId="{5CE54C2C-588E-4E17-98D8-79F9FD2A4293}" type="presParOf" srcId="{C99F8A29-6065-4075-BA5D-DA3DCACD9841}" destId="{BFC5AE2A-1312-4A1F-8686-A76AA369EC26}" srcOrd="3" destOrd="0" presId="urn:microsoft.com/office/officeart/2018/2/layout/IconVerticalSolidList"/>
    <dgm:cxn modelId="{AE9EFFBF-9A61-433B-9E97-0FA6EFB6D6C4}" type="presParOf" srcId="{C5B01505-0E7B-4B19-AD8A-E4728A72FC3C}" destId="{A377A874-7D15-4F9F-8436-65724180B52B}" srcOrd="1" destOrd="0" presId="urn:microsoft.com/office/officeart/2018/2/layout/IconVerticalSolidList"/>
    <dgm:cxn modelId="{91BAABDF-2A33-4D8F-880A-F604EFC4D0A3}" type="presParOf" srcId="{C5B01505-0E7B-4B19-AD8A-E4728A72FC3C}" destId="{9984C348-D59C-4693-A339-BB6B375CE23B}" srcOrd="2" destOrd="0" presId="urn:microsoft.com/office/officeart/2018/2/layout/IconVerticalSolidList"/>
    <dgm:cxn modelId="{E17D314E-7102-46C2-B63C-415A55F84B5A}" type="presParOf" srcId="{9984C348-D59C-4693-A339-BB6B375CE23B}" destId="{C99D2F94-D567-4783-866E-3265E7AE4D34}" srcOrd="0" destOrd="0" presId="urn:microsoft.com/office/officeart/2018/2/layout/IconVerticalSolidList"/>
    <dgm:cxn modelId="{AB90A059-4653-45D7-94BD-5C42EFDB4CDF}" type="presParOf" srcId="{9984C348-D59C-4693-A339-BB6B375CE23B}" destId="{0D61A324-B2F1-408D-9BF3-7EFD23F7764B}" srcOrd="1" destOrd="0" presId="urn:microsoft.com/office/officeart/2018/2/layout/IconVerticalSolidList"/>
    <dgm:cxn modelId="{5B4620AF-C2E9-47A1-B42E-15E1E7C8EB29}" type="presParOf" srcId="{9984C348-D59C-4693-A339-BB6B375CE23B}" destId="{2C81E237-393E-4BC5-BD1F-8925C2C8C5A0}" srcOrd="2" destOrd="0" presId="urn:microsoft.com/office/officeart/2018/2/layout/IconVerticalSolidList"/>
    <dgm:cxn modelId="{7FAE5F7C-6381-43F7-AE1E-ABF69DA4571E}" type="presParOf" srcId="{9984C348-D59C-4693-A339-BB6B375CE23B}" destId="{E34E69D5-C787-4F2A-BA6B-4492FDF131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0B0E06-7882-423D-989D-D44C621ED0C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270F0F8-52DE-4015-A06B-299219A921C7}">
      <dgm:prSet/>
      <dgm:spPr/>
      <dgm:t>
        <a:bodyPr/>
        <a:lstStyle/>
        <a:p>
          <a:r>
            <a:rPr lang="en-GB" dirty="0"/>
            <a:t>Things that need focus will remain undone unless we stop multitasking</a:t>
          </a:r>
          <a:endParaRPr lang="en-US" dirty="0"/>
        </a:p>
      </dgm:t>
    </dgm:pt>
    <dgm:pt modelId="{7295405F-9234-473A-B27E-41D3D487F942}" type="parTrans" cxnId="{8F8C4F8E-E8D8-414C-B190-D69AAAB4BB2E}">
      <dgm:prSet/>
      <dgm:spPr/>
      <dgm:t>
        <a:bodyPr/>
        <a:lstStyle/>
        <a:p>
          <a:endParaRPr lang="en-US"/>
        </a:p>
      </dgm:t>
    </dgm:pt>
    <dgm:pt modelId="{272F9BCB-4394-430B-9532-CADE5E332E88}" type="sibTrans" cxnId="{8F8C4F8E-E8D8-414C-B190-D69AAAB4BB2E}">
      <dgm:prSet/>
      <dgm:spPr/>
      <dgm:t>
        <a:bodyPr/>
        <a:lstStyle/>
        <a:p>
          <a:endParaRPr lang="en-US"/>
        </a:p>
      </dgm:t>
    </dgm:pt>
    <dgm:pt modelId="{ACA99DFC-DC08-40E0-A302-FB8114068BA1}">
      <dgm:prSet/>
      <dgm:spPr/>
      <dgm:t>
        <a:bodyPr/>
        <a:lstStyle/>
        <a:p>
          <a:r>
            <a:rPr lang="en-GB" dirty="0"/>
            <a:t>Brain uses up all it’s neurotransmitters for many different things</a:t>
          </a:r>
          <a:endParaRPr lang="en-US" dirty="0"/>
        </a:p>
      </dgm:t>
    </dgm:pt>
    <dgm:pt modelId="{8C8FD1C9-B492-4BF7-BD53-E34CC9CF1E5C}" type="parTrans" cxnId="{A0D874B0-17B9-4A1E-AD93-B3990B1E1595}">
      <dgm:prSet/>
      <dgm:spPr/>
      <dgm:t>
        <a:bodyPr/>
        <a:lstStyle/>
        <a:p>
          <a:endParaRPr lang="en-US"/>
        </a:p>
      </dgm:t>
    </dgm:pt>
    <dgm:pt modelId="{1CCCE992-E933-489D-B8EE-869C121EAC13}" type="sibTrans" cxnId="{A0D874B0-17B9-4A1E-AD93-B3990B1E1595}">
      <dgm:prSet/>
      <dgm:spPr/>
      <dgm:t>
        <a:bodyPr/>
        <a:lstStyle/>
        <a:p>
          <a:endParaRPr lang="en-US"/>
        </a:p>
      </dgm:t>
    </dgm:pt>
    <dgm:pt modelId="{BDB026EA-23A8-4090-B50B-8173AFCFEDF1}">
      <dgm:prSet/>
      <dgm:spPr/>
      <dgm:t>
        <a:bodyPr/>
        <a:lstStyle/>
        <a:p>
          <a:r>
            <a:rPr lang="en-GB" dirty="0"/>
            <a:t>In effect none are left to complete anything particular</a:t>
          </a:r>
          <a:endParaRPr lang="en-US" dirty="0"/>
        </a:p>
      </dgm:t>
    </dgm:pt>
    <dgm:pt modelId="{C6EAE358-F6C9-4227-9DE9-B41B2FFB044C}" type="parTrans" cxnId="{63D2B56D-2EF5-4EDC-B638-FE39E6195ADC}">
      <dgm:prSet/>
      <dgm:spPr/>
      <dgm:t>
        <a:bodyPr/>
        <a:lstStyle/>
        <a:p>
          <a:endParaRPr lang="en-US"/>
        </a:p>
      </dgm:t>
    </dgm:pt>
    <dgm:pt modelId="{881B57C6-1EA1-4B8E-94F9-839DB30B6BBA}" type="sibTrans" cxnId="{63D2B56D-2EF5-4EDC-B638-FE39E6195ADC}">
      <dgm:prSet/>
      <dgm:spPr/>
      <dgm:t>
        <a:bodyPr/>
        <a:lstStyle/>
        <a:p>
          <a:endParaRPr lang="en-US"/>
        </a:p>
      </dgm:t>
    </dgm:pt>
    <dgm:pt modelId="{07CC8DE7-F746-407E-B018-33C4CFB3E59D}" type="pres">
      <dgm:prSet presAssocID="{0D0B0E06-7882-423D-989D-D44C621ED0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0BBEA4-1957-48E6-8B55-A614189CE77A}" type="pres">
      <dgm:prSet presAssocID="{F270F0F8-52DE-4015-A06B-299219A921C7}" presName="hierRoot1" presStyleCnt="0"/>
      <dgm:spPr/>
    </dgm:pt>
    <dgm:pt modelId="{1F4B28DA-2AFE-40F7-9F24-6BFBAE451994}" type="pres">
      <dgm:prSet presAssocID="{F270F0F8-52DE-4015-A06B-299219A921C7}" presName="composite" presStyleCnt="0"/>
      <dgm:spPr/>
    </dgm:pt>
    <dgm:pt modelId="{B0A40C63-6610-4FEC-98AB-4D9BCD2DEAD2}" type="pres">
      <dgm:prSet presAssocID="{F270F0F8-52DE-4015-A06B-299219A921C7}" presName="background" presStyleLbl="node0" presStyleIdx="0" presStyleCnt="3"/>
      <dgm:spPr/>
    </dgm:pt>
    <dgm:pt modelId="{45AE8EDF-0B6D-4576-9DB1-4EF66FEFC47C}" type="pres">
      <dgm:prSet presAssocID="{F270F0F8-52DE-4015-A06B-299219A921C7}" presName="text" presStyleLbl="fgAcc0" presStyleIdx="0" presStyleCnt="3">
        <dgm:presLayoutVars>
          <dgm:chPref val="3"/>
        </dgm:presLayoutVars>
      </dgm:prSet>
      <dgm:spPr/>
    </dgm:pt>
    <dgm:pt modelId="{C03A42F0-A1D9-4C43-8CCC-1107A5A29C14}" type="pres">
      <dgm:prSet presAssocID="{F270F0F8-52DE-4015-A06B-299219A921C7}" presName="hierChild2" presStyleCnt="0"/>
      <dgm:spPr/>
    </dgm:pt>
    <dgm:pt modelId="{7812F2B5-68B2-4165-8251-64D474241BC4}" type="pres">
      <dgm:prSet presAssocID="{ACA99DFC-DC08-40E0-A302-FB8114068BA1}" presName="hierRoot1" presStyleCnt="0"/>
      <dgm:spPr/>
    </dgm:pt>
    <dgm:pt modelId="{6BF40454-B8B8-4E8A-B3CF-FD04C46CFE96}" type="pres">
      <dgm:prSet presAssocID="{ACA99DFC-DC08-40E0-A302-FB8114068BA1}" presName="composite" presStyleCnt="0"/>
      <dgm:spPr/>
    </dgm:pt>
    <dgm:pt modelId="{901F310B-36EE-41B4-BD56-360D8910DB0B}" type="pres">
      <dgm:prSet presAssocID="{ACA99DFC-DC08-40E0-A302-FB8114068BA1}" presName="background" presStyleLbl="node0" presStyleIdx="1" presStyleCnt="3"/>
      <dgm:spPr/>
    </dgm:pt>
    <dgm:pt modelId="{15E4C962-3CBA-4E58-9C73-F8025663114B}" type="pres">
      <dgm:prSet presAssocID="{ACA99DFC-DC08-40E0-A302-FB8114068BA1}" presName="text" presStyleLbl="fgAcc0" presStyleIdx="1" presStyleCnt="3">
        <dgm:presLayoutVars>
          <dgm:chPref val="3"/>
        </dgm:presLayoutVars>
      </dgm:prSet>
      <dgm:spPr/>
    </dgm:pt>
    <dgm:pt modelId="{098DA0E0-12A7-46BA-B484-B789DA03B19E}" type="pres">
      <dgm:prSet presAssocID="{ACA99DFC-DC08-40E0-A302-FB8114068BA1}" presName="hierChild2" presStyleCnt="0"/>
      <dgm:spPr/>
    </dgm:pt>
    <dgm:pt modelId="{634B2364-8606-491A-ACE8-710617BD7E35}" type="pres">
      <dgm:prSet presAssocID="{BDB026EA-23A8-4090-B50B-8173AFCFEDF1}" presName="hierRoot1" presStyleCnt="0"/>
      <dgm:spPr/>
    </dgm:pt>
    <dgm:pt modelId="{D5BF647C-5221-4824-AED2-811EA933815E}" type="pres">
      <dgm:prSet presAssocID="{BDB026EA-23A8-4090-B50B-8173AFCFEDF1}" presName="composite" presStyleCnt="0"/>
      <dgm:spPr/>
    </dgm:pt>
    <dgm:pt modelId="{237E23AF-EEE8-4ED6-93BA-D93C757CE833}" type="pres">
      <dgm:prSet presAssocID="{BDB026EA-23A8-4090-B50B-8173AFCFEDF1}" presName="background" presStyleLbl="node0" presStyleIdx="2" presStyleCnt="3"/>
      <dgm:spPr/>
    </dgm:pt>
    <dgm:pt modelId="{E10F1806-F5B7-46E1-BF0B-9ACFD653F782}" type="pres">
      <dgm:prSet presAssocID="{BDB026EA-23A8-4090-B50B-8173AFCFEDF1}" presName="text" presStyleLbl="fgAcc0" presStyleIdx="2" presStyleCnt="3">
        <dgm:presLayoutVars>
          <dgm:chPref val="3"/>
        </dgm:presLayoutVars>
      </dgm:prSet>
      <dgm:spPr/>
    </dgm:pt>
    <dgm:pt modelId="{FEF8B523-3537-4B6A-9D0D-7CFA382C1211}" type="pres">
      <dgm:prSet presAssocID="{BDB026EA-23A8-4090-B50B-8173AFCFEDF1}" presName="hierChild2" presStyleCnt="0"/>
      <dgm:spPr/>
    </dgm:pt>
  </dgm:ptLst>
  <dgm:cxnLst>
    <dgm:cxn modelId="{3C012E1E-4636-45BD-AFD7-44E301790971}" type="presOf" srcId="{F270F0F8-52DE-4015-A06B-299219A921C7}" destId="{45AE8EDF-0B6D-4576-9DB1-4EF66FEFC47C}" srcOrd="0" destOrd="0" presId="urn:microsoft.com/office/officeart/2005/8/layout/hierarchy1"/>
    <dgm:cxn modelId="{256C7F20-9788-41C2-A5E8-C13B38A98B83}" type="presOf" srcId="{ACA99DFC-DC08-40E0-A302-FB8114068BA1}" destId="{15E4C962-3CBA-4E58-9C73-F8025663114B}" srcOrd="0" destOrd="0" presId="urn:microsoft.com/office/officeart/2005/8/layout/hierarchy1"/>
    <dgm:cxn modelId="{63D2B56D-2EF5-4EDC-B638-FE39E6195ADC}" srcId="{0D0B0E06-7882-423D-989D-D44C621ED0C4}" destId="{BDB026EA-23A8-4090-B50B-8173AFCFEDF1}" srcOrd="2" destOrd="0" parTransId="{C6EAE358-F6C9-4227-9DE9-B41B2FFB044C}" sibTransId="{881B57C6-1EA1-4B8E-94F9-839DB30B6BBA}"/>
    <dgm:cxn modelId="{8F8C4F8E-E8D8-414C-B190-D69AAAB4BB2E}" srcId="{0D0B0E06-7882-423D-989D-D44C621ED0C4}" destId="{F270F0F8-52DE-4015-A06B-299219A921C7}" srcOrd="0" destOrd="0" parTransId="{7295405F-9234-473A-B27E-41D3D487F942}" sibTransId="{272F9BCB-4394-430B-9532-CADE5E332E88}"/>
    <dgm:cxn modelId="{A0D874B0-17B9-4A1E-AD93-B3990B1E1595}" srcId="{0D0B0E06-7882-423D-989D-D44C621ED0C4}" destId="{ACA99DFC-DC08-40E0-A302-FB8114068BA1}" srcOrd="1" destOrd="0" parTransId="{8C8FD1C9-B492-4BF7-BD53-E34CC9CF1E5C}" sibTransId="{1CCCE992-E933-489D-B8EE-869C121EAC13}"/>
    <dgm:cxn modelId="{5F9043EE-31F6-44E3-90EA-595B3CC76447}" type="presOf" srcId="{0D0B0E06-7882-423D-989D-D44C621ED0C4}" destId="{07CC8DE7-F746-407E-B018-33C4CFB3E59D}" srcOrd="0" destOrd="0" presId="urn:microsoft.com/office/officeart/2005/8/layout/hierarchy1"/>
    <dgm:cxn modelId="{DF81B3F7-92D4-49EF-9FA0-AD3E591D0993}" type="presOf" srcId="{BDB026EA-23A8-4090-B50B-8173AFCFEDF1}" destId="{E10F1806-F5B7-46E1-BF0B-9ACFD653F782}" srcOrd="0" destOrd="0" presId="urn:microsoft.com/office/officeart/2005/8/layout/hierarchy1"/>
    <dgm:cxn modelId="{458307DC-1C9A-41CC-856D-C383ABF28AFF}" type="presParOf" srcId="{07CC8DE7-F746-407E-B018-33C4CFB3E59D}" destId="{300BBEA4-1957-48E6-8B55-A614189CE77A}" srcOrd="0" destOrd="0" presId="urn:microsoft.com/office/officeart/2005/8/layout/hierarchy1"/>
    <dgm:cxn modelId="{9B82D907-2A57-4A6D-9970-14B5455FB706}" type="presParOf" srcId="{300BBEA4-1957-48E6-8B55-A614189CE77A}" destId="{1F4B28DA-2AFE-40F7-9F24-6BFBAE451994}" srcOrd="0" destOrd="0" presId="urn:microsoft.com/office/officeart/2005/8/layout/hierarchy1"/>
    <dgm:cxn modelId="{DB4F5359-DFAD-4E23-B69E-0CBE84DC79D2}" type="presParOf" srcId="{1F4B28DA-2AFE-40F7-9F24-6BFBAE451994}" destId="{B0A40C63-6610-4FEC-98AB-4D9BCD2DEAD2}" srcOrd="0" destOrd="0" presId="urn:microsoft.com/office/officeart/2005/8/layout/hierarchy1"/>
    <dgm:cxn modelId="{007F4D16-7B50-4ABF-BE7C-96BA999B3E7C}" type="presParOf" srcId="{1F4B28DA-2AFE-40F7-9F24-6BFBAE451994}" destId="{45AE8EDF-0B6D-4576-9DB1-4EF66FEFC47C}" srcOrd="1" destOrd="0" presId="urn:microsoft.com/office/officeart/2005/8/layout/hierarchy1"/>
    <dgm:cxn modelId="{35D26BAC-E1CC-4F72-A77A-AD25C26B8753}" type="presParOf" srcId="{300BBEA4-1957-48E6-8B55-A614189CE77A}" destId="{C03A42F0-A1D9-4C43-8CCC-1107A5A29C14}" srcOrd="1" destOrd="0" presId="urn:microsoft.com/office/officeart/2005/8/layout/hierarchy1"/>
    <dgm:cxn modelId="{8849FC08-88A6-451A-BDF5-3D91693FEA33}" type="presParOf" srcId="{07CC8DE7-F746-407E-B018-33C4CFB3E59D}" destId="{7812F2B5-68B2-4165-8251-64D474241BC4}" srcOrd="1" destOrd="0" presId="urn:microsoft.com/office/officeart/2005/8/layout/hierarchy1"/>
    <dgm:cxn modelId="{47A77894-1231-42CF-84C7-3361032AFD86}" type="presParOf" srcId="{7812F2B5-68B2-4165-8251-64D474241BC4}" destId="{6BF40454-B8B8-4E8A-B3CF-FD04C46CFE96}" srcOrd="0" destOrd="0" presId="urn:microsoft.com/office/officeart/2005/8/layout/hierarchy1"/>
    <dgm:cxn modelId="{471F329E-CBB4-45B0-802B-97A331682289}" type="presParOf" srcId="{6BF40454-B8B8-4E8A-B3CF-FD04C46CFE96}" destId="{901F310B-36EE-41B4-BD56-360D8910DB0B}" srcOrd="0" destOrd="0" presId="urn:microsoft.com/office/officeart/2005/8/layout/hierarchy1"/>
    <dgm:cxn modelId="{DEF58235-A9E5-4FAE-ADCE-8E4F67073938}" type="presParOf" srcId="{6BF40454-B8B8-4E8A-B3CF-FD04C46CFE96}" destId="{15E4C962-3CBA-4E58-9C73-F8025663114B}" srcOrd="1" destOrd="0" presId="urn:microsoft.com/office/officeart/2005/8/layout/hierarchy1"/>
    <dgm:cxn modelId="{AC20B6CE-3BD1-4CE4-A278-807E5E017491}" type="presParOf" srcId="{7812F2B5-68B2-4165-8251-64D474241BC4}" destId="{098DA0E0-12A7-46BA-B484-B789DA03B19E}" srcOrd="1" destOrd="0" presId="urn:microsoft.com/office/officeart/2005/8/layout/hierarchy1"/>
    <dgm:cxn modelId="{9FEBD852-9690-46C7-9796-C4DBDBECABF9}" type="presParOf" srcId="{07CC8DE7-F746-407E-B018-33C4CFB3E59D}" destId="{634B2364-8606-491A-ACE8-710617BD7E35}" srcOrd="2" destOrd="0" presId="urn:microsoft.com/office/officeart/2005/8/layout/hierarchy1"/>
    <dgm:cxn modelId="{67937B0D-23B5-499A-A9B4-7F6BDC9CDD82}" type="presParOf" srcId="{634B2364-8606-491A-ACE8-710617BD7E35}" destId="{D5BF647C-5221-4824-AED2-811EA933815E}" srcOrd="0" destOrd="0" presId="urn:microsoft.com/office/officeart/2005/8/layout/hierarchy1"/>
    <dgm:cxn modelId="{F90873D8-9795-47B4-8B70-EE72B3FFA8A7}" type="presParOf" srcId="{D5BF647C-5221-4824-AED2-811EA933815E}" destId="{237E23AF-EEE8-4ED6-93BA-D93C757CE833}" srcOrd="0" destOrd="0" presId="urn:microsoft.com/office/officeart/2005/8/layout/hierarchy1"/>
    <dgm:cxn modelId="{EA94F3AE-4F81-4FA4-9EC1-D83A5C360055}" type="presParOf" srcId="{D5BF647C-5221-4824-AED2-811EA933815E}" destId="{E10F1806-F5B7-46E1-BF0B-9ACFD653F782}" srcOrd="1" destOrd="0" presId="urn:microsoft.com/office/officeart/2005/8/layout/hierarchy1"/>
    <dgm:cxn modelId="{30018EE3-9071-4E04-8A24-0B0342835555}" type="presParOf" srcId="{634B2364-8606-491A-ACE8-710617BD7E35}" destId="{FEF8B523-3537-4B6A-9D0D-7CFA382C121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57A227-4D7E-4C38-94CD-E6BF4E002D37}">
      <dsp:nvSpPr>
        <dsp:cNvPr id="0" name=""/>
        <dsp:cNvSpPr/>
      </dsp:nvSpPr>
      <dsp:spPr>
        <a:xfrm>
          <a:off x="0" y="879157"/>
          <a:ext cx="5676900" cy="16230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7F5C2-0858-46A9-93C6-95BC4FE6CCDF}">
      <dsp:nvSpPr>
        <dsp:cNvPr id="0" name=""/>
        <dsp:cNvSpPr/>
      </dsp:nvSpPr>
      <dsp:spPr>
        <a:xfrm>
          <a:off x="490975" y="1244345"/>
          <a:ext cx="892683" cy="892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5AE2A-1312-4A1F-8686-A76AA369EC26}">
      <dsp:nvSpPr>
        <dsp:cNvPr id="0" name=""/>
        <dsp:cNvSpPr/>
      </dsp:nvSpPr>
      <dsp:spPr>
        <a:xfrm>
          <a:off x="1874634" y="879157"/>
          <a:ext cx="3802265" cy="1623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171774" rIns="171774" bIns="17177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Many “time wasters” that make us feel like we’re very busy and won’t meet the deadline</a:t>
          </a:r>
          <a:endParaRPr lang="en-US" sz="2400" kern="1200"/>
        </a:p>
      </dsp:txBody>
      <dsp:txXfrm>
        <a:off x="1874634" y="879157"/>
        <a:ext cx="3802265" cy="1623060"/>
      </dsp:txXfrm>
    </dsp:sp>
    <dsp:sp modelId="{C99D2F94-D567-4783-866E-3265E7AE4D34}">
      <dsp:nvSpPr>
        <dsp:cNvPr id="0" name=""/>
        <dsp:cNvSpPr/>
      </dsp:nvSpPr>
      <dsp:spPr>
        <a:xfrm>
          <a:off x="0" y="2907982"/>
          <a:ext cx="5676900" cy="16230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1A324-B2F1-408D-9BF3-7EFD23F7764B}">
      <dsp:nvSpPr>
        <dsp:cNvPr id="0" name=""/>
        <dsp:cNvSpPr/>
      </dsp:nvSpPr>
      <dsp:spPr>
        <a:xfrm>
          <a:off x="490975" y="3273171"/>
          <a:ext cx="892683" cy="892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E69D5-C787-4F2A-BA6B-4492FDF13143}">
      <dsp:nvSpPr>
        <dsp:cNvPr id="0" name=""/>
        <dsp:cNvSpPr/>
      </dsp:nvSpPr>
      <dsp:spPr>
        <a:xfrm>
          <a:off x="1874634" y="2907982"/>
          <a:ext cx="3802265" cy="1623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171774" rIns="171774" bIns="17177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World that can’t slow down, and keeps us under the impression that we can’t either </a:t>
          </a:r>
          <a:endParaRPr lang="en-US" sz="2400" kern="1200" dirty="0"/>
        </a:p>
      </dsp:txBody>
      <dsp:txXfrm>
        <a:off x="1874634" y="2907982"/>
        <a:ext cx="3802265" cy="1623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40C63-6610-4FEC-98AB-4D9BCD2DEAD2}">
      <dsp:nvSpPr>
        <dsp:cNvPr id="0" name=""/>
        <dsp:cNvSpPr/>
      </dsp:nvSpPr>
      <dsp:spPr>
        <a:xfrm>
          <a:off x="0" y="821808"/>
          <a:ext cx="2989659" cy="18984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E8EDF-0B6D-4576-9DB1-4EF66FEFC47C}">
      <dsp:nvSpPr>
        <dsp:cNvPr id="0" name=""/>
        <dsp:cNvSpPr/>
      </dsp:nvSpPr>
      <dsp:spPr>
        <a:xfrm>
          <a:off x="332184" y="1137383"/>
          <a:ext cx="2989659" cy="18984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Things that need focus will remain undone unless we stop multitasking</a:t>
          </a:r>
          <a:endParaRPr lang="en-US" sz="2500" kern="1200" dirty="0"/>
        </a:p>
      </dsp:txBody>
      <dsp:txXfrm>
        <a:off x="387787" y="1192986"/>
        <a:ext cx="2878453" cy="1787227"/>
      </dsp:txXfrm>
    </dsp:sp>
    <dsp:sp modelId="{901F310B-36EE-41B4-BD56-360D8910DB0B}">
      <dsp:nvSpPr>
        <dsp:cNvPr id="0" name=""/>
        <dsp:cNvSpPr/>
      </dsp:nvSpPr>
      <dsp:spPr>
        <a:xfrm>
          <a:off x="3654028" y="821808"/>
          <a:ext cx="2989659" cy="18984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4C962-3CBA-4E58-9C73-F8025663114B}">
      <dsp:nvSpPr>
        <dsp:cNvPr id="0" name=""/>
        <dsp:cNvSpPr/>
      </dsp:nvSpPr>
      <dsp:spPr>
        <a:xfrm>
          <a:off x="3986212" y="1137383"/>
          <a:ext cx="2989659" cy="18984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Brain uses up all it’s neurotransmitters for many different things</a:t>
          </a:r>
          <a:endParaRPr lang="en-US" sz="2500" kern="1200" dirty="0"/>
        </a:p>
      </dsp:txBody>
      <dsp:txXfrm>
        <a:off x="4041815" y="1192986"/>
        <a:ext cx="2878453" cy="1787227"/>
      </dsp:txXfrm>
    </dsp:sp>
    <dsp:sp modelId="{237E23AF-EEE8-4ED6-93BA-D93C757CE833}">
      <dsp:nvSpPr>
        <dsp:cNvPr id="0" name=""/>
        <dsp:cNvSpPr/>
      </dsp:nvSpPr>
      <dsp:spPr>
        <a:xfrm>
          <a:off x="7308056" y="821808"/>
          <a:ext cx="2989659" cy="18984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F1806-F5B7-46E1-BF0B-9ACFD653F782}">
      <dsp:nvSpPr>
        <dsp:cNvPr id="0" name=""/>
        <dsp:cNvSpPr/>
      </dsp:nvSpPr>
      <dsp:spPr>
        <a:xfrm>
          <a:off x="7640240" y="1137383"/>
          <a:ext cx="2989659" cy="18984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In effect none are left to complete anything particular</a:t>
          </a:r>
          <a:endParaRPr lang="en-US" sz="2500" kern="1200" dirty="0"/>
        </a:p>
      </dsp:txBody>
      <dsp:txXfrm>
        <a:off x="7695843" y="1192986"/>
        <a:ext cx="2878453" cy="1787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4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1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2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0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7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6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5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7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7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91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1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4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B90E6DF-4038-59EC-1AD8-440E779E6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en-GB" sz="5500"/>
              <a:t>Why multitasking is in fact ineffective</a:t>
            </a:r>
            <a:endParaRPr lang="en-US" sz="550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9BC042A-90EF-4A1B-1D34-96CAA720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012513"/>
            <a:ext cx="4172757" cy="845487"/>
          </a:xfrm>
        </p:spPr>
        <p:txBody>
          <a:bodyPr anchor="b">
            <a:normAutofit/>
          </a:bodyPr>
          <a:lstStyle/>
          <a:p>
            <a:r>
              <a:rPr lang="en-GB" dirty="0"/>
              <a:t>Wojciech Krakowiak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585ADC9-BFFF-CC35-39E8-25FE12D3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28" r="24479" b="-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7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D3853E-3218-FCD5-D992-E4ACA7CB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What really is multitasking?</a:t>
            </a:r>
            <a:endParaRPr lang="en-US"/>
          </a:p>
        </p:txBody>
      </p:sp>
      <p:pic>
        <p:nvPicPr>
          <p:cNvPr id="5" name="Picture 4" descr="Lampki wygenerowane przez komputer">
            <a:extLst>
              <a:ext uri="{FF2B5EF4-FFF2-40B4-BE49-F238E27FC236}">
                <a16:creationId xmlns:a16="http://schemas.microsoft.com/office/drawing/2014/main" id="{42C41D9E-2137-AC84-F7B2-B5113589E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16" r="22666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B6CF32-539F-2494-5318-DDF2D860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r>
              <a:rPr lang="en-GB" dirty="0"/>
              <a:t>Fractioning your attention into little bits (by dividing resources of your brain)</a:t>
            </a:r>
          </a:p>
          <a:p>
            <a:r>
              <a:rPr lang="en-GB" dirty="0"/>
              <a:t>Not engaging in anything fully rather than processing everything at once</a:t>
            </a:r>
          </a:p>
          <a:p>
            <a:r>
              <a:rPr lang="en-US" dirty="0"/>
              <a:t>What we think about when talking about multitasking is rapid switching between stimuli (continuous partial attention)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94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C66ECA8-6311-23AF-9DA8-F89B5946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Why do we try to multitask?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89267E41-D0C4-7252-7E9C-BB9975DA45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409752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801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27C428C-59C7-670E-1650-B1CCA1A2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GB" dirty="0"/>
              <a:t>Multitasking is a lie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7BFF51F4-9FD3-330F-2935-4E4308E3F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110042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232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2D099BF-80D5-784E-0B17-8E1EC6B2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Strategies to focus on one thing at a time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9F95F-CCC1-812B-6472-51C2BFA1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24" r="31026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344B337-A2A4-B90C-35E4-73903C6A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n-GB" dirty="0"/>
              <a:t>It takes 20,000 years to evolve our brain</a:t>
            </a:r>
          </a:p>
          <a:p>
            <a:r>
              <a:rPr lang="en-US" dirty="0"/>
              <a:t>Taking a break can help</a:t>
            </a:r>
            <a:endParaRPr lang="en-GB" dirty="0"/>
          </a:p>
          <a:p>
            <a:r>
              <a:rPr lang="en-GB" dirty="0"/>
              <a:t>We are not slaves of stimuli around us</a:t>
            </a:r>
          </a:p>
        </p:txBody>
      </p:sp>
    </p:spTree>
    <p:extLst>
      <p:ext uri="{BB962C8B-B14F-4D97-AF65-F5344CB8AC3E}">
        <p14:creationId xmlns:p14="http://schemas.microsoft.com/office/powerpoint/2010/main" val="1065872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łytka Czarna 59x32 - Tubądzin Colour Black&amp;Red Black R.1 - Domni.pl">
            <a:extLst>
              <a:ext uri="{FF2B5EF4-FFF2-40B4-BE49-F238E27FC236}">
                <a16:creationId xmlns:a16="http://schemas.microsoft.com/office/drawing/2014/main" id="{50B55B6A-AC58-6312-8984-FDDFBC03D8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4" b="1423"/>
          <a:stretch>
            <a:fillRect/>
          </a:stretch>
        </p:blipFill>
        <p:spPr bwMode="auto">
          <a:xfrm>
            <a:off x="20" y="-85716"/>
            <a:ext cx="12191980" cy="694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76D9957-BA4D-A979-5E86-D53EA8B7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19" y="2919417"/>
            <a:ext cx="11239500" cy="84772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863545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166</Words>
  <Application>Microsoft Office PowerPoint</Application>
  <PresentationFormat>Panoramiczny</PresentationFormat>
  <Paragraphs>18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Why multitasking is in fact ineffective</vt:lpstr>
      <vt:lpstr>What really is multitasking?</vt:lpstr>
      <vt:lpstr>Why do we try to multitask?</vt:lpstr>
      <vt:lpstr>Multitasking is a lie</vt:lpstr>
      <vt:lpstr>Strategies to focus on one thing at a time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Krakowiak</dc:creator>
  <cp:lastModifiedBy>Wojtek Krakowiak</cp:lastModifiedBy>
  <cp:revision>1</cp:revision>
  <dcterms:created xsi:type="dcterms:W3CDTF">2026-05-16T13:01:43Z</dcterms:created>
  <dcterms:modified xsi:type="dcterms:W3CDTF">2026-05-19T21:24:11Z</dcterms:modified>
</cp:coreProperties>
</file>