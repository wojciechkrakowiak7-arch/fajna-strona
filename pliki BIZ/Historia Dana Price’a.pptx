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D3CCA-0DF3-439D-928A-7993AAFFA77F}" v="3" dt="2026-07-24T23:41:00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undo custSel addSld modSld addMainMaster delMainMaster">
      <pc:chgData name="Wojtek Krakowiak" userId="f72a0bb3b8a70e05" providerId="LiveId" clId="{EB2AAE5E-F441-4B21-A173-D9609660A338}" dt="2026-07-24T23:41:11.643" v="1268" actId="14100"/>
      <pc:docMkLst>
        <pc:docMk/>
      </pc:docMkLst>
      <pc:sldChg chg="addSp delSp modSp mod setBg modClrScheme addAnim chgLayout">
        <pc:chgData name="Wojtek Krakowiak" userId="f72a0bb3b8a70e05" providerId="LiveId" clId="{EB2AAE5E-F441-4B21-A173-D9609660A338}" dt="2026-07-24T23:41:11.643" v="1268" actId="14100"/>
        <pc:sldMkLst>
          <pc:docMk/>
          <pc:sldMk cId="876686942" sldId="256"/>
        </pc:sldMkLst>
        <pc:spChg chg="mod">
          <ac:chgData name="Wojtek Krakowiak" userId="f72a0bb3b8a70e05" providerId="LiveId" clId="{EB2AAE5E-F441-4B21-A173-D9609660A338}" dt="2026-07-24T23:41:11.643" v="1268" actId="14100"/>
          <ac:spMkLst>
            <pc:docMk/>
            <pc:sldMk cId="876686942" sldId="256"/>
            <ac:spMk id="3" creationId="{0240E266-CFEF-E40B-CB1B-9D03A6DFBB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8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4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7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4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5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4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2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8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9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8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7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7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D4D7326-D205-D7D3-B143-426F00A18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pl-PL" sz="4400" dirty="0"/>
              <a:t>Historia Dana </a:t>
            </a:r>
            <a:r>
              <a:rPr lang="pl-PL" sz="4400" dirty="0" err="1"/>
              <a:t>Price’a</a:t>
            </a:r>
            <a:endParaRPr lang="en-US" sz="44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240E266-CFEF-E40B-CB1B-9D03A6DFB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48" y="6503130"/>
            <a:ext cx="2508504" cy="35487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l-PL" dirty="0"/>
              <a:t>Wojciech Krakowiak</a:t>
            </a:r>
            <a:endParaRPr lang="en-US" dirty="0"/>
          </a:p>
        </p:txBody>
      </p:sp>
      <p:pic>
        <p:nvPicPr>
          <p:cNvPr id="1028" name="Picture 4" descr="New report: CEO who gave employees $70K minimum salary empties his  retirement account to support business – GeekWire">
            <a:extLst>
              <a:ext uri="{FF2B5EF4-FFF2-40B4-BE49-F238E27FC236}">
                <a16:creationId xmlns:a16="http://schemas.microsoft.com/office/drawing/2014/main" id="{A0794442-FD04-7C1A-5062-8D4E8C85C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2302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68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New Minimum Wage: $70,000 a Year">
            <a:extLst>
              <a:ext uri="{FF2B5EF4-FFF2-40B4-BE49-F238E27FC236}">
                <a16:creationId xmlns:a16="http://schemas.microsoft.com/office/drawing/2014/main" id="{71A5FD47-08B1-C2E8-0BDD-3E3818530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A5AB28-46E3-9FAC-25AD-861BF4D4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/>
              <a:t>Eksperyment Płacowy Gravity Payments</a:t>
            </a:r>
            <a:endParaRPr lang="en-US" sz="4000">
              <a:ea typeface="Calibri Light"/>
              <a:cs typeface="Calibri Light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3E75EB-5224-D8DE-802C-E5121755B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000">
                <a:ea typeface="Calibri"/>
                <a:cs typeface="Calibri"/>
              </a:rPr>
              <a:t>W 2013r. Dan </a:t>
            </a:r>
            <a:r>
              <a:rPr lang="pl-PL" sz="2000" err="1">
                <a:ea typeface="Calibri"/>
                <a:cs typeface="Calibri"/>
              </a:rPr>
              <a:t>Price</a:t>
            </a:r>
            <a:r>
              <a:rPr lang="pl-PL" sz="2000">
                <a:ea typeface="Calibri"/>
                <a:cs typeface="Calibri"/>
              </a:rPr>
              <a:t> podniósł pensje swoich pracowników do minimum 70 tysięcy USD jako eksperyment płacowy, który zmusił go jako prezesa Gravity </a:t>
            </a:r>
            <a:r>
              <a:rPr lang="pl-PL" sz="2000" err="1">
                <a:ea typeface="Calibri"/>
                <a:cs typeface="Calibri"/>
              </a:rPr>
              <a:t>payments</a:t>
            </a:r>
            <a:r>
              <a:rPr lang="pl-PL" sz="2000">
                <a:ea typeface="Calibri"/>
                <a:cs typeface="Calibri"/>
              </a:rPr>
              <a:t> do obniżenia swojego wynagrodzenia również do 70 tysięcy USD</a:t>
            </a:r>
          </a:p>
        </p:txBody>
      </p:sp>
    </p:spTree>
    <p:extLst>
      <p:ext uri="{BB962C8B-B14F-4D97-AF65-F5344CB8AC3E}">
        <p14:creationId xmlns:p14="http://schemas.microsoft.com/office/powerpoint/2010/main" val="423104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7" name="Rectangle 3106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CD2B613-4A17-930C-A0A2-9DC0479F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pl-PL"/>
              <a:t>Skutki tego eksperymentu</a:t>
            </a:r>
            <a:endParaRPr lang="en-US"/>
          </a:p>
        </p:txBody>
      </p:sp>
      <p:pic>
        <p:nvPicPr>
          <p:cNvPr id="3084" name="Picture 12" descr="New digs, new era for Gravity's Boise team · Gravity Payments">
            <a:extLst>
              <a:ext uri="{FF2B5EF4-FFF2-40B4-BE49-F238E27FC236}">
                <a16:creationId xmlns:a16="http://schemas.microsoft.com/office/drawing/2014/main" id="{C41E4081-5CEB-35ED-7BDF-EB6E9D6E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8" r="7869" b="-1"/>
          <a:stretch>
            <a:fillRect/>
          </a:stretch>
        </p:blipFill>
        <p:spPr bwMode="auto"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9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0CD6AAF-5250-EC02-9A31-BF1957D9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200"/>
              <a:t>Pracowników w jego firmie zaczęło być stać na za zakładanie rodzin i kupno domów. Odnotowano dziesięciokrotny wzrost w liczbie zakupionych domów oraz 60 urodzonych dzieci w rodzinach jego pracowników</a:t>
            </a:r>
            <a:endParaRPr lang="pl-PL" sz="2200">
              <a:highlight>
                <a:srgbClr val="FAFBFC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90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65B65AA-0EE9-D152-F4BF-2F4D4ADB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pl-PL" sz="3000"/>
              <a:t>Sytuacja podczas epidemii SARS coV-2</a:t>
            </a:r>
            <a:endParaRPr lang="en-US" sz="3000"/>
          </a:p>
        </p:txBody>
      </p:sp>
      <p:pic>
        <p:nvPicPr>
          <p:cNvPr id="4098" name="Picture 2" descr="70,000 CEO' Dan Price resigns after allegedly grabbing woman by throat">
            <a:extLst>
              <a:ext uri="{FF2B5EF4-FFF2-40B4-BE49-F238E27FC236}">
                <a16:creationId xmlns:a16="http://schemas.microsoft.com/office/drawing/2014/main" id="{15B8192C-8041-F948-A533-3BF14CFC1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9" b="27918"/>
          <a:stretch>
            <a:fillRect/>
          </a:stretch>
        </p:blipFill>
        <p:spPr bwMode="auto"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7FC5C6-F4D8-1A18-4B16-51536448D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200"/>
              <a:t>Po wybuchu pandemii korona wirusa pracownic, aby firma nie zbankrutowała z własnej woli obniżyli swoje pensje o połowę jako wyraz wdzięczności za gest Dan’a parę lat wcześniej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1435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Gravity Payments team surprises CEO with a Tesla! · Gravity Payments">
            <a:extLst>
              <a:ext uri="{FF2B5EF4-FFF2-40B4-BE49-F238E27FC236}">
                <a16:creationId xmlns:a16="http://schemas.microsoft.com/office/drawing/2014/main" id="{DEEC420B-B2E0-3A36-DDED-65AA47F37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3" r="4620" b="1"/>
          <a:stretch>
            <a:fillRect/>
          </a:stretch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386E5E3-9015-1CCC-4B61-4B93B361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Marzenie Dana Price’a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36AF9E-54AB-3636-AAEB-40A32D435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>
                <a:solidFill>
                  <a:srgbClr val="FFFFFF"/>
                </a:solidFill>
              </a:rPr>
              <a:t>Dan marzył o nakłonieniu innych prezesów w USA do podwyżek pensji ich pracowników oraz o Tesli Model S. O ile nic nie wskazywało na to żeby to pierwsze się spełniło, o tyle wdzięczni pracownicy potajemnie zrzucili się i sprezentowali mu wymarzony samochód.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29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0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7DAE5E-82F0-F0D0-CCB6-15A48B1E5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2238375"/>
            <a:ext cx="2924847" cy="10985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KONIEC</a:t>
            </a:r>
          </a:p>
        </p:txBody>
      </p:sp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4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7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Panoramiczny</PresentationFormat>
  <Paragraphs>11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Historia Dana Price’a</vt:lpstr>
      <vt:lpstr>Eksperyment Płacowy Gravity Payments</vt:lpstr>
      <vt:lpstr>Skutki tego eksperymentu</vt:lpstr>
      <vt:lpstr>Sytuacja podczas epidemii SARS coV-2</vt:lpstr>
      <vt:lpstr>Marzenie Dana Price’a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1</cp:revision>
  <dcterms:created xsi:type="dcterms:W3CDTF">2026-06-04T20:06:46Z</dcterms:created>
  <dcterms:modified xsi:type="dcterms:W3CDTF">2026-07-24T23:41:17Z</dcterms:modified>
</cp:coreProperties>
</file>