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560538-36F0-F0D5-73C0-814BCC72B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A6DE945-22B5-C27C-BB33-D4F25A772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86F0D23-F31C-7D92-FE35-64AE3E6D5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E475481-89AF-3A61-B4FE-12BB9647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9253250-11FD-05EE-5AAF-794B01DB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7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D733D80-D2D3-B576-9AB9-0B1F3ECB1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B3C68E-3879-200A-8E92-F68E400B1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7B83C46-27CC-F622-A3D9-9B73488C7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F89581D-26D8-BCCC-8D3A-5E477970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75096A6-6CAC-5233-ECDB-B4B7736C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0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EE2192-6FC4-3466-AE91-1D024776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105B7E1-92C7-E91D-45D1-55072257C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47712B3-03A3-0C51-48C2-4678CF0E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DF76C3-7D19-B46B-5904-9A5D8496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814099F-BE8B-2AAE-5302-94AE4F30D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3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75FB550-3206-4514-1FC1-AC78B41E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726EF8-7288-013B-8E9F-D0633643B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5353EFE-46AB-96F0-56FC-7D686EBA7F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7FE9ECD-43AA-3FA8-4A93-334972955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42B4FCB-34D7-9BE1-EF61-0677B5847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68D9A54-E680-84E6-0313-DA2B8B45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6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08789E-9DC2-86B0-693F-E871F0A64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246B8CB-7CDF-EF87-EBDB-C569CA330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D23C7FC-33D1-34CE-6517-A5DD9918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6FBA481-A02F-ABF4-4DD8-AB3D1C3397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511B538-8FFF-A311-D690-DD1D76713D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5ABEC0F3-A246-517A-D755-251671876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57423D9-81BA-4BAF-5C91-2C24E3F27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4E3DB85-62D5-8D37-EB13-891E1BE3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1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3D69AE-8278-A9A8-9020-0719C4445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D3E13450-C884-5212-B9D6-B6F96699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A017AFD-C7E4-0770-36EF-4154A7563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2719578-5FD6-898D-5B65-99817E4A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8DEDACB6-444B-4071-A51F-8AF18EEA3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ED8CC777-75F1-0DA0-1FB0-A589CF621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BA3A753-2E95-E7D8-85FD-DD99194F8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1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A551966-29E2-0AFF-5712-69F5D9B5F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340FE1-1F0A-4A41-F632-54C0D6D26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877868CF-C748-5C4D-D947-1537CF34D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EA9D733-C95B-762D-E157-A3B930070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6CD6C80-490E-0F9E-6A96-946F591E6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E21E21E-06C4-1FB2-3AB4-47688503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2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AED07E-1481-A80D-23AB-D26DB198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56FE274-020D-22E9-95FA-A49698674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1E3BDFC-1122-8AFE-A1DE-46BCF479F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0B60EB6-6BBB-96C7-3F7B-719AAE96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7402B14-3F7B-EDD9-372B-8AAF1403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99ABE16-2268-1B02-AD06-16EB625E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9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896930-A476-798A-16BC-D460CA89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2F9C88C-46AF-D4CE-BDAC-49C455325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9588888-6C48-9657-33D2-402919E2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9E8C589-46F5-3D96-E9FB-11F2ACF5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ABE55DE-BE4A-BA1A-BD71-F8D3F2434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30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05F7D3A-6973-24ED-D02A-8FCFE5660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4D09E08-C058-F6D7-5DF8-9744EC4C4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AF669AD-F703-B8DF-07A8-987214C5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AA152CF-F59E-7DF6-AA08-217AC4AD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A2736C1-2D54-A183-B7D2-C55D72557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97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6CB9CCC-4116-3238-BB33-2540EEBA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74236B7-5638-7198-0F42-48CC6D2EE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8E03ACF-0E98-BFA6-C644-9646348D1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53E044-D2A9-49C4-8768-58AD5961F46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4EE8D4-EFB0-E490-5D05-1B384DEAE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4F43D73-AD45-69F5-1FD9-21ABDFA38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3C94EC-C958-4984-8E48-B57253137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3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0E53B1-55D7-90F2-BE50-7976979EC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669" y="4930119"/>
            <a:ext cx="10085832" cy="786703"/>
          </a:xfrm>
        </p:spPr>
        <p:txBody>
          <a:bodyPr>
            <a:normAutofit/>
          </a:bodyPr>
          <a:lstStyle/>
          <a:p>
            <a:r>
              <a:rPr lang="pl-PL" sz="3300" dirty="0"/>
              <a:t>LOSY FRYDERYKA CHOPPINA W CZASIE ZABORÓW</a:t>
            </a:r>
            <a:endParaRPr lang="en-US" sz="3300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07D88C4-2C14-5AED-1A97-7C4527AAF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0725" y="6486525"/>
            <a:ext cx="2581275" cy="371475"/>
          </a:xfrm>
        </p:spPr>
        <p:txBody>
          <a:bodyPr>
            <a:normAutofit/>
          </a:bodyPr>
          <a:lstStyle/>
          <a:p>
            <a:r>
              <a:rPr lang="pl-PL" sz="1800" dirty="0"/>
              <a:t>Wojciech Krakowiak</a:t>
            </a:r>
            <a:endParaRPr lang="en-US" sz="1800" dirty="0"/>
          </a:p>
        </p:txBody>
      </p:sp>
      <p:pic>
        <p:nvPicPr>
          <p:cNvPr id="1026" name="Picture 2" descr="Muzeum Chopina w Warszawie – zwiedzanie i informacje">
            <a:extLst>
              <a:ext uri="{FF2B5EF4-FFF2-40B4-BE49-F238E27FC236}">
                <a16:creationId xmlns:a16="http://schemas.microsoft.com/office/drawing/2014/main" id="{0267D9DC-26D8-9EF7-B0BD-D2B9FB6F8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38"/>
          <a:stretch>
            <a:fillRect/>
          </a:stretch>
        </p:blipFill>
        <p:spPr bwMode="auto">
          <a:xfrm>
            <a:off x="20" y="10"/>
            <a:ext cx="12191980" cy="460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FB7FB62D-DD5B-C587-F53F-679128D41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439" y="4525778"/>
            <a:ext cx="12207200" cy="123363"/>
            <a:chOff x="-5025" y="6737718"/>
            <a:chExt cx="12207200" cy="123363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D474BA53-241B-ACB6-E742-B074F40EB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3797B091-2608-7480-FE24-507CC5333A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365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46F95B7-A725-5952-D67C-E14526F3E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l-PL" sz="5400" dirty="0"/>
              <a:t>Jak doszło do jego emigracji</a:t>
            </a:r>
            <a:endParaRPr lang="en-US" sz="5400" dirty="0"/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7C2ED2-21BD-D0C6-DBA2-CD5511326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72899"/>
            <a:ext cx="5310177" cy="3320668"/>
          </a:xfrm>
        </p:spPr>
        <p:txBody>
          <a:bodyPr>
            <a:normAutofit/>
          </a:bodyPr>
          <a:lstStyle/>
          <a:p>
            <a:r>
              <a:rPr lang="pl-PL" sz="1900" dirty="0"/>
              <a:t>Urodził się  w 1810 r. podczas zaborów w Żelazowej Woli w średnio zamożnej, inteligenckiej rodzinie</a:t>
            </a:r>
          </a:p>
          <a:p>
            <a:r>
              <a:rPr lang="pl-PL" sz="1900" dirty="0"/>
              <a:t>Podczas swojej trasy koncertowej 2. listopada 1830 r. wybuchło powstanie listopadowe zakończone wygraną Rosjan</a:t>
            </a:r>
          </a:p>
          <a:p>
            <a:r>
              <a:rPr lang="pl-PL" sz="1900" dirty="0"/>
              <a:t>Brak możliwości powrotu do Polski skłonił go do przeniesienia się do Paryża gdzie szybko został doceniony jako artysta</a:t>
            </a:r>
          </a:p>
        </p:txBody>
      </p:sp>
      <p:pic>
        <p:nvPicPr>
          <p:cNvPr id="2050" name="Picture 2" descr="Dom Urodzenia Fryderyka Chopina – Wikipedia, wolna encyklopedia">
            <a:extLst>
              <a:ext uri="{FF2B5EF4-FFF2-40B4-BE49-F238E27FC236}">
                <a16:creationId xmlns:a16="http://schemas.microsoft.com/office/drawing/2014/main" id="{79A2F3EF-B216-0CF2-C6A8-FF0219E8F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8" r="2612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52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8836D67-BF68-BB85-82D3-644CA97F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pl-PL" sz="5400"/>
              <a:t>Początki życia na emigracji</a:t>
            </a:r>
            <a:endParaRPr lang="en-US" sz="5400"/>
          </a:p>
        </p:txBody>
      </p:sp>
      <p:sp>
        <p:nvSpPr>
          <p:cNvPr id="308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6B19830-6A85-5E8F-7CDA-6476FCCB4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872899"/>
            <a:ext cx="5310177" cy="3320668"/>
          </a:xfrm>
        </p:spPr>
        <p:txBody>
          <a:bodyPr>
            <a:normAutofit/>
          </a:bodyPr>
          <a:lstStyle/>
          <a:p>
            <a:r>
              <a:rPr lang="pl-PL" sz="1500" dirty="0"/>
              <a:t>Już we Francji tęsknota za krajem i rodziną, złość na okupantów oraz żal do samego siebie kierunkowała jego twórczość</a:t>
            </a:r>
          </a:p>
          <a:p>
            <a:r>
              <a:rPr lang="pl-PL" sz="1500" dirty="0"/>
              <a:t>Na obczyźnie poznał wielu Polaków z tak zwanej wielkiej emigracji takich jak Adam Mickiewicz, Cyprian Kamil Norwid czy Juliusz Słowacki</a:t>
            </a:r>
          </a:p>
          <a:p>
            <a:r>
              <a:rPr lang="pl-PL" sz="1500" dirty="0"/>
              <a:t>W tym okresie szczególnie ubolewał na brakiem możliwości powrotu do Polski dlatego robił co w jego mocy aby wspomóc Polaków za granicą m.in. wspomagając finansowo Towarzystwo Politechniczne Polskie w Paryżu</a:t>
            </a:r>
          </a:p>
          <a:p>
            <a:pPr marL="0" indent="0">
              <a:buNone/>
            </a:pPr>
            <a:r>
              <a:rPr lang="pl-PL" sz="1500" dirty="0"/>
              <a:t> </a:t>
            </a:r>
            <a:endParaRPr lang="en-US" sz="1500" dirty="0"/>
          </a:p>
        </p:txBody>
      </p:sp>
      <p:pic>
        <p:nvPicPr>
          <p:cNvPr id="3076" name="Picture 4" descr="Paris Sunset Skyline: 4K Ultra HD Cityscape of France's Iconic Man-Made  Beauty">
            <a:extLst>
              <a:ext uri="{FF2B5EF4-FFF2-40B4-BE49-F238E27FC236}">
                <a16:creationId xmlns:a16="http://schemas.microsoft.com/office/drawing/2014/main" id="{FDDC8FBC-C7DD-C1E6-7827-FF4537F78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7" r="19255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53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A1CD611-CD9B-63A1-B914-28F448738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" y="1385145"/>
            <a:ext cx="3703320" cy="934232"/>
          </a:xfrm>
        </p:spPr>
        <p:txBody>
          <a:bodyPr anchor="b">
            <a:normAutofit/>
          </a:bodyPr>
          <a:lstStyle/>
          <a:p>
            <a:r>
              <a:rPr lang="pl-PL" sz="5400" dirty="0"/>
              <a:t>Koniec życia</a:t>
            </a:r>
            <a:endParaRPr lang="en-US" sz="5400" dirty="0"/>
          </a:p>
        </p:txBody>
      </p:sp>
      <p:sp>
        <p:nvSpPr>
          <p:cNvPr id="410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F4B226-7593-A7EC-668A-DEB38465E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pl-PL" sz="1700"/>
              <a:t>Swój patriotyzm pokazywał w kompozycjach takich jak liczne mazurki czy polonezy wyrażające tęsknotę za ojczyzną</a:t>
            </a:r>
          </a:p>
          <a:p>
            <a:r>
              <a:rPr lang="pl-PL" sz="1700"/>
              <a:t>Nawet będąc już ciężko chorym na gruźlicę, w 1848r. wyjechał jeszcze do Anglii i Szkocji dając swój ostatni koncert, grając na rzecz Polaków na emigracji w Londynie</a:t>
            </a:r>
          </a:p>
          <a:p>
            <a:r>
              <a:rPr lang="pl-PL" sz="1700"/>
              <a:t>Przed śmiercią poprosił aby jego serce powróciło do Warszawy co pokazuje jego tęsknotę za ukochanym miastem</a:t>
            </a:r>
            <a:endParaRPr lang="en-US" sz="1700"/>
          </a:p>
        </p:txBody>
      </p:sp>
      <p:pic>
        <p:nvPicPr>
          <p:cNvPr id="4098" name="Picture 2" descr="Muzeum Fryderyka Chopina po remoncie - ponownie otwarte dla zwiedzających  od 29 kwietnia | PAP MediaRoom portal.">
            <a:extLst>
              <a:ext uri="{FF2B5EF4-FFF2-40B4-BE49-F238E27FC236}">
                <a16:creationId xmlns:a16="http://schemas.microsoft.com/office/drawing/2014/main" id="{0F08656B-D57D-5A8B-CCF7-098D3D6ED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82" r="17565" b="-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262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591E2F0-C0B7-CA56-7753-A1D98C179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409" y="895483"/>
            <a:ext cx="5786232" cy="3011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DZIĘKUJĘ ZA UWAGĘ</a:t>
            </a:r>
          </a:p>
        </p:txBody>
      </p:sp>
      <p:sp>
        <p:nvSpPr>
          <p:cNvPr id="19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1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3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5526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209</Words>
  <Application>Microsoft Office PowerPoint</Application>
  <PresentationFormat>Panoramiczny</PresentationFormat>
  <Paragraphs>16</Paragraphs>
  <Slides>5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Motyw pakietu Office</vt:lpstr>
      <vt:lpstr>LOSY FRYDERYKA CHOPPINA W CZASIE ZABORÓW</vt:lpstr>
      <vt:lpstr>Jak doszło do jego emigracji</vt:lpstr>
      <vt:lpstr>Początki życia na emigracji</vt:lpstr>
      <vt:lpstr>Koniec życia</vt:lpstr>
      <vt:lpstr>DZIĘKUJĘ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Wojtek Krakowiak</dc:creator>
  <cp:lastModifiedBy>Wojtek Krakowiak</cp:lastModifiedBy>
  <cp:revision>1</cp:revision>
  <dcterms:created xsi:type="dcterms:W3CDTF">2026-03-15T15:03:10Z</dcterms:created>
  <dcterms:modified xsi:type="dcterms:W3CDTF">2026-03-15T19:59:28Z</dcterms:modified>
</cp:coreProperties>
</file>