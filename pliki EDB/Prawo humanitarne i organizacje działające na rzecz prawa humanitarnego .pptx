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0" r:id="rId6"/>
    <p:sldId id="258" r:id="rId7"/>
    <p:sldId id="259" r:id="rId8"/>
    <p:sldId id="264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FA54FB-1965-4830-8FE5-2562CA5E4D29}" v="15" dt="2025-05-15T17:43:00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BDFA54FB-1965-4830-8FE5-2562CA5E4D29}"/>
    <pc:docChg chg="undo redo custSel addSld delSld modSld sldOrd">
      <pc:chgData name="Wojtek Krakowiak" userId="f72a0bb3b8a70e05" providerId="LiveId" clId="{BDFA54FB-1965-4830-8FE5-2562CA5E4D29}" dt="2025-05-17T13:19:04.085" v="1631" actId="1076"/>
      <pc:docMkLst>
        <pc:docMk/>
      </pc:docMkLst>
      <pc:sldChg chg="addSp delSp modSp mod setBg">
        <pc:chgData name="Wojtek Krakowiak" userId="f72a0bb3b8a70e05" providerId="LiveId" clId="{BDFA54FB-1965-4830-8FE5-2562CA5E4D29}" dt="2025-05-02T21:18:52.306" v="1266" actId="26606"/>
        <pc:sldMkLst>
          <pc:docMk/>
          <pc:sldMk cId="3506404255" sldId="256"/>
        </pc:sldMkLst>
        <pc:spChg chg="add mod ord">
          <ac:chgData name="Wojtek Krakowiak" userId="f72a0bb3b8a70e05" providerId="LiveId" clId="{BDFA54FB-1965-4830-8FE5-2562CA5E4D29}" dt="2025-05-02T21:18:52.306" v="1266" actId="26606"/>
          <ac:spMkLst>
            <pc:docMk/>
            <pc:sldMk cId="3506404255" sldId="256"/>
            <ac:spMk id="5" creationId="{7D5D1147-36E4-5583-1208-AC60F2B59349}"/>
          </ac:spMkLst>
        </pc:spChg>
        <pc:spChg chg="add">
          <ac:chgData name="Wojtek Krakowiak" userId="f72a0bb3b8a70e05" providerId="LiveId" clId="{BDFA54FB-1965-4830-8FE5-2562CA5E4D29}" dt="2025-05-02T21:18:52.306" v="1266" actId="26606"/>
          <ac:spMkLst>
            <pc:docMk/>
            <pc:sldMk cId="3506404255" sldId="256"/>
            <ac:spMk id="10" creationId="{6F828D28-8E09-41CC-8229-3070B5467A96}"/>
          </ac:spMkLst>
        </pc:spChg>
        <pc:spChg chg="add">
          <ac:chgData name="Wojtek Krakowiak" userId="f72a0bb3b8a70e05" providerId="LiveId" clId="{BDFA54FB-1965-4830-8FE5-2562CA5E4D29}" dt="2025-05-02T21:18:52.306" v="1266" actId="26606"/>
          <ac:spMkLst>
            <pc:docMk/>
            <pc:sldMk cId="3506404255" sldId="256"/>
            <ac:spMk id="12" creationId="{D5B012D8-7F27-4758-9AC6-C889B154BD73}"/>
          </ac:spMkLst>
        </pc:spChg>
        <pc:spChg chg="add">
          <ac:chgData name="Wojtek Krakowiak" userId="f72a0bb3b8a70e05" providerId="LiveId" clId="{BDFA54FB-1965-4830-8FE5-2562CA5E4D29}" dt="2025-05-02T21:18:52.306" v="1266" actId="26606"/>
          <ac:spMkLst>
            <pc:docMk/>
            <pc:sldMk cId="3506404255" sldId="256"/>
            <ac:spMk id="14" creationId="{4063B759-00FC-46D1-9898-8E8625268FAF}"/>
          </ac:spMkLst>
        </pc:spChg>
        <pc:picChg chg="add mod">
          <ac:chgData name="Wojtek Krakowiak" userId="f72a0bb3b8a70e05" providerId="LiveId" clId="{BDFA54FB-1965-4830-8FE5-2562CA5E4D29}" dt="2025-05-02T21:18:52.306" v="1266" actId="26606"/>
          <ac:picMkLst>
            <pc:docMk/>
            <pc:sldMk cId="3506404255" sldId="256"/>
            <ac:picMk id="3" creationId="{7E1F4072-5DB7-EDBC-D39D-50E09B3EB218}"/>
          </ac:picMkLst>
        </pc:picChg>
      </pc:sldChg>
      <pc:sldChg chg="addSp delSp modSp new mod setBg">
        <pc:chgData name="Wojtek Krakowiak" userId="f72a0bb3b8a70e05" providerId="LiveId" clId="{BDFA54FB-1965-4830-8FE5-2562CA5E4D29}" dt="2025-05-03T09:24:47.323" v="1320" actId="123"/>
        <pc:sldMkLst>
          <pc:docMk/>
          <pc:sldMk cId="1872149989" sldId="257"/>
        </pc:sldMkLst>
        <pc:spChg chg="mod">
          <ac:chgData name="Wojtek Krakowiak" userId="f72a0bb3b8a70e05" providerId="LiveId" clId="{BDFA54FB-1965-4830-8FE5-2562CA5E4D29}" dt="2025-05-02T20:30:01.609" v="1158" actId="26606"/>
          <ac:spMkLst>
            <pc:docMk/>
            <pc:sldMk cId="1872149989" sldId="257"/>
            <ac:spMk id="2" creationId="{23080E22-B7CD-A53C-241A-CC62EFB40C6A}"/>
          </ac:spMkLst>
        </pc:spChg>
        <pc:spChg chg="mod">
          <ac:chgData name="Wojtek Krakowiak" userId="f72a0bb3b8a70e05" providerId="LiveId" clId="{BDFA54FB-1965-4830-8FE5-2562CA5E4D29}" dt="2025-05-03T09:24:47.323" v="1320" actId="123"/>
          <ac:spMkLst>
            <pc:docMk/>
            <pc:sldMk cId="1872149989" sldId="257"/>
            <ac:spMk id="3" creationId="{379237E4-E042-8BC7-7DDF-37A37D877E09}"/>
          </ac:spMkLst>
        </pc:spChg>
        <pc:spChg chg="add">
          <ac:chgData name="Wojtek Krakowiak" userId="f72a0bb3b8a70e05" providerId="LiveId" clId="{BDFA54FB-1965-4830-8FE5-2562CA5E4D29}" dt="2025-05-02T20:30:01.609" v="1158" actId="26606"/>
          <ac:spMkLst>
            <pc:docMk/>
            <pc:sldMk cId="1872149989" sldId="257"/>
            <ac:spMk id="12" creationId="{8F90786E-B72D-4C32-BDCE-A170B007822D}"/>
          </ac:spMkLst>
        </pc:spChg>
        <pc:spChg chg="add">
          <ac:chgData name="Wojtek Krakowiak" userId="f72a0bb3b8a70e05" providerId="LiveId" clId="{BDFA54FB-1965-4830-8FE5-2562CA5E4D29}" dt="2025-05-02T20:30:01.609" v="1158" actId="26606"/>
          <ac:spMkLst>
            <pc:docMk/>
            <pc:sldMk cId="1872149989" sldId="257"/>
            <ac:spMk id="14" creationId="{5E46F2E7-848F-4A6C-A098-4764FDEA771A}"/>
          </ac:spMkLst>
        </pc:spChg>
        <pc:picChg chg="add mod ord">
          <ac:chgData name="Wojtek Krakowiak" userId="f72a0bb3b8a70e05" providerId="LiveId" clId="{BDFA54FB-1965-4830-8FE5-2562CA5E4D29}" dt="2025-05-03T09:24:33.488" v="1317" actId="1076"/>
          <ac:picMkLst>
            <pc:docMk/>
            <pc:sldMk cId="1872149989" sldId="257"/>
            <ac:picMk id="7" creationId="{16E5FC64-782C-A749-E9E4-FC20E3D84107}"/>
          </ac:picMkLst>
        </pc:picChg>
      </pc:sldChg>
      <pc:sldChg chg="modSp new mod">
        <pc:chgData name="Wojtek Krakowiak" userId="f72a0bb3b8a70e05" providerId="LiveId" clId="{BDFA54FB-1965-4830-8FE5-2562CA5E4D29}" dt="2025-05-02T17:34:33.461" v="427" actId="20577"/>
        <pc:sldMkLst>
          <pc:docMk/>
          <pc:sldMk cId="2206497450" sldId="258"/>
        </pc:sldMkLst>
        <pc:spChg chg="mod">
          <ac:chgData name="Wojtek Krakowiak" userId="f72a0bb3b8a70e05" providerId="LiveId" clId="{BDFA54FB-1965-4830-8FE5-2562CA5E4D29}" dt="2025-05-01T20:13:17.165" v="232" actId="122"/>
          <ac:spMkLst>
            <pc:docMk/>
            <pc:sldMk cId="2206497450" sldId="258"/>
            <ac:spMk id="2" creationId="{30AE100C-B35D-B8DD-3A87-59AD75FFD20F}"/>
          </ac:spMkLst>
        </pc:spChg>
        <pc:spChg chg="mod">
          <ac:chgData name="Wojtek Krakowiak" userId="f72a0bb3b8a70e05" providerId="LiveId" clId="{BDFA54FB-1965-4830-8FE5-2562CA5E4D29}" dt="2025-05-02T17:34:33.461" v="427" actId="20577"/>
          <ac:spMkLst>
            <pc:docMk/>
            <pc:sldMk cId="2206497450" sldId="258"/>
            <ac:spMk id="3" creationId="{C0373E59-3B4F-C08A-FC68-32D9069AAC89}"/>
          </ac:spMkLst>
        </pc:spChg>
      </pc:sldChg>
      <pc:sldChg chg="addSp delSp modSp new add del mod setBg">
        <pc:chgData name="Wojtek Krakowiak" userId="f72a0bb3b8a70e05" providerId="LiveId" clId="{BDFA54FB-1965-4830-8FE5-2562CA5E4D29}" dt="2025-05-02T19:11:06.941" v="876" actId="14100"/>
        <pc:sldMkLst>
          <pc:docMk/>
          <pc:sldMk cId="1802220896" sldId="259"/>
        </pc:sldMkLst>
        <pc:picChg chg="add mod modCrop">
          <ac:chgData name="Wojtek Krakowiak" userId="f72a0bb3b8a70e05" providerId="LiveId" clId="{BDFA54FB-1965-4830-8FE5-2562CA5E4D29}" dt="2025-05-02T19:11:06.941" v="876" actId="14100"/>
          <ac:picMkLst>
            <pc:docMk/>
            <pc:sldMk cId="1802220896" sldId="259"/>
            <ac:picMk id="9" creationId="{44AF01CB-1C83-D0E8-1B54-9312CC5BDF0E}"/>
          </ac:picMkLst>
        </pc:picChg>
      </pc:sldChg>
      <pc:sldChg chg="modSp new mod ord">
        <pc:chgData name="Wojtek Krakowiak" userId="f72a0bb3b8a70e05" providerId="LiveId" clId="{BDFA54FB-1965-4830-8FE5-2562CA5E4D29}" dt="2025-05-01T20:14:43.844" v="323"/>
        <pc:sldMkLst>
          <pc:docMk/>
          <pc:sldMk cId="349179520" sldId="260"/>
        </pc:sldMkLst>
        <pc:spChg chg="mod">
          <ac:chgData name="Wojtek Krakowiak" userId="f72a0bb3b8a70e05" providerId="LiveId" clId="{BDFA54FB-1965-4830-8FE5-2562CA5E4D29}" dt="2025-05-01T20:14:39.473" v="321" actId="14100"/>
          <ac:spMkLst>
            <pc:docMk/>
            <pc:sldMk cId="349179520" sldId="260"/>
            <ac:spMk id="2" creationId="{EDAAED3D-4C1C-D456-75CB-5A9AD3A4B715}"/>
          </ac:spMkLst>
        </pc:spChg>
      </pc:sldChg>
      <pc:sldChg chg="modSp new del mod ord">
        <pc:chgData name="Wojtek Krakowiak" userId="f72a0bb3b8a70e05" providerId="LiveId" clId="{BDFA54FB-1965-4830-8FE5-2562CA5E4D29}" dt="2025-05-02T20:46:13.873" v="1214" actId="2696"/>
        <pc:sldMkLst>
          <pc:docMk/>
          <pc:sldMk cId="1249418873" sldId="261"/>
        </pc:sldMkLst>
      </pc:sldChg>
      <pc:sldChg chg="modSp mod">
        <pc:chgData name="Wojtek Krakowiak" userId="f72a0bb3b8a70e05" providerId="LiveId" clId="{BDFA54FB-1965-4830-8FE5-2562CA5E4D29}" dt="2025-05-17T13:19:04.085" v="1631" actId="1076"/>
        <pc:sldMkLst>
          <pc:docMk/>
          <pc:sldMk cId="788794529" sldId="262"/>
        </pc:sldMkLst>
        <pc:spChg chg="mod">
          <ac:chgData name="Wojtek Krakowiak" userId="f72a0bb3b8a70e05" providerId="LiveId" clId="{BDFA54FB-1965-4830-8FE5-2562CA5E4D29}" dt="2025-05-03T09:25:55.334" v="1325" actId="20577"/>
          <ac:spMkLst>
            <pc:docMk/>
            <pc:sldMk cId="788794529" sldId="262"/>
            <ac:spMk id="12" creationId="{24A2F120-3767-1E1B-1662-3892687E5A4C}"/>
          </ac:spMkLst>
        </pc:spChg>
        <pc:spChg chg="mod">
          <ac:chgData name="Wojtek Krakowiak" userId="f72a0bb3b8a70e05" providerId="LiveId" clId="{BDFA54FB-1965-4830-8FE5-2562CA5E4D29}" dt="2025-05-03T09:26:52.373" v="1328" actId="20577"/>
          <ac:spMkLst>
            <pc:docMk/>
            <pc:sldMk cId="788794529" sldId="262"/>
            <ac:spMk id="13" creationId="{4AE70877-B3EE-1DB8-3AF9-43EBED8A70EB}"/>
          </ac:spMkLst>
        </pc:spChg>
        <pc:spChg chg="mod">
          <ac:chgData name="Wojtek Krakowiak" userId="f72a0bb3b8a70e05" providerId="LiveId" clId="{BDFA54FB-1965-4830-8FE5-2562CA5E4D29}" dt="2025-05-03T09:27:55.549" v="1330" actId="20577"/>
          <ac:spMkLst>
            <pc:docMk/>
            <pc:sldMk cId="788794529" sldId="262"/>
            <ac:spMk id="15" creationId="{44534300-6006-AB15-3C6F-0709683BFFA5}"/>
          </ac:spMkLst>
        </pc:spChg>
        <pc:grpChg chg="mod">
          <ac:chgData name="Wojtek Krakowiak" userId="f72a0bb3b8a70e05" providerId="LiveId" clId="{BDFA54FB-1965-4830-8FE5-2562CA5E4D29}" dt="2025-05-17T13:18:54.840" v="1629" actId="1076"/>
          <ac:grpSpMkLst>
            <pc:docMk/>
            <pc:sldMk cId="788794529" sldId="262"/>
            <ac:grpSpMk id="18" creationId="{FD95B76E-E37C-2B56-F47B-42F31A266EEB}"/>
          </ac:grpSpMkLst>
        </pc:grpChg>
        <pc:grpChg chg="mod">
          <ac:chgData name="Wojtek Krakowiak" userId="f72a0bb3b8a70e05" providerId="LiveId" clId="{BDFA54FB-1965-4830-8FE5-2562CA5E4D29}" dt="2025-05-17T13:18:59.737" v="1630" actId="1076"/>
          <ac:grpSpMkLst>
            <pc:docMk/>
            <pc:sldMk cId="788794529" sldId="262"/>
            <ac:grpSpMk id="19" creationId="{8F3DCF15-2190-0702-410A-0B350477249E}"/>
          </ac:grpSpMkLst>
        </pc:grpChg>
        <pc:grpChg chg="mod">
          <ac:chgData name="Wojtek Krakowiak" userId="f72a0bb3b8a70e05" providerId="LiveId" clId="{BDFA54FB-1965-4830-8FE5-2562CA5E4D29}" dt="2025-05-17T13:19:04.085" v="1631" actId="1076"/>
          <ac:grpSpMkLst>
            <pc:docMk/>
            <pc:sldMk cId="788794529" sldId="262"/>
            <ac:grpSpMk id="21" creationId="{353E91C2-ED17-CD15-D2C9-080FCB6B961A}"/>
          </ac:grpSpMkLst>
        </pc:grpChg>
      </pc:sldChg>
      <pc:sldChg chg="addSp delSp modSp new mod ord setBg setClrOvrMap">
        <pc:chgData name="Wojtek Krakowiak" userId="f72a0bb3b8a70e05" providerId="LiveId" clId="{BDFA54FB-1965-4830-8FE5-2562CA5E4D29}" dt="2025-05-02T19:01:04.588" v="808"/>
        <pc:sldMkLst>
          <pc:docMk/>
          <pc:sldMk cId="3979121764" sldId="263"/>
        </pc:sldMkLst>
        <pc:spChg chg="mod">
          <ac:chgData name="Wojtek Krakowiak" userId="f72a0bb3b8a70e05" providerId="LiveId" clId="{BDFA54FB-1965-4830-8FE5-2562CA5E4D29}" dt="2025-05-02T18:59:56.990" v="806" actId="26606"/>
          <ac:spMkLst>
            <pc:docMk/>
            <pc:sldMk cId="3979121764" sldId="263"/>
            <ac:spMk id="2" creationId="{FEE82E8A-C940-A323-1A9E-6AA62234B92C}"/>
          </ac:spMkLst>
        </pc:spChg>
        <pc:spChg chg="mod">
          <ac:chgData name="Wojtek Krakowiak" userId="f72a0bb3b8a70e05" providerId="LiveId" clId="{BDFA54FB-1965-4830-8FE5-2562CA5E4D29}" dt="2025-05-02T18:59:56.990" v="806" actId="26606"/>
          <ac:spMkLst>
            <pc:docMk/>
            <pc:sldMk cId="3979121764" sldId="263"/>
            <ac:spMk id="3" creationId="{389C817D-C242-9741-6DE7-BCE9B13A20BA}"/>
          </ac:spMkLst>
        </pc:spChg>
        <pc:spChg chg="add">
          <ac:chgData name="Wojtek Krakowiak" userId="f72a0bb3b8a70e05" providerId="LiveId" clId="{BDFA54FB-1965-4830-8FE5-2562CA5E4D29}" dt="2025-05-02T18:59:56.990" v="806" actId="26606"/>
          <ac:spMkLst>
            <pc:docMk/>
            <pc:sldMk cId="3979121764" sldId="263"/>
            <ac:spMk id="47" creationId="{675FFAD0-2409-47F2-980A-2CF4FFC69BE2}"/>
          </ac:spMkLst>
        </pc:spChg>
        <pc:spChg chg="add">
          <ac:chgData name="Wojtek Krakowiak" userId="f72a0bb3b8a70e05" providerId="LiveId" clId="{BDFA54FB-1965-4830-8FE5-2562CA5E4D29}" dt="2025-05-02T18:59:56.990" v="806" actId="26606"/>
          <ac:spMkLst>
            <pc:docMk/>
            <pc:sldMk cId="3979121764" sldId="263"/>
            <ac:spMk id="49" creationId="{CBB2B1F0-0DD6-4744-9A46-7A344FB48E40}"/>
          </ac:spMkLst>
        </pc:spChg>
        <pc:spChg chg="add">
          <ac:chgData name="Wojtek Krakowiak" userId="f72a0bb3b8a70e05" providerId="LiveId" clId="{BDFA54FB-1965-4830-8FE5-2562CA5E4D29}" dt="2025-05-02T18:59:56.990" v="806" actId="26606"/>
          <ac:spMkLst>
            <pc:docMk/>
            <pc:sldMk cId="3979121764" sldId="263"/>
            <ac:spMk id="51" creationId="{52D502E5-F6B4-4D58-B4AE-FC466FF15EE8}"/>
          </ac:spMkLst>
        </pc:spChg>
        <pc:spChg chg="add">
          <ac:chgData name="Wojtek Krakowiak" userId="f72a0bb3b8a70e05" providerId="LiveId" clId="{BDFA54FB-1965-4830-8FE5-2562CA5E4D29}" dt="2025-05-02T18:59:56.990" v="806" actId="26606"/>
          <ac:spMkLst>
            <pc:docMk/>
            <pc:sldMk cId="3979121764" sldId="263"/>
            <ac:spMk id="53" creationId="{9DECDBF4-02B6-4BB4-B65B-B8107AD6A9E8}"/>
          </ac:spMkLst>
        </pc:spChg>
        <pc:picChg chg="add mod ord">
          <ac:chgData name="Wojtek Krakowiak" userId="f72a0bb3b8a70e05" providerId="LiveId" clId="{BDFA54FB-1965-4830-8FE5-2562CA5E4D29}" dt="2025-05-02T18:59:56.990" v="806" actId="26606"/>
          <ac:picMkLst>
            <pc:docMk/>
            <pc:sldMk cId="3979121764" sldId="263"/>
            <ac:picMk id="5" creationId="{1599B930-B3C9-43B6-B637-24CFEAD7CA28}"/>
          </ac:picMkLst>
        </pc:picChg>
      </pc:sldChg>
      <pc:sldChg chg="new del">
        <pc:chgData name="Wojtek Krakowiak" userId="f72a0bb3b8a70e05" providerId="LiveId" clId="{BDFA54FB-1965-4830-8FE5-2562CA5E4D29}" dt="2025-05-02T21:20:21.131" v="1268" actId="47"/>
        <pc:sldMkLst>
          <pc:docMk/>
          <pc:sldMk cId="36889246" sldId="264"/>
        </pc:sldMkLst>
      </pc:sldChg>
      <pc:sldChg chg="addSp modSp new mod setBg">
        <pc:chgData name="Wojtek Krakowiak" userId="f72a0bb3b8a70e05" providerId="LiveId" clId="{BDFA54FB-1965-4830-8FE5-2562CA5E4D29}" dt="2025-05-15T18:45:57.541" v="1627" actId="20577"/>
        <pc:sldMkLst>
          <pc:docMk/>
          <pc:sldMk cId="3472812943" sldId="264"/>
        </pc:sldMkLst>
        <pc:spChg chg="mod">
          <ac:chgData name="Wojtek Krakowiak" userId="f72a0bb3b8a70e05" providerId="LiveId" clId="{BDFA54FB-1965-4830-8FE5-2562CA5E4D29}" dt="2025-05-15T17:43:15.190" v="1588" actId="26606"/>
          <ac:spMkLst>
            <pc:docMk/>
            <pc:sldMk cId="3472812943" sldId="264"/>
            <ac:spMk id="2" creationId="{FAFD73DB-0F47-AFDF-354A-C31E5912AD86}"/>
          </ac:spMkLst>
        </pc:spChg>
        <pc:spChg chg="mod">
          <ac:chgData name="Wojtek Krakowiak" userId="f72a0bb3b8a70e05" providerId="LiveId" clId="{BDFA54FB-1965-4830-8FE5-2562CA5E4D29}" dt="2025-05-15T18:45:57.541" v="1627" actId="20577"/>
          <ac:spMkLst>
            <pc:docMk/>
            <pc:sldMk cId="3472812943" sldId="264"/>
            <ac:spMk id="3" creationId="{F26E1B0C-2F72-5B1B-F392-73A541CD077F}"/>
          </ac:spMkLst>
        </pc:spChg>
        <pc:spChg chg="add">
          <ac:chgData name="Wojtek Krakowiak" userId="f72a0bb3b8a70e05" providerId="LiveId" clId="{BDFA54FB-1965-4830-8FE5-2562CA5E4D29}" dt="2025-05-15T17:43:15.190" v="1588" actId="26606"/>
          <ac:spMkLst>
            <pc:docMk/>
            <pc:sldMk cId="3472812943" sldId="264"/>
            <ac:spMk id="10" creationId="{743AA782-23D1-4521-8CAD-47662984AA08}"/>
          </ac:spMkLst>
        </pc:spChg>
        <pc:spChg chg="add">
          <ac:chgData name="Wojtek Krakowiak" userId="f72a0bb3b8a70e05" providerId="LiveId" clId="{BDFA54FB-1965-4830-8FE5-2562CA5E4D29}" dt="2025-05-15T17:43:15.190" v="1588" actId="26606"/>
          <ac:spMkLst>
            <pc:docMk/>
            <pc:sldMk cId="3472812943" sldId="264"/>
            <ac:spMk id="12" creationId="{71877DBC-BB60-40F0-AC93-2ACDBAAE60CE}"/>
          </ac:spMkLst>
        </pc:spChg>
        <pc:picChg chg="add mod">
          <ac:chgData name="Wojtek Krakowiak" userId="f72a0bb3b8a70e05" providerId="LiveId" clId="{BDFA54FB-1965-4830-8FE5-2562CA5E4D29}" dt="2025-05-15T17:43:15.190" v="1588" actId="26606"/>
          <ac:picMkLst>
            <pc:docMk/>
            <pc:sldMk cId="3472812943" sldId="264"/>
            <ac:picMk id="5" creationId="{C0A56C52-309E-6AD3-F89A-74749FDB00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B675C7-B0CB-CA22-6405-3DA36E58E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DF27EE7-0344-86D4-2145-347408A5E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41D80BD-FCAD-19E3-5880-456304B4C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0CCE71E-505B-8C3A-B2B3-19C28BC0C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999EFFA-7BF2-AEDA-324D-A90F8C62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0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BD9585-8413-FEC6-0222-0EA4AC05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DC2BD7-E49A-E428-9C76-634A2047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F6FFD2A-3A71-A4BE-AAF1-3290E7A4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B7584E6-8D5F-2F02-5A07-4BFDCAC3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B7884D-FDBF-F69C-643A-66134AAD8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8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1B27C4-8206-711B-9D9E-AA2358EE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62DC1AC-CBF4-B281-4E6E-AA20560B4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E90CCB-FAF2-5E30-7B08-12C44B194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E0AB3F5-7F7C-01A0-AFB6-A094B0D85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97F522-990E-C24B-B7D3-B6EBCF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3DCEF8-3A8E-BD4C-CE41-DFA7F8FC4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CC9DEB-94A3-25F5-56E7-8DE333AC2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7BB6822-4D67-B062-7D51-FEF841EC1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951B89D-F3B0-B9FA-6A90-29821B457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D37F8CD-9F40-BEC6-A180-CFF394D4F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59F8B30-5810-17EA-161A-963AF3C2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223C7F-1708-9619-51B2-C4EB6AF6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DB57B44-F379-85F3-7EF3-9579458CE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76A4968-D9E1-B879-C3BB-24C2B1FEF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CEB8AD2-D1BF-FD0E-6C36-011FA8FFB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E0028A5-07BE-4322-FCED-06EBEA9BD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0B98C6F-CED8-0D8B-A594-797313F12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9D5F381-F221-18EA-30BF-E6A6CBC1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6DB60CD-D84C-2393-0720-9F3E637F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4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F2AA92-70C7-8813-19F5-62331EA8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1EB1CED-3BF7-DC19-7B83-0375F9679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652655C-2D55-ED73-E328-69C6C2E2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F07DD46-61D5-0E30-5B30-F4E0FDF5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7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9DFAAA6-2D9A-8E71-9883-52BB1EB3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69627B4-0B99-C314-4F9A-D09D348F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355B8F5-C4FC-2FF6-E89A-5DA0B6ECE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81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177AF4-F79F-7B72-E5F8-ADC79AFF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C40EAF-EF5D-69B2-FA24-442640B14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AA3956F-BA77-642A-EB45-2C9BE0F09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3C8AD51-43D2-B05D-485C-B98231A23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935227A-079A-0619-9AD1-220480D5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66672FE-FA00-9D5F-ABA2-2B25EFA3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54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889661-E2F3-15DB-5C28-21016C4A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0AFADB6-DCD9-0F59-B287-F4E20F694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62474D5-ED08-0A3C-7C01-762E87D35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44AF1-3F63-B8C3-9D23-6E89CE03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9123616-528B-A9FA-F9FF-13E4C712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EA8F1BF-D50B-9997-5632-4E00F620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13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265C72-70E2-706A-804B-3B969FB4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25571A5-42F2-B794-97D3-B0CB6AF32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8193246-1E3E-B3DB-8BEA-B78ECDB3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5C6DDC2-72B7-C2D8-AF9E-E03212617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F1E1F7-C7CE-F86E-3C64-8BA711699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55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A7EFED8-C59F-8FA1-74AE-D60E04AA7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069DD18-3511-2728-023D-B25DD6E60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97232AD-B3B4-AFCE-E3E0-ED116C58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D35027-1842-4A9E-B043-953CCF5B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97686AA-F293-941F-A1C8-79ADE8979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0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771D1B1-C002-5816-26ED-11CC5EE7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86360E9-590A-3F33-B367-07C63FD0C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B930FEA-52A7-1BED-3076-1D1751AA0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50BD9-F429-4A6B-824F-E9D7A323D087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A43E00-6F97-0477-AB0D-23D5686F9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457F3F-8E18-E267-C96A-73E4FBEE8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C8804-1F0D-4385-96F7-CAFBE9B82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24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az 2" descr="Obraz zawierający na wolnym powietrzu, niebo, transport, arm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E1F4072-5DB7-EDBC-D39D-50E09B3EB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" b="3421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D5D1147-36E4-5583-1208-AC60F2B59349}"/>
              </a:ext>
            </a:extLst>
          </p:cNvPr>
          <p:cNvSpPr txBox="1"/>
          <p:nvPr/>
        </p:nvSpPr>
        <p:spPr>
          <a:xfrm>
            <a:off x="643466" y="643467"/>
            <a:ext cx="5452529" cy="3569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Prawo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humanitarne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organizacje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działające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rzecz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prawa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humanitarnego</a:t>
            </a:r>
            <a:r>
              <a:rPr lang="en-US" sz="4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endParaRPr lang="en-US" sz="48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0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Obraz 6" descr="Obraz zawierający na wolnym powietrzu, niebo, budynek, ubra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6E5FC64-782C-A749-E9E4-FC20E3D841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1" b="2382"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23080E22-B7CD-A53C-241A-CC62EFB4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pl-PL" b="1">
                <a:solidFill>
                  <a:srgbClr val="FFFFFF"/>
                </a:solidFill>
              </a:rPr>
              <a:t>Jak powstało prawo humanitarne 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9237E4-E042-8BC7-7DDF-37A37D877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986" y="1671566"/>
            <a:ext cx="5701214" cy="40720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l-PL" sz="2000" dirty="0">
                <a:solidFill>
                  <a:srgbClr val="FFFFFF"/>
                </a:solidFill>
              </a:rPr>
              <a:t>Henry Dunant był świadkiem okropieństw bitwy pod Solferino, co skłoniło go do napisania książki „Wspomnienia z Solferino”(1862 r.), gdzie prosił o założenie organizacji mogącej zapobiec nadmiernym cierpieniom ludzi. Na skutek tych przemyśleń w 1863 r. Stworzono Czerwony Krzyż, a w 1864 r.  podpisano I Konwencję Genewską.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4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B70016-1117-ADA3-20D6-AEE753F7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800" b="1" dirty="0"/>
              <a:t>Wojskowe służby medyczne</a:t>
            </a:r>
            <a:endParaRPr lang="en-US" sz="4800" b="1" dirty="0"/>
          </a:p>
        </p:txBody>
      </p:sp>
      <p:grpSp>
        <p:nvGrpSpPr>
          <p:cNvPr id="18" name="Grupa 17">
            <a:extLst>
              <a:ext uri="{FF2B5EF4-FFF2-40B4-BE49-F238E27FC236}">
                <a16:creationId xmlns:a16="http://schemas.microsoft.com/office/drawing/2014/main" id="{FD95B76E-E37C-2B56-F47B-42F31A266EEB}"/>
              </a:ext>
            </a:extLst>
          </p:cNvPr>
          <p:cNvGrpSpPr/>
          <p:nvPr/>
        </p:nvGrpSpPr>
        <p:grpSpPr>
          <a:xfrm>
            <a:off x="223991" y="2527516"/>
            <a:ext cx="12182375" cy="1199253"/>
            <a:chOff x="168630" y="1614969"/>
            <a:chExt cx="12182375" cy="1199253"/>
          </a:xfrm>
        </p:grpSpPr>
        <p:pic>
          <p:nvPicPr>
            <p:cNvPr id="7" name="Grafika 6">
              <a:extLst>
                <a:ext uri="{FF2B5EF4-FFF2-40B4-BE49-F238E27FC236}">
                  <a16:creationId xmlns:a16="http://schemas.microsoft.com/office/drawing/2014/main" id="{DA50BDDE-55F5-F220-DC08-833329EDA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8630" y="1614969"/>
              <a:ext cx="1664913" cy="1109942"/>
            </a:xfrm>
            <a:prstGeom prst="rect">
              <a:avLst/>
            </a:prstGeom>
          </p:spPr>
        </p:pic>
        <p:sp>
          <p:nvSpPr>
            <p:cNvPr id="12" name="pole tekstowe 11">
              <a:extLst>
                <a:ext uri="{FF2B5EF4-FFF2-40B4-BE49-F238E27FC236}">
                  <a16:creationId xmlns:a16="http://schemas.microsoft.com/office/drawing/2014/main" id="{24A2F120-3767-1E1B-1662-3892687E5A4C}"/>
                </a:ext>
              </a:extLst>
            </p:cNvPr>
            <p:cNvSpPr txBox="1"/>
            <p:nvPr/>
          </p:nvSpPr>
          <p:spPr>
            <a:xfrm>
              <a:off x="1900599" y="1890892"/>
              <a:ext cx="104504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l-PL" dirty="0"/>
                <a:t>Znak stosowany podczas konfliktów zbrojnych po stronie państw muzułmańskich. Oznacza jednostki medyczne np. MedEvac i środki transportu chronione międzynarodowym prawem np. ewakuacja cywilów </a:t>
              </a:r>
              <a:endParaRPr lang="en-US" dirty="0"/>
            </a:p>
          </p:txBody>
        </p:sp>
      </p:grpSp>
      <p:grpSp>
        <p:nvGrpSpPr>
          <p:cNvPr id="19" name="Grupa 18">
            <a:extLst>
              <a:ext uri="{FF2B5EF4-FFF2-40B4-BE49-F238E27FC236}">
                <a16:creationId xmlns:a16="http://schemas.microsoft.com/office/drawing/2014/main" id="{8F3DCF15-2190-0702-410A-0B350477249E}"/>
              </a:ext>
            </a:extLst>
          </p:cNvPr>
          <p:cNvGrpSpPr/>
          <p:nvPr/>
        </p:nvGrpSpPr>
        <p:grpSpPr>
          <a:xfrm>
            <a:off x="618564" y="1536100"/>
            <a:ext cx="12023368" cy="1043311"/>
            <a:chOff x="617198" y="2931444"/>
            <a:chExt cx="12023368" cy="1043311"/>
          </a:xfrm>
        </p:grpSpPr>
        <p:pic>
          <p:nvPicPr>
            <p:cNvPr id="5" name="Obraz 4" descr="Obraz zawierający symbol&#10;&#10;Zawartość wygenerowana przez sztuczną inteligencję może być niepoprawna.">
              <a:extLst>
                <a:ext uri="{FF2B5EF4-FFF2-40B4-BE49-F238E27FC236}">
                  <a16:creationId xmlns:a16="http://schemas.microsoft.com/office/drawing/2014/main" id="{D7978978-344E-9FE1-3BEC-EAD5D6C0E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198" y="2931444"/>
              <a:ext cx="767779" cy="767779"/>
            </a:xfrm>
            <a:prstGeom prst="rect">
              <a:avLst/>
            </a:prstGeom>
          </p:spPr>
        </p:pic>
        <p:sp>
          <p:nvSpPr>
            <p:cNvPr id="13" name="pole tekstowe 12">
              <a:extLst>
                <a:ext uri="{FF2B5EF4-FFF2-40B4-BE49-F238E27FC236}">
                  <a16:creationId xmlns:a16="http://schemas.microsoft.com/office/drawing/2014/main" id="{4AE70877-B3EE-1DB8-3AF9-43EBED8A70EB}"/>
                </a:ext>
              </a:extLst>
            </p:cNvPr>
            <p:cNvSpPr txBox="1"/>
            <p:nvPr/>
          </p:nvSpPr>
          <p:spPr>
            <a:xfrm>
              <a:off x="1833543" y="3051425"/>
              <a:ext cx="108070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l-PL" dirty="0"/>
                <a:t>Znak stosowany podczas konfliktów zbrojnych. Oznacza jednostki medyczne np. MedEvac i środki transportu chronione międzynarodowym prawem np. Ewakuacja cywilów </a:t>
              </a:r>
              <a:endParaRPr lang="en-US" dirty="0"/>
            </a:p>
            <a:p>
              <a:endParaRPr lang="en-US" dirty="0"/>
            </a:p>
          </p:txBody>
        </p:sp>
      </p:grpSp>
      <p:grpSp>
        <p:nvGrpSpPr>
          <p:cNvPr id="20" name="Grupa 19">
            <a:extLst>
              <a:ext uri="{FF2B5EF4-FFF2-40B4-BE49-F238E27FC236}">
                <a16:creationId xmlns:a16="http://schemas.microsoft.com/office/drawing/2014/main" id="{00819123-FB25-C5C1-6EAA-0690BCDD6A5B}"/>
              </a:ext>
            </a:extLst>
          </p:cNvPr>
          <p:cNvGrpSpPr/>
          <p:nvPr/>
        </p:nvGrpSpPr>
        <p:grpSpPr>
          <a:xfrm>
            <a:off x="223991" y="3927417"/>
            <a:ext cx="11968009" cy="1087420"/>
            <a:chOff x="223991" y="3927417"/>
            <a:chExt cx="11968009" cy="1087420"/>
          </a:xfrm>
        </p:grpSpPr>
        <p:pic>
          <p:nvPicPr>
            <p:cNvPr id="9" name="Obraz 8" descr="Obraz zawierający symbol, Grafika, design&#10;&#10;Zawartość wygenerowana przez sztuczną inteligencję może być niepoprawna.">
              <a:extLst>
                <a:ext uri="{FF2B5EF4-FFF2-40B4-BE49-F238E27FC236}">
                  <a16:creationId xmlns:a16="http://schemas.microsoft.com/office/drawing/2014/main" id="{C4D3DCA9-3200-3E7B-FF9E-5769450AD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991" y="3927417"/>
              <a:ext cx="1554189" cy="1087420"/>
            </a:xfrm>
            <a:prstGeom prst="rect">
              <a:avLst/>
            </a:prstGeom>
          </p:spPr>
        </p:pic>
        <p:sp>
          <p:nvSpPr>
            <p:cNvPr id="14" name="pole tekstowe 13">
              <a:extLst>
                <a:ext uri="{FF2B5EF4-FFF2-40B4-BE49-F238E27FC236}">
                  <a16:creationId xmlns:a16="http://schemas.microsoft.com/office/drawing/2014/main" id="{9EE8044F-9A42-B031-4401-3519BA1BAEE9}"/>
                </a:ext>
              </a:extLst>
            </p:cNvPr>
            <p:cNvSpPr txBox="1"/>
            <p:nvPr/>
          </p:nvSpPr>
          <p:spPr>
            <a:xfrm>
              <a:off x="1900599" y="4174824"/>
              <a:ext cx="10291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l-PL" dirty="0"/>
                <a:t>W Izraelu jest symbolem międzynarodowego ruchu czerwonego krzyża </a:t>
              </a:r>
              <a:endParaRPr lang="en-US" dirty="0"/>
            </a:p>
          </p:txBody>
        </p:sp>
      </p:grpSp>
      <p:grpSp>
        <p:nvGrpSpPr>
          <p:cNvPr id="21" name="Grupa 20">
            <a:extLst>
              <a:ext uri="{FF2B5EF4-FFF2-40B4-BE49-F238E27FC236}">
                <a16:creationId xmlns:a16="http://schemas.microsoft.com/office/drawing/2014/main" id="{353E91C2-ED17-CD15-D2C9-080FCB6B961A}"/>
              </a:ext>
            </a:extLst>
          </p:cNvPr>
          <p:cNvGrpSpPr/>
          <p:nvPr/>
        </p:nvGrpSpPr>
        <p:grpSpPr>
          <a:xfrm>
            <a:off x="502543" y="5201919"/>
            <a:ext cx="11657768" cy="1225297"/>
            <a:chOff x="443301" y="4990749"/>
            <a:chExt cx="11657768" cy="1225297"/>
          </a:xfrm>
        </p:grpSpPr>
        <p:pic>
          <p:nvPicPr>
            <p:cNvPr id="11" name="Obraz 10" descr="Obraz zawierający design&#10;&#10;Zawartość wygenerowana przez sztuczną inteligencję może być niepoprawna.">
              <a:extLst>
                <a:ext uri="{FF2B5EF4-FFF2-40B4-BE49-F238E27FC236}">
                  <a16:creationId xmlns:a16="http://schemas.microsoft.com/office/drawing/2014/main" id="{9D25DD7B-EC06-7831-6ADD-ED200CF72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57" t="18812" r="18647" b="14852"/>
            <a:stretch/>
          </p:blipFill>
          <p:spPr>
            <a:xfrm>
              <a:off x="443301" y="4990749"/>
              <a:ext cx="1115568" cy="1225297"/>
            </a:xfrm>
            <a:prstGeom prst="rect">
              <a:avLst/>
            </a:prstGeom>
          </p:spPr>
        </p:pic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44534300-6006-AB15-3C6F-0709683BFFA5}"/>
                </a:ext>
              </a:extLst>
            </p:cNvPr>
            <p:cNvSpPr txBox="1"/>
            <p:nvPr/>
          </p:nvSpPr>
          <p:spPr>
            <a:xfrm>
              <a:off x="1900599" y="5280231"/>
              <a:ext cx="102004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l-PL" dirty="0"/>
                <a:t>Symbol używany przez Międzynarodowy Ruch Czerwonego Krzyża i Czerwonego Półksiężyca, a także przez państwa, które nie chcą kojarzyć się z symboliką religijną, jak krzyż czy półksiężyc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8879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75FFAD0-2409-47F2-980A-2CF4FFC69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Rectangle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Obraz 4" descr="Obraz zawierający na wolnym powietrzu, góra, Fotografia lotnicza, samolot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599B930-B3C9-43B6-B637-24CFEAD7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/>
        </p:blipFill>
        <p:spPr>
          <a:xfrm>
            <a:off x="20" y="1"/>
            <a:ext cx="1219198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EE82E8A-C940-A323-1A9E-6AA62234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pl-PL" sz="6000" b="1" dirty="0">
                <a:solidFill>
                  <a:srgbClr val="FFFFFF"/>
                </a:solidFill>
              </a:rPr>
              <a:t>Zakazana broń</a:t>
            </a:r>
            <a:endParaRPr lang="en-US" sz="6000" b="1" dirty="0">
              <a:solidFill>
                <a:srgbClr val="FFFFFF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FFFFFF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9C817D-C242-9741-6DE7-BCE9B13A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r>
              <a:rPr lang="pl-PL" sz="1700" dirty="0">
                <a:solidFill>
                  <a:srgbClr val="FFFFFF"/>
                </a:solidFill>
              </a:rPr>
              <a:t>Amunicja kasetowa (2008 r. w Dublinie)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Amunicja grzybkująca (Deklaracja Haska z 1899r.)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Napalm (Protokół III do Konwencji ONZ o broniach konwencjonalnych 1980r.)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Biały fosfor (Konwencja o broniach konwencjonalnych, Protokół III)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Gazy bojowe (Konwencja o broni chemicznej 1993r.)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Miny przeciwpiechotne (Konwencja Ottawska 1997r.)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Lasery oślepiające (Konwencja ONZ o niektórych broniach konwencjonalnych  1995r.)</a:t>
            </a:r>
          </a:p>
          <a:p>
            <a:r>
              <a:rPr lang="pl-PL" sz="1700" dirty="0">
                <a:solidFill>
                  <a:srgbClr val="FFFFFF"/>
                </a:solidFill>
              </a:rPr>
              <a:t>Bakteria dżumy (Protokół Genewski 1925r.)</a:t>
            </a: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912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AAED3D-4C1C-D456-75CB-5A9AD3A4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933176" cy="1325563"/>
          </a:xfrm>
        </p:spPr>
        <p:txBody>
          <a:bodyPr/>
          <a:lstStyle/>
          <a:p>
            <a:pPr algn="ctr"/>
            <a:r>
              <a:rPr lang="pl-PL" b="1" dirty="0"/>
              <a:t>Symbole różnych organizacji humanitarnych</a:t>
            </a:r>
            <a:endParaRPr lang="en-US" b="1" dirty="0"/>
          </a:p>
        </p:txBody>
      </p:sp>
      <p:pic>
        <p:nvPicPr>
          <p:cNvPr id="5" name="Obraz 4" descr="Obraz zawierający Grafika, Czcionka, projekt graficzny, log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3D10669-7525-68A0-CEA0-144EA8DD7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716" y="1650443"/>
            <a:ext cx="4558284" cy="2131668"/>
          </a:xfrm>
          <a:prstGeom prst="rect">
            <a:avLst/>
          </a:prstGeom>
        </p:spPr>
      </p:pic>
      <p:pic>
        <p:nvPicPr>
          <p:cNvPr id="7" name="Obraz 6" descr="Obraz zawierający tekst, Czcionka, Grafika, żółty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7284B82-F2BE-3C76-5F82-15E5226A9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9534"/>
            <a:ext cx="4341299" cy="3122118"/>
          </a:xfrm>
          <a:prstGeom prst="rect">
            <a:avLst/>
          </a:prstGeom>
        </p:spPr>
      </p:pic>
      <p:pic>
        <p:nvPicPr>
          <p:cNvPr id="11" name="Obraz 10" descr="Obraz zawierający symbol, czerwony, Czcionka, log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EBEDD2B-3E32-9AE6-3D08-016A8BA05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857" y="3648596"/>
            <a:ext cx="3056785" cy="3117921"/>
          </a:xfrm>
          <a:prstGeom prst="rect">
            <a:avLst/>
          </a:prstGeom>
        </p:spPr>
      </p:pic>
      <p:pic>
        <p:nvPicPr>
          <p:cNvPr id="19" name="Obraz 18" descr="Obraz zawierający symbol, godło, logo, krąg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7B5E872-5259-91BB-7E50-94B5521775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642" y="3840387"/>
            <a:ext cx="4533333" cy="2603175"/>
          </a:xfrm>
          <a:prstGeom prst="rect">
            <a:avLst/>
          </a:prstGeom>
        </p:spPr>
      </p:pic>
      <p:pic>
        <p:nvPicPr>
          <p:cNvPr id="21" name="Obraz 20" descr="Obraz zawierający Grafika, Czcionka, logo, projekt graficzny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A4DD15F-D08A-242A-4B0A-C7A16A5E74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0443"/>
            <a:ext cx="7114228" cy="177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Obraz 4" descr="Obraz zawierający na wolnym powietrzu, ubrania, koło, tekst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9933821-AD4B-573D-E986-58B794DF7E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0AE100C-B35D-B8DD-3A87-59AD75FFD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pl-PL" b="1" dirty="0">
                <a:solidFill>
                  <a:srgbClr val="FFFFFF"/>
                </a:solidFill>
              </a:rPr>
              <a:t>Czym zajmują się organizacje humanitarne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0373E59-3B4F-C08A-FC68-32D9069AA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300" b="1" dirty="0">
                <a:solidFill>
                  <a:srgbClr val="FFFFFF"/>
                </a:solidFill>
              </a:rPr>
              <a:t>UNICEF </a:t>
            </a:r>
          </a:p>
          <a:p>
            <a:r>
              <a:rPr lang="pl-PL" sz="1300" b="1" dirty="0">
                <a:solidFill>
                  <a:srgbClr val="FFFFFF"/>
                </a:solidFill>
              </a:rPr>
              <a:t> </a:t>
            </a:r>
            <a:r>
              <a:rPr lang="pl-PL" sz="1300" dirty="0">
                <a:solidFill>
                  <a:srgbClr val="FFFFFF"/>
                </a:solidFill>
              </a:rPr>
              <a:t>Zakres działania: Pomoc dzieciom na całym świecie</a:t>
            </a:r>
          </a:p>
          <a:p>
            <a:r>
              <a:rPr lang="pl-PL" sz="1300" dirty="0">
                <a:solidFill>
                  <a:srgbClr val="FFFFFF"/>
                </a:solidFill>
              </a:rPr>
              <a:t>Przykład działań: Dostarczanie szczepionek, wsparcie edukacyjne w strefach konfliktu</a:t>
            </a:r>
          </a:p>
          <a:p>
            <a:pPr marL="0" indent="0">
              <a:buNone/>
            </a:pPr>
            <a:r>
              <a:rPr lang="pl-PL" sz="1300" b="1" dirty="0">
                <a:solidFill>
                  <a:srgbClr val="FFFFFF"/>
                </a:solidFill>
              </a:rPr>
              <a:t>PAH</a:t>
            </a:r>
          </a:p>
          <a:p>
            <a:r>
              <a:rPr lang="pl-PL" sz="1300" dirty="0">
                <a:solidFill>
                  <a:srgbClr val="FFFFFF"/>
                </a:solidFill>
              </a:rPr>
              <a:t>Zakres działania: Pomoc humanitarna i rozwojowa</a:t>
            </a:r>
          </a:p>
          <a:p>
            <a:r>
              <a:rPr lang="pl-PL" sz="1300" dirty="0">
                <a:solidFill>
                  <a:srgbClr val="FFFFFF"/>
                </a:solidFill>
              </a:rPr>
              <a:t>Przykład działań: Pomoc w Syrii, Ukrainie, Somalii; wsparcie uchodźców i ofiar powodzi w Polsce</a:t>
            </a:r>
          </a:p>
          <a:p>
            <a:pPr marL="0" indent="0">
              <a:buNone/>
            </a:pPr>
            <a:r>
              <a:rPr lang="pl-PL" sz="1300" b="1" dirty="0">
                <a:solidFill>
                  <a:srgbClr val="FFFFFF"/>
                </a:solidFill>
              </a:rPr>
              <a:t>Caritas</a:t>
            </a:r>
          </a:p>
          <a:p>
            <a:r>
              <a:rPr lang="pl-PL" sz="1300" dirty="0">
                <a:solidFill>
                  <a:srgbClr val="FFFFFF"/>
                </a:solidFill>
              </a:rPr>
              <a:t>Zakres działania: Pomoc ubogim, bezdomnym, chorym i ofiarom katastrof Przykład działań: Schroniska, paczki żywnościowe, pomoc uchodźcom, wsparcie rodzin</a:t>
            </a:r>
          </a:p>
          <a:p>
            <a:pPr marL="0" indent="0">
              <a:buNone/>
            </a:pPr>
            <a:r>
              <a:rPr lang="pl-PL" sz="1300" b="1" dirty="0" err="1">
                <a:solidFill>
                  <a:srgbClr val="FFFFFF"/>
                </a:solidFill>
              </a:rPr>
              <a:t>Amnesty</a:t>
            </a:r>
            <a:r>
              <a:rPr lang="pl-PL" sz="1300" b="1" dirty="0">
                <a:solidFill>
                  <a:srgbClr val="FFFFFF"/>
                </a:solidFill>
              </a:rPr>
              <a:t> International</a:t>
            </a:r>
          </a:p>
          <a:p>
            <a:r>
              <a:rPr lang="pl-PL" sz="1300" dirty="0">
                <a:solidFill>
                  <a:srgbClr val="FFFFFF"/>
                </a:solidFill>
              </a:rPr>
              <a:t>Zakres działania: Obrona praw człowieka</a:t>
            </a:r>
          </a:p>
          <a:p>
            <a:r>
              <a:rPr lang="pl-PL" sz="1300" dirty="0">
                <a:solidFill>
                  <a:srgbClr val="FFFFFF"/>
                </a:solidFill>
              </a:rPr>
              <a:t>Przykład działań: Kampanie na rzecz uwolnienia więźniów sumienia, raporty o łamaniu praw człowieka</a:t>
            </a:r>
          </a:p>
          <a:p>
            <a:pPr marL="0" indent="0">
              <a:buNone/>
            </a:pPr>
            <a:r>
              <a:rPr lang="pl-PL" sz="1300" b="1" dirty="0">
                <a:solidFill>
                  <a:srgbClr val="FFFFFF"/>
                </a:solidFill>
              </a:rPr>
              <a:t>Czerwony krzyż</a:t>
            </a:r>
          </a:p>
          <a:p>
            <a:r>
              <a:rPr lang="pl-PL" sz="1300" dirty="0">
                <a:solidFill>
                  <a:srgbClr val="FFFFFF"/>
                </a:solidFill>
              </a:rPr>
              <a:t>Zakres działania: Pomoc humanitarna i odbudowa w krajach objętych kryzysem</a:t>
            </a:r>
          </a:p>
          <a:p>
            <a:r>
              <a:rPr lang="pl-PL" sz="1300" dirty="0">
                <a:solidFill>
                  <a:srgbClr val="FFFFFF"/>
                </a:solidFill>
              </a:rPr>
              <a:t>Przykład działań: Pomoc uchodźcom z Syrii, wsparcie ofiar trzęsień ziemi, edukacja w krajach rozwijających się</a:t>
            </a:r>
            <a:endParaRPr lang="en-U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9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Obraz zawierający tekst, mapa, atlas, Świat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4AF01CB-1C83-D0E8-1B54-9312CC5BD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 b="35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20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AFD73DB-0F47-AFDF-354A-C31E5912A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pl-PL" sz="5400" b="1"/>
              <a:t>Orla Straż</a:t>
            </a:r>
            <a:endParaRPr lang="en-US" sz="5400" b="1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6E1B0C-2F72-5B1B-F392-73A541CD0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l-PL" sz="2200" dirty="0"/>
              <a:t>Oficer Bartosz Rutkowski złożył fundację po powrocie ze swojej misji na bliskim wschodzie, gdy dowiedział się o egzekucji chrześcijańskiego chłopca przez radykalnych muzułmanów. Od tamtej pory niesie pomoc </a:t>
            </a:r>
            <a:r>
              <a:rPr lang="pl-PL" sz="2200"/>
              <a:t>najbardziej potrzebującym  </a:t>
            </a:r>
            <a:endParaRPr lang="en-US" sz="2200" dirty="0"/>
          </a:p>
        </p:txBody>
      </p:sp>
      <p:pic>
        <p:nvPicPr>
          <p:cNvPr id="5" name="Obraz 4" descr="Obraz zawierający symbol, tekst, logo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0A56C52-309E-6AD3-F89A-74749FDB0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1294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</TotalTime>
  <Words>403</Words>
  <Application>Microsoft Office PowerPoint</Application>
  <PresentationFormat>Panoramiczny</PresentationFormat>
  <Paragraphs>35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Motyw pakietu Office</vt:lpstr>
      <vt:lpstr>Prezentacja programu PowerPoint</vt:lpstr>
      <vt:lpstr>Jak powstało prawo humanitarne </vt:lpstr>
      <vt:lpstr>Wojskowe służby medyczne</vt:lpstr>
      <vt:lpstr>Zakazana broń</vt:lpstr>
      <vt:lpstr>Symbole różnych organizacji humanitarnych</vt:lpstr>
      <vt:lpstr>Czym zajmują się organizacje humanitarne</vt:lpstr>
      <vt:lpstr>Prezentacja programu PowerPoint</vt:lpstr>
      <vt:lpstr>Orla Straż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2</cp:revision>
  <dcterms:created xsi:type="dcterms:W3CDTF">2025-04-30T20:02:27Z</dcterms:created>
  <dcterms:modified xsi:type="dcterms:W3CDTF">2025-05-17T13:19:10Z</dcterms:modified>
</cp:coreProperties>
</file>