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40" r:id="rId4"/>
    <p:sldId id="1541" r:id="rId5"/>
    <p:sldId id="1542" r:id="rId6"/>
    <p:sldId id="1543" r:id="rId7"/>
    <p:sldId id="1544" r:id="rId8"/>
    <p:sldId id="1545" r:id="rId9"/>
    <p:sldId id="1537" r:id="rId10"/>
    <p:sldId id="1546" r:id="rId11"/>
    <p:sldId id="1547" r:id="rId12"/>
    <p:sldId id="1548" r:id="rId13"/>
    <p:sldId id="1549" r:id="rId14"/>
    <p:sldId id="1550" r:id="rId15"/>
    <p:sldId id="1551" r:id="rId16"/>
    <p:sldId id="1538" r:id="rId17"/>
    <p:sldId id="1557" r:id="rId18"/>
    <p:sldId id="1552" r:id="rId19"/>
    <p:sldId id="1553" r:id="rId20"/>
    <p:sldId id="1566" r:id="rId21"/>
    <p:sldId id="1554" r:id="rId22"/>
    <p:sldId id="1593" r:id="rId23"/>
    <p:sldId id="1555" r:id="rId24"/>
    <p:sldId id="1556" r:id="rId25"/>
    <p:sldId id="1564" r:id="rId26"/>
    <p:sldId id="1569" r:id="rId27"/>
    <p:sldId id="1570" r:id="rId28"/>
    <p:sldId id="1571" r:id="rId29"/>
    <p:sldId id="1572" r:id="rId30"/>
    <p:sldId id="1573" r:id="rId31"/>
    <p:sldId id="1574" r:id="rId32"/>
    <p:sldId id="1575" r:id="rId33"/>
    <p:sldId id="1576" r:id="rId34"/>
    <p:sldId id="1577" r:id="rId35"/>
    <p:sldId id="1578" r:id="rId36"/>
    <p:sldId id="1579" r:id="rId37"/>
    <p:sldId id="1580" r:id="rId38"/>
    <p:sldId id="1581" r:id="rId39"/>
    <p:sldId id="1582" r:id="rId40"/>
    <p:sldId id="1583" r:id="rId41"/>
    <p:sldId id="1584" r:id="rId42"/>
    <p:sldId id="1585" r:id="rId43"/>
    <p:sldId id="1586" r:id="rId44"/>
    <p:sldId id="1587" r:id="rId45"/>
    <p:sldId id="1588" r:id="rId46"/>
    <p:sldId id="1589" r:id="rId47"/>
    <p:sldId id="1590" r:id="rId48"/>
    <p:sldId id="1591" r:id="rId49"/>
    <p:sldId id="1592" r:id="rId50"/>
    <p:sldId id="1595" r:id="rId51"/>
    <p:sldId id="1596" r:id="rId52"/>
    <p:sldId id="1597" r:id="rId53"/>
    <p:sldId id="1598" r:id="rId54"/>
    <p:sldId id="1599" r:id="rId55"/>
    <p:sldId id="1600" r:id="rId56"/>
    <p:sldId id="1601" r:id="rId57"/>
    <p:sldId id="1602" r:id="rId58"/>
    <p:sldId id="1603" r:id="rId59"/>
    <p:sldId id="1604" r:id="rId60"/>
    <p:sldId id="1605" r:id="rId61"/>
    <p:sldId id="1606" r:id="rId62"/>
    <p:sldId id="1607" r:id="rId63"/>
    <p:sldId id="1608" r:id="rId64"/>
    <p:sldId id="1539" r:id="rId65"/>
    <p:sldId id="1558" r:id="rId66"/>
    <p:sldId id="1559" r:id="rId67"/>
    <p:sldId id="1560" r:id="rId68"/>
    <p:sldId id="1561" r:id="rId69"/>
    <p:sldId id="1562" r:id="rId70"/>
    <p:sldId id="1563" r:id="rId7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E66F90-05BF-4279-8EE9-D1229B90EBD6}" v="836" dt="2025-10-12T17:15:14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4BADFCA1-DDD2-495B-9253-58AD6AD8FCCB}"/>
    <pc:docChg chg="undo custSel addSld delSld modSld sldOrd addSection delSection">
      <pc:chgData name="Wojtek Krakowiak" userId="f72a0bb3b8a70e05" providerId="LiveId" clId="{4BADFCA1-DDD2-495B-9253-58AD6AD8FCCB}" dt="2025-02-05T11:39:08.812" v="1093" actId="20577"/>
      <pc:docMkLst>
        <pc:docMk/>
      </pc:docMkLst>
      <pc:sldChg chg="modSp mod">
        <pc:chgData name="Wojtek Krakowiak" userId="f72a0bb3b8a70e05" providerId="LiveId" clId="{4BADFCA1-DDD2-495B-9253-58AD6AD8FCCB}" dt="2025-02-03T13:56:27.398" v="127" actId="20577"/>
        <pc:sldMkLst>
          <pc:docMk/>
          <pc:sldMk cId="1582655019" sldId="1193"/>
        </pc:sldMkLst>
      </pc:sldChg>
      <pc:sldChg chg="addSp delSp modSp add del mod ord delAnim modAnim">
        <pc:chgData name="Wojtek Krakowiak" userId="f72a0bb3b8a70e05" providerId="LiveId" clId="{4BADFCA1-DDD2-495B-9253-58AD6AD8FCCB}" dt="2025-02-04T18:37:51.896" v="387"/>
        <pc:sldMkLst>
          <pc:docMk/>
          <pc:sldMk cId="1436841305" sldId="1536"/>
        </pc:sldMkLst>
      </pc:sldChg>
      <pc:sldChg chg="addSp delSp modSp add mod ord delAnim modAnim">
        <pc:chgData name="Wojtek Krakowiak" userId="f72a0bb3b8a70e05" providerId="LiveId" clId="{4BADFCA1-DDD2-495B-9253-58AD6AD8FCCB}" dt="2025-02-04T18:49:42.668" v="524"/>
        <pc:sldMkLst>
          <pc:docMk/>
          <pc:sldMk cId="1655917023" sldId="1537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4034248914" sldId="1537"/>
        </pc:sldMkLst>
      </pc:sldChg>
      <pc:sldChg chg="addSp delSp modSp add mod ord delAnim modAnim">
        <pc:chgData name="Wojtek Krakowiak" userId="f72a0bb3b8a70e05" providerId="LiveId" clId="{4BADFCA1-DDD2-495B-9253-58AD6AD8FCCB}" dt="2025-02-04T19:02:25.553" v="707"/>
        <pc:sldMkLst>
          <pc:docMk/>
          <pc:sldMk cId="1962144859" sldId="1538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3769743490" sldId="1538"/>
        </pc:sldMkLst>
      </pc:sldChg>
      <pc:sldChg chg="addSp delSp modSp add mod ord delAnim modAnim">
        <pc:chgData name="Wojtek Krakowiak" userId="f72a0bb3b8a70e05" providerId="LiveId" clId="{4BADFCA1-DDD2-495B-9253-58AD6AD8FCCB}" dt="2025-02-05T01:36:05.928" v="855"/>
        <pc:sldMkLst>
          <pc:docMk/>
          <pc:sldMk cId="1877408018" sldId="1539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3078833994" sldId="1539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3569280299" sldId="1540"/>
        </pc:sldMkLst>
      </pc:sldChg>
      <pc:sldChg chg="addSp delSp modSp add mod delAnim modAnim">
        <pc:chgData name="Wojtek Krakowiak" userId="f72a0bb3b8a70e05" providerId="LiveId" clId="{4BADFCA1-DDD2-495B-9253-58AD6AD8FCCB}" dt="2025-02-04T18:30:50.792" v="269"/>
        <pc:sldMkLst>
          <pc:docMk/>
          <pc:sldMk cId="3619679585" sldId="1540"/>
        </pc:sldMkLst>
      </pc:sldChg>
      <pc:sldChg chg="addSp delSp modSp add mod delAnim modAnim">
        <pc:chgData name="Wojtek Krakowiak" userId="f72a0bb3b8a70e05" providerId="LiveId" clId="{4BADFCA1-DDD2-495B-9253-58AD6AD8FCCB}" dt="2025-02-04T18:37:33.621" v="385" actId="20577"/>
        <pc:sldMkLst>
          <pc:docMk/>
          <pc:sldMk cId="775206204" sldId="1541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4260557743" sldId="1541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231739279" sldId="1542"/>
        </pc:sldMkLst>
      </pc:sldChg>
      <pc:sldChg chg="addSp delSp modSp add mod delAnim modAnim">
        <pc:chgData name="Wojtek Krakowiak" userId="f72a0bb3b8a70e05" providerId="LiveId" clId="{4BADFCA1-DDD2-495B-9253-58AD6AD8FCCB}" dt="2025-02-04T18:39:27.623" v="415"/>
        <pc:sldMkLst>
          <pc:docMk/>
          <pc:sldMk cId="1925782158" sldId="1542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104306804" sldId="1543"/>
        </pc:sldMkLst>
      </pc:sldChg>
      <pc:sldChg chg="addSp delSp modSp add mod delAnim modAnim">
        <pc:chgData name="Wojtek Krakowiak" userId="f72a0bb3b8a70e05" providerId="LiveId" clId="{4BADFCA1-DDD2-495B-9253-58AD6AD8FCCB}" dt="2025-02-04T18:44:17.903" v="445"/>
        <pc:sldMkLst>
          <pc:docMk/>
          <pc:sldMk cId="1778631383" sldId="1543"/>
        </pc:sldMkLst>
      </pc:sldChg>
      <pc:sldChg chg="addSp delSp modSp add mod delAnim modAnim">
        <pc:chgData name="Wojtek Krakowiak" userId="f72a0bb3b8a70e05" providerId="LiveId" clId="{4BADFCA1-DDD2-495B-9253-58AD6AD8FCCB}" dt="2025-02-04T18:45:27.406" v="475"/>
        <pc:sldMkLst>
          <pc:docMk/>
          <pc:sldMk cId="1844111314" sldId="1544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3412728009" sldId="1544"/>
        </pc:sldMkLst>
      </pc:sldChg>
      <pc:sldChg chg="add del">
        <pc:chgData name="Wojtek Krakowiak" userId="f72a0bb3b8a70e05" providerId="LiveId" clId="{4BADFCA1-DDD2-495B-9253-58AD6AD8FCCB}" dt="2025-02-04T18:43:45.016" v="442" actId="47"/>
        <pc:sldMkLst>
          <pc:docMk/>
          <pc:sldMk cId="3467843761" sldId="1544"/>
        </pc:sldMkLst>
      </pc:sldChg>
      <pc:sldChg chg="addSp delSp modSp add mod delAnim modAnim">
        <pc:chgData name="Wojtek Krakowiak" userId="f72a0bb3b8a70e05" providerId="LiveId" clId="{4BADFCA1-DDD2-495B-9253-58AD6AD8FCCB}" dt="2025-02-04T18:48:25.237" v="517"/>
        <pc:sldMkLst>
          <pc:docMk/>
          <pc:sldMk cId="53661334" sldId="1545"/>
        </pc:sldMkLst>
      </pc:sldChg>
      <pc:sldChg chg="del">
        <pc:chgData name="Wojtek Krakowiak" userId="f72a0bb3b8a70e05" providerId="LiveId" clId="{4BADFCA1-DDD2-495B-9253-58AD6AD8FCCB}" dt="2025-02-03T13:47:45.668" v="16" actId="47"/>
        <pc:sldMkLst>
          <pc:docMk/>
          <pc:sldMk cId="2414174409" sldId="1545"/>
        </pc:sldMkLst>
      </pc:sldChg>
      <pc:sldChg chg="delSp modSp add del mod delAnim modAnim">
        <pc:chgData name="Wojtek Krakowiak" userId="f72a0bb3b8a70e05" providerId="LiveId" clId="{4BADFCA1-DDD2-495B-9253-58AD6AD8FCCB}" dt="2025-02-04T18:49:01.426" v="522" actId="47"/>
        <pc:sldMkLst>
          <pc:docMk/>
          <pc:sldMk cId="366898022" sldId="1546"/>
        </pc:sldMkLst>
      </pc:sldChg>
      <pc:sldChg chg="addSp delSp modSp add mod delAnim modAnim">
        <pc:chgData name="Wojtek Krakowiak" userId="f72a0bb3b8a70e05" providerId="LiveId" clId="{4BADFCA1-DDD2-495B-9253-58AD6AD8FCCB}" dt="2025-02-04T18:51:21.642" v="564"/>
        <pc:sldMkLst>
          <pc:docMk/>
          <pc:sldMk cId="3602946882" sldId="1546"/>
        </pc:sldMkLst>
      </pc:sldChg>
      <pc:sldChg chg="addSp delSp modSp add mod delAnim modAnim">
        <pc:chgData name="Wojtek Krakowiak" userId="f72a0bb3b8a70e05" providerId="LiveId" clId="{4BADFCA1-DDD2-495B-9253-58AD6AD8FCCB}" dt="2025-02-04T18:53:12.033" v="588"/>
        <pc:sldMkLst>
          <pc:docMk/>
          <pc:sldMk cId="1954853682" sldId="1547"/>
        </pc:sldMkLst>
      </pc:sldChg>
      <pc:sldChg chg="addSp delSp modSp add mod delAnim modAnim">
        <pc:chgData name="Wojtek Krakowiak" userId="f72a0bb3b8a70e05" providerId="LiveId" clId="{4BADFCA1-DDD2-495B-9253-58AD6AD8FCCB}" dt="2025-02-04T18:56:00.848" v="624"/>
        <pc:sldMkLst>
          <pc:docMk/>
          <pc:sldMk cId="1455876091" sldId="1548"/>
        </pc:sldMkLst>
      </pc:sldChg>
      <pc:sldChg chg="addSp delSp modSp add mod delAnim modAnim">
        <pc:chgData name="Wojtek Krakowiak" userId="f72a0bb3b8a70e05" providerId="LiveId" clId="{4BADFCA1-DDD2-495B-9253-58AD6AD8FCCB}" dt="2025-02-04T18:57:30.065" v="652"/>
        <pc:sldMkLst>
          <pc:docMk/>
          <pc:sldMk cId="3231397778" sldId="1549"/>
        </pc:sldMkLst>
      </pc:sldChg>
      <pc:sldChg chg="addSp delSp modSp add mod delAnim modAnim">
        <pc:chgData name="Wojtek Krakowiak" userId="f72a0bb3b8a70e05" providerId="LiveId" clId="{4BADFCA1-DDD2-495B-9253-58AD6AD8FCCB}" dt="2025-02-04T18:58:39.648" v="673"/>
        <pc:sldMkLst>
          <pc:docMk/>
          <pc:sldMk cId="2742039323" sldId="1550"/>
        </pc:sldMkLst>
      </pc:sldChg>
      <pc:sldChg chg="addSp delSp modSp add mod delAnim modAnim">
        <pc:chgData name="Wojtek Krakowiak" userId="f72a0bb3b8a70e05" providerId="LiveId" clId="{4BADFCA1-DDD2-495B-9253-58AD6AD8FCCB}" dt="2025-02-04T19:01:54.880" v="700"/>
        <pc:sldMkLst>
          <pc:docMk/>
          <pc:sldMk cId="3043941123" sldId="1551"/>
        </pc:sldMkLst>
      </pc:sldChg>
      <pc:sldChg chg="delSp modSp add del mod delAnim modAnim">
        <pc:chgData name="Wojtek Krakowiak" userId="f72a0bb3b8a70e05" providerId="LiveId" clId="{4BADFCA1-DDD2-495B-9253-58AD6AD8FCCB}" dt="2025-02-04T19:02:19.347" v="705" actId="47"/>
        <pc:sldMkLst>
          <pc:docMk/>
          <pc:sldMk cId="938461397" sldId="1552"/>
        </pc:sldMkLst>
      </pc:sldChg>
      <pc:sldChg chg="addSp delSp modSp add mod delAnim modAnim">
        <pc:chgData name="Wojtek Krakowiak" userId="f72a0bb3b8a70e05" providerId="LiveId" clId="{4BADFCA1-DDD2-495B-9253-58AD6AD8FCCB}" dt="2025-02-05T01:29:10.238" v="773"/>
        <pc:sldMkLst>
          <pc:docMk/>
          <pc:sldMk cId="1761521888" sldId="1552"/>
        </pc:sldMkLst>
      </pc:sldChg>
      <pc:sldChg chg="addSp modSp add mod modAnim">
        <pc:chgData name="Wojtek Krakowiak" userId="f72a0bb3b8a70e05" providerId="LiveId" clId="{4BADFCA1-DDD2-495B-9253-58AD6AD8FCCB}" dt="2025-02-05T01:27:18.858" v="754"/>
        <pc:sldMkLst>
          <pc:docMk/>
          <pc:sldMk cId="127618758" sldId="1553"/>
        </pc:sldMkLst>
      </pc:sldChg>
      <pc:sldChg chg="addSp delSp modSp add mod delAnim modAnim">
        <pc:chgData name="Wojtek Krakowiak" userId="f72a0bb3b8a70e05" providerId="LiveId" clId="{4BADFCA1-DDD2-495B-9253-58AD6AD8FCCB}" dt="2025-02-05T01:30:26.244" v="797"/>
        <pc:sldMkLst>
          <pc:docMk/>
          <pc:sldMk cId="3660680841" sldId="1554"/>
        </pc:sldMkLst>
      </pc:sldChg>
      <pc:sldChg chg="addSp delSp modSp add mod delAnim modAnim">
        <pc:chgData name="Wojtek Krakowiak" userId="f72a0bb3b8a70e05" providerId="LiveId" clId="{4BADFCA1-DDD2-495B-9253-58AD6AD8FCCB}" dt="2025-02-05T01:31:43.524" v="826"/>
        <pc:sldMkLst>
          <pc:docMk/>
          <pc:sldMk cId="1350339333" sldId="1555"/>
        </pc:sldMkLst>
      </pc:sldChg>
      <pc:sldChg chg="delSp modSp add mod delAnim modAnim">
        <pc:chgData name="Wojtek Krakowiak" userId="f72a0bb3b8a70e05" providerId="LiveId" clId="{4BADFCA1-DDD2-495B-9253-58AD6AD8FCCB}" dt="2025-02-05T01:35:27.007" v="853" actId="20577"/>
        <pc:sldMkLst>
          <pc:docMk/>
          <pc:sldMk cId="1522848721" sldId="1556"/>
        </pc:sldMkLst>
      </pc:sldChg>
      <pc:sldChg chg="modSp add mod">
        <pc:chgData name="Wojtek Krakowiak" userId="f72a0bb3b8a70e05" providerId="LiveId" clId="{4BADFCA1-DDD2-495B-9253-58AD6AD8FCCB}" dt="2025-02-05T01:38:04.181" v="894" actId="20577"/>
        <pc:sldMkLst>
          <pc:docMk/>
          <pc:sldMk cId="2727657862" sldId="1557"/>
        </pc:sldMkLst>
      </pc:sldChg>
      <pc:sldChg chg="addSp delSp modSp add mod delAnim modAnim">
        <pc:chgData name="Wojtek Krakowiak" userId="f72a0bb3b8a70e05" providerId="LiveId" clId="{4BADFCA1-DDD2-495B-9253-58AD6AD8FCCB}" dt="2025-02-05T01:39:43.398" v="932"/>
        <pc:sldMkLst>
          <pc:docMk/>
          <pc:sldMk cId="1459816007" sldId="1558"/>
        </pc:sldMkLst>
      </pc:sldChg>
      <pc:sldChg chg="addSp delSp modSp add mod delAnim modAnim">
        <pc:chgData name="Wojtek Krakowiak" userId="f72a0bb3b8a70e05" providerId="LiveId" clId="{4BADFCA1-DDD2-495B-9253-58AD6AD8FCCB}" dt="2025-02-05T01:42:31.811" v="971"/>
        <pc:sldMkLst>
          <pc:docMk/>
          <pc:sldMk cId="2096442103" sldId="1559"/>
        </pc:sldMkLst>
      </pc:sldChg>
      <pc:sldChg chg="addSp delSp modSp add mod delAnim modAnim">
        <pc:chgData name="Wojtek Krakowiak" userId="f72a0bb3b8a70e05" providerId="LiveId" clId="{4BADFCA1-DDD2-495B-9253-58AD6AD8FCCB}" dt="2025-02-05T01:43:47.666" v="990"/>
        <pc:sldMkLst>
          <pc:docMk/>
          <pc:sldMk cId="263606500" sldId="1560"/>
        </pc:sldMkLst>
      </pc:sldChg>
      <pc:sldChg chg="addSp delSp modSp add mod delAnim modAnim">
        <pc:chgData name="Wojtek Krakowiak" userId="f72a0bb3b8a70e05" providerId="LiveId" clId="{4BADFCA1-DDD2-495B-9253-58AD6AD8FCCB}" dt="2025-02-05T01:45:33.966" v="1013"/>
        <pc:sldMkLst>
          <pc:docMk/>
          <pc:sldMk cId="607906390" sldId="1561"/>
        </pc:sldMkLst>
      </pc:sldChg>
      <pc:sldChg chg="addSp delSp modSp add mod delAnim modAnim">
        <pc:chgData name="Wojtek Krakowiak" userId="f72a0bb3b8a70e05" providerId="LiveId" clId="{4BADFCA1-DDD2-495B-9253-58AD6AD8FCCB}" dt="2025-02-05T01:47:52.395" v="1049"/>
        <pc:sldMkLst>
          <pc:docMk/>
          <pc:sldMk cId="3123847390" sldId="1562"/>
        </pc:sldMkLst>
      </pc:sldChg>
      <pc:sldChg chg="addSp delSp modSp add mod delAnim modAnim">
        <pc:chgData name="Wojtek Krakowiak" userId="f72a0bb3b8a70e05" providerId="LiveId" clId="{4BADFCA1-DDD2-495B-9253-58AD6AD8FCCB}" dt="2025-02-05T11:39:08.812" v="1093" actId="20577"/>
        <pc:sldMkLst>
          <pc:docMk/>
          <pc:sldMk cId="1142848880" sldId="1563"/>
        </pc:sldMkLst>
      </pc:sldChg>
    </pc:docChg>
  </pc:docChgLst>
  <pc:docChgLst>
    <pc:chgData name="Wojtek Krakowiak" userId="f72a0bb3b8a70e05" providerId="LiveId" clId="{2CD57D21-D221-4B90-A895-C40F16B86B39}"/>
    <pc:docChg chg="custSel modSld">
      <pc:chgData name="Wojtek Krakowiak" userId="f72a0bb3b8a70e05" providerId="LiveId" clId="{2CD57D21-D221-4B90-A895-C40F16B86B39}" dt="2025-08-26T12:58:58.845" v="17"/>
      <pc:docMkLst>
        <pc:docMk/>
      </pc:docMkLst>
      <pc:sldChg chg="addSp modSp modAnim">
        <pc:chgData name="Wojtek Krakowiak" userId="f72a0bb3b8a70e05" providerId="LiveId" clId="{2CD57D21-D221-4B90-A895-C40F16B86B39}" dt="2025-08-26T12:58:58.845" v="17"/>
        <pc:sldMkLst>
          <pc:docMk/>
          <pc:sldMk cId="1522848721" sldId="1556"/>
        </pc:sldMkLst>
      </pc:sldChg>
      <pc:sldChg chg="addSp delSp modSp mod delAnim modAnim">
        <pc:chgData name="Wojtek Krakowiak" userId="f72a0bb3b8a70e05" providerId="LiveId" clId="{2CD57D21-D221-4B90-A895-C40F16B86B39}" dt="2025-08-26T12:57:54.758" v="12"/>
        <pc:sldMkLst>
          <pc:docMk/>
          <pc:sldMk cId="2727657862" sldId="1557"/>
        </pc:sldMkLst>
      </pc:sldChg>
    </pc:docChg>
  </pc:docChgLst>
  <pc:docChgLst>
    <pc:chgData name="Wojtek Krakowiak" userId="f72a0bb3b8a70e05" providerId="LiveId" clId="{EB2AAE5E-F441-4B21-A173-D9609660A338}"/>
    <pc:docChg chg="undo custSel addSld delSld modSld">
      <pc:chgData name="Wojtek Krakowiak" userId="f72a0bb3b8a70e05" providerId="LiveId" clId="{EB2AAE5E-F441-4B21-A173-D9609660A338}" dt="2025-10-12T17:17:14.576" v="1476" actId="20577"/>
      <pc:docMkLst>
        <pc:docMk/>
      </pc:docMkLst>
      <pc:sldChg chg="modSp mod">
        <pc:chgData name="Wojtek Krakowiak" userId="f72a0bb3b8a70e05" providerId="LiveId" clId="{EB2AAE5E-F441-4B21-A173-D9609660A338}" dt="2025-10-12T11:17:30.580" v="185" actId="20577"/>
        <pc:sldMkLst>
          <pc:docMk/>
          <pc:sldMk cId="3660680841" sldId="1554"/>
        </pc:sldMkLst>
        <pc:spChg chg="mod">
          <ac:chgData name="Wojtek Krakowiak" userId="f72a0bb3b8a70e05" providerId="LiveId" clId="{EB2AAE5E-F441-4B21-A173-D9609660A338}" dt="2025-10-12T11:17:30.580" v="185" actId="20577"/>
          <ac:spMkLst>
            <pc:docMk/>
            <pc:sldMk cId="3660680841" sldId="1554"/>
            <ac:spMk id="2" creationId="{17005917-9F76-6D17-9FDC-BA33DFC40C9D}"/>
          </ac:spMkLst>
        </pc:spChg>
      </pc:sldChg>
      <pc:sldChg chg="addSp delSp modSp add del mod delAnim modAnim">
        <pc:chgData name="Wojtek Krakowiak" userId="f72a0bb3b8a70e05" providerId="LiveId" clId="{EB2AAE5E-F441-4B21-A173-D9609660A338}" dt="2025-10-12T11:07:57.611" v="30" actId="2696"/>
        <pc:sldMkLst>
          <pc:docMk/>
          <pc:sldMk cId="673778003" sldId="1564"/>
        </pc:sldMkLst>
        <pc:spChg chg="mod">
          <ac:chgData name="Wojtek Krakowiak" userId="f72a0bb3b8a70e05" providerId="LiveId" clId="{EB2AAE5E-F441-4B21-A173-D9609660A338}" dt="2025-10-12T11:06:05.251" v="20" actId="20577"/>
          <ac:spMkLst>
            <pc:docMk/>
            <pc:sldMk cId="673778003" sldId="1564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05:58.709" v="14" actId="20577"/>
          <ac:spMkLst>
            <pc:docMk/>
            <pc:sldMk cId="673778003" sldId="1564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1:05:26.509" v="3" actId="478"/>
          <ac:picMkLst>
            <pc:docMk/>
            <pc:sldMk cId="673778003" sldId="1564"/>
            <ac:picMk id="4" creationId="{5EE8BCB9-466B-6777-4E8B-661F317C48AD}"/>
          </ac:picMkLst>
        </pc:picChg>
        <pc:picChg chg="add mod">
          <ac:chgData name="Wojtek Krakowiak" userId="f72a0bb3b8a70e05" providerId="LiveId" clId="{EB2AAE5E-F441-4B21-A173-D9609660A338}" dt="2025-10-12T11:06:28.926" v="21"/>
          <ac:picMkLst>
            <pc:docMk/>
            <pc:sldMk cId="673778003" sldId="1564"/>
            <ac:picMk id="5" creationId="{8BC81444-5135-9DB1-C2FD-A63D148557E5}"/>
          </ac:picMkLst>
        </pc:picChg>
      </pc:sldChg>
      <pc:sldChg chg="new del">
        <pc:chgData name="Wojtek Krakowiak" userId="f72a0bb3b8a70e05" providerId="LiveId" clId="{EB2AAE5E-F441-4B21-A173-D9609660A338}" dt="2025-10-12T11:07:48.437" v="28" actId="47"/>
        <pc:sldMkLst>
          <pc:docMk/>
          <pc:sldMk cId="332466153" sldId="1565"/>
        </pc:sldMkLst>
      </pc:sldChg>
      <pc:sldChg chg="add del">
        <pc:chgData name="Wojtek Krakowiak" userId="f72a0bb3b8a70e05" providerId="LiveId" clId="{EB2AAE5E-F441-4B21-A173-D9609660A338}" dt="2025-10-12T11:07:46.033" v="27"/>
        <pc:sldMkLst>
          <pc:docMk/>
          <pc:sldMk cId="1637354470" sldId="1566"/>
        </pc:sldMkLst>
      </pc:sldChg>
      <pc:sldChg chg="new del">
        <pc:chgData name="Wojtek Krakowiak" userId="f72a0bb3b8a70e05" providerId="LiveId" clId="{EB2AAE5E-F441-4B21-A173-D9609660A338}" dt="2025-10-12T14:51:56.927" v="868" actId="47"/>
        <pc:sldMkLst>
          <pc:docMk/>
          <pc:sldMk cId="25667905" sldId="1567"/>
        </pc:sldMkLst>
      </pc:sldChg>
      <pc:sldChg chg="new del">
        <pc:chgData name="Wojtek Krakowiak" userId="f72a0bb3b8a70e05" providerId="LiveId" clId="{EB2AAE5E-F441-4B21-A173-D9609660A338}" dt="2025-10-12T14:51:52.460" v="867" actId="47"/>
        <pc:sldMkLst>
          <pc:docMk/>
          <pc:sldMk cId="1105800173" sldId="1568"/>
        </pc:sldMkLst>
      </pc:sldChg>
      <pc:sldChg chg="addSp delSp modSp add mod delAnim modAnim">
        <pc:chgData name="Wojtek Krakowiak" userId="f72a0bb3b8a70e05" providerId="LiveId" clId="{EB2AAE5E-F441-4B21-A173-D9609660A338}" dt="2025-10-12T11:10:00.297" v="59"/>
        <pc:sldMkLst>
          <pc:docMk/>
          <pc:sldMk cId="2971990717" sldId="1569"/>
        </pc:sldMkLst>
        <pc:spChg chg="mod">
          <ac:chgData name="Wojtek Krakowiak" userId="f72a0bb3b8a70e05" providerId="LiveId" clId="{EB2AAE5E-F441-4B21-A173-D9609660A338}" dt="2025-10-12T11:09:34.922" v="56" actId="20577"/>
          <ac:spMkLst>
            <pc:docMk/>
            <pc:sldMk cId="2971990717" sldId="1569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09:24.965" v="40" actId="20577"/>
          <ac:spMkLst>
            <pc:docMk/>
            <pc:sldMk cId="2971990717" sldId="1569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1:09:56.019" v="57"/>
          <ac:picMkLst>
            <pc:docMk/>
            <pc:sldMk cId="2971990717" sldId="1569"/>
            <ac:picMk id="4" creationId="{6BD62DC6-84AB-86B5-FE12-6B5BC69A4E89}"/>
          </ac:picMkLst>
        </pc:picChg>
        <pc:picChg chg="del">
          <ac:chgData name="Wojtek Krakowiak" userId="f72a0bb3b8a70e05" providerId="LiveId" clId="{EB2AAE5E-F441-4B21-A173-D9609660A338}" dt="2025-10-12T11:08:56.374" v="35" actId="478"/>
          <ac:picMkLst>
            <pc:docMk/>
            <pc:sldMk cId="2971990717" sldId="1569"/>
            <ac:picMk id="5" creationId="{8BC81444-5135-9DB1-C2FD-A63D148557E5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1:12:23.541" v="109" actId="20577"/>
        <pc:sldMkLst>
          <pc:docMk/>
          <pc:sldMk cId="2400287133" sldId="1570"/>
        </pc:sldMkLst>
        <pc:spChg chg="mod">
          <ac:chgData name="Wojtek Krakowiak" userId="f72a0bb3b8a70e05" providerId="LiveId" clId="{EB2AAE5E-F441-4B21-A173-D9609660A338}" dt="2025-10-12T11:10:53.527" v="71" actId="20577"/>
          <ac:spMkLst>
            <pc:docMk/>
            <pc:sldMk cId="2400287133" sldId="1570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12:23.541" v="109" actId="20577"/>
          <ac:spMkLst>
            <pc:docMk/>
            <pc:sldMk cId="2400287133" sldId="1570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1:10:08.965" v="62" actId="478"/>
          <ac:picMkLst>
            <pc:docMk/>
            <pc:sldMk cId="2400287133" sldId="1570"/>
            <ac:picMk id="4" creationId="{6BD62DC6-84AB-86B5-FE12-6B5BC69A4E89}"/>
          </ac:picMkLst>
        </pc:picChg>
        <pc:picChg chg="add mod">
          <ac:chgData name="Wojtek Krakowiak" userId="f72a0bb3b8a70e05" providerId="LiveId" clId="{EB2AAE5E-F441-4B21-A173-D9609660A338}" dt="2025-10-12T11:11:44.737" v="86"/>
          <ac:picMkLst>
            <pc:docMk/>
            <pc:sldMk cId="2400287133" sldId="1570"/>
            <ac:picMk id="5" creationId="{002DDECB-FD8C-5309-A007-3DEEA85A7198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1:13:05.397" v="130"/>
        <pc:sldMkLst>
          <pc:docMk/>
          <pc:sldMk cId="24886127" sldId="1571"/>
        </pc:sldMkLst>
        <pc:spChg chg="mod">
          <ac:chgData name="Wojtek Krakowiak" userId="f72a0bb3b8a70e05" providerId="LiveId" clId="{EB2AAE5E-F441-4B21-A173-D9609660A338}" dt="2025-10-12T11:12:41.679" v="127" actId="20577"/>
          <ac:spMkLst>
            <pc:docMk/>
            <pc:sldMk cId="24886127" sldId="1571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12:32.866" v="119" actId="20577"/>
          <ac:spMkLst>
            <pc:docMk/>
            <pc:sldMk cId="24886127" sldId="1571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1:13:03.071" v="128"/>
          <ac:picMkLst>
            <pc:docMk/>
            <pc:sldMk cId="24886127" sldId="1571"/>
            <ac:picMk id="4" creationId="{AD13B5D1-806A-131E-E903-883B8CC12B39}"/>
          </ac:picMkLst>
        </pc:picChg>
        <pc:picChg chg="del">
          <ac:chgData name="Wojtek Krakowiak" userId="f72a0bb3b8a70e05" providerId="LiveId" clId="{EB2AAE5E-F441-4B21-A173-D9609660A338}" dt="2025-10-12T11:11:56.101" v="91" actId="478"/>
          <ac:picMkLst>
            <pc:docMk/>
            <pc:sldMk cId="24886127" sldId="1571"/>
            <ac:picMk id="5" creationId="{002DDECB-FD8C-5309-A007-3DEEA85A7198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1:15:16.834" v="179"/>
        <pc:sldMkLst>
          <pc:docMk/>
          <pc:sldMk cId="3995286820" sldId="1572"/>
        </pc:sldMkLst>
        <pc:spChg chg="mod">
          <ac:chgData name="Wojtek Krakowiak" userId="f72a0bb3b8a70e05" providerId="LiveId" clId="{EB2AAE5E-F441-4B21-A173-D9609660A338}" dt="2025-10-12T11:14:16.860" v="153" actId="20577"/>
          <ac:spMkLst>
            <pc:docMk/>
            <pc:sldMk cId="3995286820" sldId="1572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14:43.968" v="176" actId="20577"/>
          <ac:spMkLst>
            <pc:docMk/>
            <pc:sldMk cId="3995286820" sldId="1572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1:13:11.880" v="133" actId="478"/>
          <ac:picMkLst>
            <pc:docMk/>
            <pc:sldMk cId="3995286820" sldId="1572"/>
            <ac:picMk id="4" creationId="{AD13B5D1-806A-131E-E903-883B8CC12B39}"/>
          </ac:picMkLst>
        </pc:picChg>
        <pc:picChg chg="add mod">
          <ac:chgData name="Wojtek Krakowiak" userId="f72a0bb3b8a70e05" providerId="LiveId" clId="{EB2AAE5E-F441-4B21-A173-D9609660A338}" dt="2025-10-12T11:15:14.083" v="177"/>
          <ac:picMkLst>
            <pc:docMk/>
            <pc:sldMk cId="3995286820" sldId="1572"/>
            <ac:picMk id="5" creationId="{283BE084-AA54-BC80-B24A-8DA4C953B35C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1:21:31.904" v="215"/>
        <pc:sldMkLst>
          <pc:docMk/>
          <pc:sldMk cId="3374555262" sldId="1573"/>
        </pc:sldMkLst>
        <pc:spChg chg="mod">
          <ac:chgData name="Wojtek Krakowiak" userId="f72a0bb3b8a70e05" providerId="LiveId" clId="{EB2AAE5E-F441-4B21-A173-D9609660A338}" dt="2025-10-12T11:20:29.999" v="194" actId="20577"/>
          <ac:spMkLst>
            <pc:docMk/>
            <pc:sldMk cId="3374555262" sldId="1573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21:01.875" v="212" actId="20577"/>
          <ac:spMkLst>
            <pc:docMk/>
            <pc:sldMk cId="3374555262" sldId="1573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1:21:29.282" v="213"/>
          <ac:picMkLst>
            <pc:docMk/>
            <pc:sldMk cId="3374555262" sldId="1573"/>
            <ac:picMk id="4" creationId="{5BE22721-DEF4-A517-0196-7DA0CA830454}"/>
          </ac:picMkLst>
        </pc:picChg>
        <pc:picChg chg="del">
          <ac:chgData name="Wojtek Krakowiak" userId="f72a0bb3b8a70e05" providerId="LiveId" clId="{EB2AAE5E-F441-4B21-A173-D9609660A338}" dt="2025-10-12T11:15:24.788" v="182" actId="478"/>
          <ac:picMkLst>
            <pc:docMk/>
            <pc:sldMk cId="3374555262" sldId="1573"/>
            <ac:picMk id="5" creationId="{283BE084-AA54-BC80-B24A-8DA4C953B35C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1:24:24.555" v="252"/>
        <pc:sldMkLst>
          <pc:docMk/>
          <pc:sldMk cId="3753470200" sldId="1574"/>
        </pc:sldMkLst>
        <pc:spChg chg="mod">
          <ac:chgData name="Wojtek Krakowiak" userId="f72a0bb3b8a70e05" providerId="LiveId" clId="{EB2AAE5E-F441-4B21-A173-D9609660A338}" dt="2025-10-12T11:23:43.028" v="249" actId="20577"/>
          <ac:spMkLst>
            <pc:docMk/>
            <pc:sldMk cId="3753470200" sldId="1574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1:23:27.589" v="229" actId="20577"/>
          <ac:spMkLst>
            <pc:docMk/>
            <pc:sldMk cId="3753470200" sldId="1574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1:21:44.071" v="219" actId="478"/>
          <ac:picMkLst>
            <pc:docMk/>
            <pc:sldMk cId="3753470200" sldId="1574"/>
            <ac:picMk id="4" creationId="{5BE22721-DEF4-A517-0196-7DA0CA830454}"/>
          </ac:picMkLst>
        </pc:picChg>
        <pc:picChg chg="add mod">
          <ac:chgData name="Wojtek Krakowiak" userId="f72a0bb3b8a70e05" providerId="LiveId" clId="{EB2AAE5E-F441-4B21-A173-D9609660A338}" dt="2025-10-12T11:24:21.939" v="250"/>
          <ac:picMkLst>
            <pc:docMk/>
            <pc:sldMk cId="3753470200" sldId="1574"/>
            <ac:picMk id="5" creationId="{E8E6E430-2FB0-F1C3-29BA-A5A8E834D74E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04:24.867" v="275"/>
        <pc:sldMkLst>
          <pc:docMk/>
          <pc:sldMk cId="3336283133" sldId="1575"/>
        </pc:sldMkLst>
        <pc:spChg chg="mod">
          <ac:chgData name="Wojtek Krakowiak" userId="f72a0bb3b8a70e05" providerId="LiveId" clId="{EB2AAE5E-F441-4B21-A173-D9609660A338}" dt="2025-10-12T12:03:47.807" v="260" actId="20577"/>
          <ac:spMkLst>
            <pc:docMk/>
            <pc:sldMk cId="3336283133" sldId="1575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03:56.267" v="272" actId="20577"/>
          <ac:spMkLst>
            <pc:docMk/>
            <pc:sldMk cId="3336283133" sldId="1575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2:04:21.778" v="273"/>
          <ac:picMkLst>
            <pc:docMk/>
            <pc:sldMk cId="3336283133" sldId="1575"/>
            <ac:picMk id="4" creationId="{C553A325-600A-5FB9-E8B6-D2F3DB22B089}"/>
          </ac:picMkLst>
        </pc:picChg>
        <pc:picChg chg="del">
          <ac:chgData name="Wojtek Krakowiak" userId="f72a0bb3b8a70e05" providerId="LiveId" clId="{EB2AAE5E-F441-4B21-A173-D9609660A338}" dt="2025-10-12T11:24:34.270" v="255" actId="478"/>
          <ac:picMkLst>
            <pc:docMk/>
            <pc:sldMk cId="3336283133" sldId="1575"/>
            <ac:picMk id="5" creationId="{E8E6E430-2FB0-F1C3-29BA-A5A8E834D74E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05:46.896" v="327"/>
        <pc:sldMkLst>
          <pc:docMk/>
          <pc:sldMk cId="501132707" sldId="1576"/>
        </pc:sldMkLst>
        <pc:spChg chg="mod">
          <ac:chgData name="Wojtek Krakowiak" userId="f72a0bb3b8a70e05" providerId="LiveId" clId="{EB2AAE5E-F441-4B21-A173-D9609660A338}" dt="2025-10-12T12:05:25.197" v="324" actId="20577"/>
          <ac:spMkLst>
            <pc:docMk/>
            <pc:sldMk cId="501132707" sldId="1576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05:12.296" v="298" actId="313"/>
          <ac:spMkLst>
            <pc:docMk/>
            <pc:sldMk cId="501132707" sldId="1576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2:04:31.738" v="278" actId="478"/>
          <ac:picMkLst>
            <pc:docMk/>
            <pc:sldMk cId="501132707" sldId="1576"/>
            <ac:picMk id="4" creationId="{C553A325-600A-5FB9-E8B6-D2F3DB22B089}"/>
          </ac:picMkLst>
        </pc:picChg>
        <pc:picChg chg="add mod">
          <ac:chgData name="Wojtek Krakowiak" userId="f72a0bb3b8a70e05" providerId="LiveId" clId="{EB2AAE5E-F441-4B21-A173-D9609660A338}" dt="2025-10-12T12:05:44.281" v="325"/>
          <ac:picMkLst>
            <pc:docMk/>
            <pc:sldMk cId="501132707" sldId="1576"/>
            <ac:picMk id="5" creationId="{C2ABC28D-1524-5B92-8027-E4E3F4C7225A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08:00.359" v="385"/>
        <pc:sldMkLst>
          <pc:docMk/>
          <pc:sldMk cId="2911612411" sldId="1577"/>
        </pc:sldMkLst>
        <pc:spChg chg="mod">
          <ac:chgData name="Wojtek Krakowiak" userId="f72a0bb3b8a70e05" providerId="LiveId" clId="{EB2AAE5E-F441-4B21-A173-D9609660A338}" dt="2025-10-12T12:07:37.749" v="382" actId="14100"/>
          <ac:spMkLst>
            <pc:docMk/>
            <pc:sldMk cId="2911612411" sldId="1577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07:02.985" v="348" actId="20577"/>
          <ac:spMkLst>
            <pc:docMk/>
            <pc:sldMk cId="2911612411" sldId="1577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2:07:57.923" v="383"/>
          <ac:picMkLst>
            <pc:docMk/>
            <pc:sldMk cId="2911612411" sldId="1577"/>
            <ac:picMk id="4" creationId="{DE69EAD7-9479-0327-B7FD-2F8E087C9CFC}"/>
          </ac:picMkLst>
        </pc:picChg>
        <pc:picChg chg="del">
          <ac:chgData name="Wojtek Krakowiak" userId="f72a0bb3b8a70e05" providerId="LiveId" clId="{EB2AAE5E-F441-4B21-A173-D9609660A338}" dt="2025-10-12T12:06:37.713" v="330" actId="478"/>
          <ac:picMkLst>
            <pc:docMk/>
            <pc:sldMk cId="2911612411" sldId="1577"/>
            <ac:picMk id="5" creationId="{C2ABC28D-1524-5B92-8027-E4E3F4C7225A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11:37.465" v="444" actId="1076"/>
        <pc:sldMkLst>
          <pc:docMk/>
          <pc:sldMk cId="2460170364" sldId="1578"/>
        </pc:sldMkLst>
        <pc:spChg chg="mod">
          <ac:chgData name="Wojtek Krakowiak" userId="f72a0bb3b8a70e05" providerId="LiveId" clId="{EB2AAE5E-F441-4B21-A173-D9609660A338}" dt="2025-10-12T12:11:37.465" v="444" actId="1076"/>
          <ac:spMkLst>
            <pc:docMk/>
            <pc:sldMk cId="2460170364" sldId="1578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08:50.383" v="415" actId="20577"/>
          <ac:spMkLst>
            <pc:docMk/>
            <pc:sldMk cId="2460170364" sldId="1578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2:08:08.313" v="388" actId="478"/>
          <ac:picMkLst>
            <pc:docMk/>
            <pc:sldMk cId="2460170364" sldId="1578"/>
            <ac:picMk id="4" creationId="{DE69EAD7-9479-0327-B7FD-2F8E087C9CFC}"/>
          </ac:picMkLst>
        </pc:picChg>
        <pc:picChg chg="add mod">
          <ac:chgData name="Wojtek Krakowiak" userId="f72a0bb3b8a70e05" providerId="LiveId" clId="{EB2AAE5E-F441-4B21-A173-D9609660A338}" dt="2025-10-12T12:09:20.317" v="418"/>
          <ac:picMkLst>
            <pc:docMk/>
            <pc:sldMk cId="2460170364" sldId="1578"/>
            <ac:picMk id="5" creationId="{13A20303-0357-18AF-4BBA-1FC452526520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12:06.306" v="447"/>
        <pc:sldMkLst>
          <pc:docMk/>
          <pc:sldMk cId="909881625" sldId="1579"/>
        </pc:sldMkLst>
        <pc:spChg chg="mod">
          <ac:chgData name="Wojtek Krakowiak" userId="f72a0bb3b8a70e05" providerId="LiveId" clId="{EB2AAE5E-F441-4B21-A173-D9609660A338}" dt="2025-10-12T12:11:33.785" v="443" actId="1076"/>
          <ac:spMkLst>
            <pc:docMk/>
            <pc:sldMk cId="909881625" sldId="1579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11:06.638" v="429" actId="1076"/>
          <ac:spMkLst>
            <pc:docMk/>
            <pc:sldMk cId="909881625" sldId="1579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2:12:02.275" v="445"/>
          <ac:picMkLst>
            <pc:docMk/>
            <pc:sldMk cId="909881625" sldId="1579"/>
            <ac:picMk id="4" creationId="{C259B829-8A0C-EF0D-AE59-EEEDA48D86D1}"/>
          </ac:picMkLst>
        </pc:picChg>
        <pc:picChg chg="del">
          <ac:chgData name="Wojtek Krakowiak" userId="f72a0bb3b8a70e05" providerId="LiveId" clId="{EB2AAE5E-F441-4B21-A173-D9609660A338}" dt="2025-10-12T12:09:33.443" v="423" actId="478"/>
          <ac:picMkLst>
            <pc:docMk/>
            <pc:sldMk cId="909881625" sldId="1579"/>
            <ac:picMk id="5" creationId="{13A20303-0357-18AF-4BBA-1FC452526520}"/>
          </ac:picMkLst>
        </pc:picChg>
      </pc:sldChg>
      <pc:sldChg chg="new del">
        <pc:chgData name="Wojtek Krakowiak" userId="f72a0bb3b8a70e05" providerId="LiveId" clId="{EB2AAE5E-F441-4B21-A173-D9609660A338}" dt="2025-10-12T12:09:14.106" v="417" actId="47"/>
        <pc:sldMkLst>
          <pc:docMk/>
          <pc:sldMk cId="2829090152" sldId="1579"/>
        </pc:sldMkLst>
      </pc:sldChg>
      <pc:sldChg chg="addSp delSp modSp add mod delAnim modAnim">
        <pc:chgData name="Wojtek Krakowiak" userId="f72a0bb3b8a70e05" providerId="LiveId" clId="{EB2AAE5E-F441-4B21-A173-D9609660A338}" dt="2025-10-12T12:13:16.441" v="469"/>
        <pc:sldMkLst>
          <pc:docMk/>
          <pc:sldMk cId="3253726781" sldId="1580"/>
        </pc:sldMkLst>
        <pc:spChg chg="mod">
          <ac:chgData name="Wojtek Krakowiak" userId="f72a0bb3b8a70e05" providerId="LiveId" clId="{EB2AAE5E-F441-4B21-A173-D9609660A338}" dt="2025-10-12T12:12:43.509" v="457" actId="20577"/>
          <ac:spMkLst>
            <pc:docMk/>
            <pc:sldMk cId="3253726781" sldId="1580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12:51.307" v="466" actId="20577"/>
          <ac:spMkLst>
            <pc:docMk/>
            <pc:sldMk cId="3253726781" sldId="1580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2:12:19.530" v="450" actId="478"/>
          <ac:picMkLst>
            <pc:docMk/>
            <pc:sldMk cId="3253726781" sldId="1580"/>
            <ac:picMk id="4" creationId="{C259B829-8A0C-EF0D-AE59-EEEDA48D86D1}"/>
          </ac:picMkLst>
        </pc:picChg>
        <pc:picChg chg="add mod">
          <ac:chgData name="Wojtek Krakowiak" userId="f72a0bb3b8a70e05" providerId="LiveId" clId="{EB2AAE5E-F441-4B21-A173-D9609660A338}" dt="2025-10-12T12:13:12.417" v="467"/>
          <ac:picMkLst>
            <pc:docMk/>
            <pc:sldMk cId="3253726781" sldId="1580"/>
            <ac:picMk id="5" creationId="{89492EDE-0F43-97D6-6646-1BEFAF8CE681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14:12.770" v="495"/>
        <pc:sldMkLst>
          <pc:docMk/>
          <pc:sldMk cId="3103145139" sldId="1581"/>
        </pc:sldMkLst>
        <pc:spChg chg="mod">
          <ac:chgData name="Wojtek Krakowiak" userId="f72a0bb3b8a70e05" providerId="LiveId" clId="{EB2AAE5E-F441-4B21-A173-D9609660A338}" dt="2025-10-12T12:13:48.630" v="492" actId="20577"/>
          <ac:spMkLst>
            <pc:docMk/>
            <pc:sldMk cId="3103145139" sldId="1581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13:41.681" v="489" actId="20577"/>
          <ac:spMkLst>
            <pc:docMk/>
            <pc:sldMk cId="3103145139" sldId="1581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2:14:09.588" v="493"/>
          <ac:picMkLst>
            <pc:docMk/>
            <pc:sldMk cId="3103145139" sldId="1581"/>
            <ac:picMk id="4" creationId="{9FF16D24-E58B-B1F1-6450-F542BF0FD5BC}"/>
          </ac:picMkLst>
        </pc:picChg>
        <pc:picChg chg="del">
          <ac:chgData name="Wojtek Krakowiak" userId="f72a0bb3b8a70e05" providerId="LiveId" clId="{EB2AAE5E-F441-4B21-A173-D9609660A338}" dt="2025-10-12T12:13:27.584" v="472" actId="478"/>
          <ac:picMkLst>
            <pc:docMk/>
            <pc:sldMk cId="3103145139" sldId="1581"/>
            <ac:picMk id="5" creationId="{89492EDE-0F43-97D6-6646-1BEFAF8CE681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17:33.030" v="554"/>
        <pc:sldMkLst>
          <pc:docMk/>
          <pc:sldMk cId="4261087730" sldId="1582"/>
        </pc:sldMkLst>
        <pc:spChg chg="mod">
          <ac:chgData name="Wojtek Krakowiak" userId="f72a0bb3b8a70e05" providerId="LiveId" clId="{EB2AAE5E-F441-4B21-A173-D9609660A338}" dt="2025-10-12T12:16:34.678" v="514" actId="20577"/>
          <ac:spMkLst>
            <pc:docMk/>
            <pc:sldMk cId="4261087730" sldId="1582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17:08.464" v="551" actId="20577"/>
          <ac:spMkLst>
            <pc:docMk/>
            <pc:sldMk cId="4261087730" sldId="1582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2:14:59.736" v="498" actId="478"/>
          <ac:picMkLst>
            <pc:docMk/>
            <pc:sldMk cId="4261087730" sldId="1582"/>
            <ac:picMk id="4" creationId="{9FF16D24-E58B-B1F1-6450-F542BF0FD5BC}"/>
          </ac:picMkLst>
        </pc:picChg>
        <pc:picChg chg="add mod">
          <ac:chgData name="Wojtek Krakowiak" userId="f72a0bb3b8a70e05" providerId="LiveId" clId="{EB2AAE5E-F441-4B21-A173-D9609660A338}" dt="2025-10-12T12:17:29.532" v="552"/>
          <ac:picMkLst>
            <pc:docMk/>
            <pc:sldMk cId="4261087730" sldId="1582"/>
            <ac:picMk id="5" creationId="{7BF13611-9AF2-325E-0859-0A0D035827F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18:54.947" v="591"/>
        <pc:sldMkLst>
          <pc:docMk/>
          <pc:sldMk cId="2715036190" sldId="1583"/>
        </pc:sldMkLst>
        <pc:spChg chg="mod">
          <ac:chgData name="Wojtek Krakowiak" userId="f72a0bb3b8a70e05" providerId="LiveId" clId="{EB2AAE5E-F441-4B21-A173-D9609660A338}" dt="2025-10-12T12:18:16.368" v="588" actId="20577"/>
          <ac:spMkLst>
            <pc:docMk/>
            <pc:sldMk cId="2715036190" sldId="1583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18:00.471" v="570" actId="20577"/>
          <ac:spMkLst>
            <pc:docMk/>
            <pc:sldMk cId="2715036190" sldId="1583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2:18:50.266" v="589"/>
          <ac:picMkLst>
            <pc:docMk/>
            <pc:sldMk cId="2715036190" sldId="1583"/>
            <ac:picMk id="4" creationId="{0E4C3BF7-F493-7486-9FAB-036583CB5BFB}"/>
          </ac:picMkLst>
        </pc:picChg>
        <pc:picChg chg="del">
          <ac:chgData name="Wojtek Krakowiak" userId="f72a0bb3b8a70e05" providerId="LiveId" clId="{EB2AAE5E-F441-4B21-A173-D9609660A338}" dt="2025-10-12T12:17:40.197" v="557" actId="478"/>
          <ac:picMkLst>
            <pc:docMk/>
            <pc:sldMk cId="2715036190" sldId="1583"/>
            <ac:picMk id="5" creationId="{7BF13611-9AF2-325E-0859-0A0D035827F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20:08.234" v="632"/>
        <pc:sldMkLst>
          <pc:docMk/>
          <pc:sldMk cId="1356239612" sldId="1584"/>
        </pc:sldMkLst>
        <pc:spChg chg="mod">
          <ac:chgData name="Wojtek Krakowiak" userId="f72a0bb3b8a70e05" providerId="LiveId" clId="{EB2AAE5E-F441-4B21-A173-D9609660A338}" dt="2025-10-12T12:19:17.353" v="610" actId="20577"/>
          <ac:spMkLst>
            <pc:docMk/>
            <pc:sldMk cId="1356239612" sldId="1584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19:34.897" v="629" actId="20577"/>
          <ac:spMkLst>
            <pc:docMk/>
            <pc:sldMk cId="1356239612" sldId="1584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2:19:04.743" v="596" actId="478"/>
          <ac:picMkLst>
            <pc:docMk/>
            <pc:sldMk cId="1356239612" sldId="1584"/>
            <ac:picMk id="4" creationId="{0E4C3BF7-F493-7486-9FAB-036583CB5BFB}"/>
          </ac:picMkLst>
        </pc:picChg>
        <pc:picChg chg="add mod">
          <ac:chgData name="Wojtek Krakowiak" userId="f72a0bb3b8a70e05" providerId="LiveId" clId="{EB2AAE5E-F441-4B21-A173-D9609660A338}" dt="2025-10-12T12:20:05.478" v="630"/>
          <ac:picMkLst>
            <pc:docMk/>
            <pc:sldMk cId="1356239612" sldId="1584"/>
            <ac:picMk id="5" creationId="{CC6C596D-F0AC-9B76-7503-AEFD3B2933A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2:21:47.805" v="663"/>
        <pc:sldMkLst>
          <pc:docMk/>
          <pc:sldMk cId="507014607" sldId="1585"/>
        </pc:sldMkLst>
        <pc:spChg chg="mod">
          <ac:chgData name="Wojtek Krakowiak" userId="f72a0bb3b8a70e05" providerId="LiveId" clId="{EB2AAE5E-F441-4B21-A173-D9609660A338}" dt="2025-10-12T12:21:15.887" v="660" actId="20577"/>
          <ac:spMkLst>
            <pc:docMk/>
            <pc:sldMk cId="507014607" sldId="1585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2:21:03.682" v="644" actId="20577"/>
          <ac:spMkLst>
            <pc:docMk/>
            <pc:sldMk cId="507014607" sldId="1585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2:21:43.392" v="661"/>
          <ac:picMkLst>
            <pc:docMk/>
            <pc:sldMk cId="507014607" sldId="1585"/>
            <ac:picMk id="4" creationId="{7B0926D9-C031-680A-BC5E-00979728DF00}"/>
          </ac:picMkLst>
        </pc:picChg>
        <pc:picChg chg="del">
          <ac:chgData name="Wojtek Krakowiak" userId="f72a0bb3b8a70e05" providerId="LiveId" clId="{EB2AAE5E-F441-4B21-A173-D9609660A338}" dt="2025-10-12T12:20:58.818" v="635" actId="478"/>
          <ac:picMkLst>
            <pc:docMk/>
            <pc:sldMk cId="507014607" sldId="1585"/>
            <ac:picMk id="5" creationId="{CC6C596D-F0AC-9B76-7503-AEFD3B2933A9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3:43:19.736" v="689"/>
        <pc:sldMkLst>
          <pc:docMk/>
          <pc:sldMk cId="2645935789" sldId="1586"/>
        </pc:sldMkLst>
        <pc:spChg chg="mod">
          <ac:chgData name="Wojtek Krakowiak" userId="f72a0bb3b8a70e05" providerId="LiveId" clId="{EB2AAE5E-F441-4B21-A173-D9609660A338}" dt="2025-10-12T13:42:28.122" v="679" actId="20577"/>
          <ac:spMkLst>
            <pc:docMk/>
            <pc:sldMk cId="2645935789" sldId="1586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3:42:35.257" v="686" actId="20577"/>
          <ac:spMkLst>
            <pc:docMk/>
            <pc:sldMk cId="2645935789" sldId="1586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3:41:27.967" v="666" actId="478"/>
          <ac:picMkLst>
            <pc:docMk/>
            <pc:sldMk cId="2645935789" sldId="1586"/>
            <ac:picMk id="4" creationId="{7B0926D9-C031-680A-BC5E-00979728DF00}"/>
          </ac:picMkLst>
        </pc:picChg>
        <pc:picChg chg="add mod">
          <ac:chgData name="Wojtek Krakowiak" userId="f72a0bb3b8a70e05" providerId="LiveId" clId="{EB2AAE5E-F441-4B21-A173-D9609660A338}" dt="2025-10-12T13:43:17.077" v="687"/>
          <ac:picMkLst>
            <pc:docMk/>
            <pc:sldMk cId="2645935789" sldId="1586"/>
            <ac:picMk id="5" creationId="{CF869854-4ECC-A936-06E1-D48DF2AA090A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3:48:36.594" v="709"/>
        <pc:sldMkLst>
          <pc:docMk/>
          <pc:sldMk cId="2181827641" sldId="1587"/>
        </pc:sldMkLst>
        <pc:spChg chg="mod">
          <ac:chgData name="Wojtek Krakowiak" userId="f72a0bb3b8a70e05" providerId="LiveId" clId="{EB2AAE5E-F441-4B21-A173-D9609660A338}" dt="2025-10-12T13:48:12.860" v="706" actId="20577"/>
          <ac:spMkLst>
            <pc:docMk/>
            <pc:sldMk cId="2181827641" sldId="1587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3:48:07.439" v="700" actId="20577"/>
          <ac:spMkLst>
            <pc:docMk/>
            <pc:sldMk cId="2181827641" sldId="1587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3:48:32.200" v="707"/>
          <ac:picMkLst>
            <pc:docMk/>
            <pc:sldMk cId="2181827641" sldId="1587"/>
            <ac:picMk id="4" creationId="{3DD25A79-0798-7A11-6E99-45BF5CA3F23A}"/>
          </ac:picMkLst>
        </pc:picChg>
        <pc:picChg chg="del">
          <ac:chgData name="Wojtek Krakowiak" userId="f72a0bb3b8a70e05" providerId="LiveId" clId="{EB2AAE5E-F441-4B21-A173-D9609660A338}" dt="2025-10-12T13:47:59.950" v="692" actId="478"/>
          <ac:picMkLst>
            <pc:docMk/>
            <pc:sldMk cId="2181827641" sldId="1587"/>
            <ac:picMk id="5" creationId="{CF869854-4ECC-A936-06E1-D48DF2AA090A}"/>
          </ac:picMkLst>
        </pc:picChg>
      </pc:sldChg>
      <pc:sldChg chg="addSp delSp modSp add mod addAnim delAnim modAnim">
        <pc:chgData name="Wojtek Krakowiak" userId="f72a0bb3b8a70e05" providerId="LiveId" clId="{EB2AAE5E-F441-4B21-A173-D9609660A338}" dt="2025-10-12T13:49:51.948" v="735" actId="478"/>
        <pc:sldMkLst>
          <pc:docMk/>
          <pc:sldMk cId="4078495474" sldId="1588"/>
        </pc:sldMkLst>
        <pc:spChg chg="mod">
          <ac:chgData name="Wojtek Krakowiak" userId="f72a0bb3b8a70e05" providerId="LiveId" clId="{EB2AAE5E-F441-4B21-A173-D9609660A338}" dt="2025-10-12T13:48:54.022" v="721" actId="20577"/>
          <ac:spMkLst>
            <pc:docMk/>
            <pc:sldMk cId="4078495474" sldId="1588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3:49:21.966" v="730" actId="20577"/>
          <ac:spMkLst>
            <pc:docMk/>
            <pc:sldMk cId="4078495474" sldId="1588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3:48:43.805" v="712" actId="478"/>
          <ac:picMkLst>
            <pc:docMk/>
            <pc:sldMk cId="4078495474" sldId="1588"/>
            <ac:picMk id="4" creationId="{3DD25A79-0798-7A11-6E99-45BF5CA3F23A}"/>
          </ac:picMkLst>
        </pc:picChg>
        <pc:picChg chg="add del mod">
          <ac:chgData name="Wojtek Krakowiak" userId="f72a0bb3b8a70e05" providerId="LiveId" clId="{EB2AAE5E-F441-4B21-A173-D9609660A338}" dt="2025-10-12T13:49:51.948" v="735" actId="478"/>
          <ac:picMkLst>
            <pc:docMk/>
            <pc:sldMk cId="4078495474" sldId="1588"/>
            <ac:picMk id="5" creationId="{8A4C13CD-2294-C316-2D52-110DDF9124ED}"/>
          </ac:picMkLst>
        </pc:picChg>
      </pc:sldChg>
      <pc:sldChg chg="addSp delSp modSp add mod addAnim delAnim modAnim">
        <pc:chgData name="Wojtek Krakowiak" userId="f72a0bb3b8a70e05" providerId="LiveId" clId="{EB2AAE5E-F441-4B21-A173-D9609660A338}" dt="2025-10-12T13:56:47.641" v="800" actId="478"/>
        <pc:sldMkLst>
          <pc:docMk/>
          <pc:sldMk cId="1776350994" sldId="1589"/>
        </pc:sldMkLst>
        <pc:spChg chg="mod">
          <ac:chgData name="Wojtek Krakowiak" userId="f72a0bb3b8a70e05" providerId="LiveId" clId="{EB2AAE5E-F441-4B21-A173-D9609660A338}" dt="2025-10-12T13:56:17.197" v="795" actId="1076"/>
          <ac:spMkLst>
            <pc:docMk/>
            <pc:sldMk cId="1776350994" sldId="1589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3:55:23.391" v="750" actId="20577"/>
          <ac:spMkLst>
            <pc:docMk/>
            <pc:sldMk cId="1776350994" sldId="1589"/>
            <ac:spMk id="3" creationId="{D5E01233-0BB1-9130-309B-60D11B28CA8F}"/>
          </ac:spMkLst>
        </pc:spChg>
        <pc:picChg chg="add del mod">
          <ac:chgData name="Wojtek Krakowiak" userId="f72a0bb3b8a70e05" providerId="LiveId" clId="{EB2AAE5E-F441-4B21-A173-D9609660A338}" dt="2025-10-12T13:56:47.641" v="800" actId="478"/>
          <ac:picMkLst>
            <pc:docMk/>
            <pc:sldMk cId="1776350994" sldId="1589"/>
            <ac:picMk id="4" creationId="{1B737175-0561-B031-5205-8CCEBEC119E3}"/>
          </ac:picMkLst>
        </pc:picChg>
        <pc:picChg chg="del">
          <ac:chgData name="Wojtek Krakowiak" userId="f72a0bb3b8a70e05" providerId="LiveId" clId="{EB2AAE5E-F441-4B21-A173-D9609660A338}" dt="2025-10-12T13:49:59.677" v="738" actId="478"/>
          <ac:picMkLst>
            <pc:docMk/>
            <pc:sldMk cId="1776350994" sldId="1589"/>
            <ac:picMk id="5" creationId="{8A4C13CD-2294-C316-2D52-110DDF9124ED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3:58:10.903" v="823"/>
        <pc:sldMkLst>
          <pc:docMk/>
          <pc:sldMk cId="1604710813" sldId="1590"/>
        </pc:sldMkLst>
        <pc:spChg chg="mod">
          <ac:chgData name="Wojtek Krakowiak" userId="f72a0bb3b8a70e05" providerId="LiveId" clId="{EB2AAE5E-F441-4B21-A173-D9609660A338}" dt="2025-10-12T13:57:41.602" v="810" actId="20577"/>
          <ac:spMkLst>
            <pc:docMk/>
            <pc:sldMk cId="1604710813" sldId="1590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3:57:50.355" v="820" actId="20577"/>
          <ac:spMkLst>
            <pc:docMk/>
            <pc:sldMk cId="1604710813" sldId="1590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3:57:37.286" v="803" actId="478"/>
          <ac:picMkLst>
            <pc:docMk/>
            <pc:sldMk cId="1604710813" sldId="1590"/>
            <ac:picMk id="4" creationId="{1B737175-0561-B031-5205-8CCEBEC119E3}"/>
          </ac:picMkLst>
        </pc:picChg>
        <pc:picChg chg="add mod">
          <ac:chgData name="Wojtek Krakowiak" userId="f72a0bb3b8a70e05" providerId="LiveId" clId="{EB2AAE5E-F441-4B21-A173-D9609660A338}" dt="2025-10-12T13:58:08.266" v="821"/>
          <ac:picMkLst>
            <pc:docMk/>
            <pc:sldMk cId="1604710813" sldId="1590"/>
            <ac:picMk id="5" creationId="{88FFD861-AE66-9E10-81D6-5D3B5E27BB3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4:00:00.116" v="842"/>
        <pc:sldMkLst>
          <pc:docMk/>
          <pc:sldMk cId="1746014457" sldId="1591"/>
        </pc:sldMkLst>
        <pc:spChg chg="mod">
          <ac:chgData name="Wojtek Krakowiak" userId="f72a0bb3b8a70e05" providerId="LiveId" clId="{EB2AAE5E-F441-4B21-A173-D9609660A338}" dt="2025-10-12T13:59:38.006" v="839" actId="20577"/>
          <ac:spMkLst>
            <pc:docMk/>
            <pc:sldMk cId="1746014457" sldId="1591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3:59:17.244" v="831" actId="20577"/>
          <ac:spMkLst>
            <pc:docMk/>
            <pc:sldMk cId="1746014457" sldId="1591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3:59:57.235" v="840"/>
          <ac:picMkLst>
            <pc:docMk/>
            <pc:sldMk cId="1746014457" sldId="1591"/>
            <ac:picMk id="4" creationId="{0FF56755-2887-268F-DAD4-5EB2AA16F510}"/>
          </ac:picMkLst>
        </pc:picChg>
        <pc:picChg chg="del">
          <ac:chgData name="Wojtek Krakowiak" userId="f72a0bb3b8a70e05" providerId="LiveId" clId="{EB2AAE5E-F441-4B21-A173-D9609660A338}" dt="2025-10-12T13:58:56.424" v="826" actId="478"/>
          <ac:picMkLst>
            <pc:docMk/>
            <pc:sldMk cId="1746014457" sldId="1591"/>
            <ac:picMk id="5" creationId="{88FFD861-AE66-9E10-81D6-5D3B5E27BB3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4:51:43.140" v="866"/>
        <pc:sldMkLst>
          <pc:docMk/>
          <pc:sldMk cId="2235972119" sldId="1592"/>
        </pc:sldMkLst>
        <pc:spChg chg="mod">
          <ac:chgData name="Wojtek Krakowiak" userId="f72a0bb3b8a70e05" providerId="LiveId" clId="{EB2AAE5E-F441-4B21-A173-D9609660A338}" dt="2025-10-12T14:50:38.011" v="856" actId="20577"/>
          <ac:spMkLst>
            <pc:docMk/>
            <pc:sldMk cId="2235972119" sldId="1592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4:50:50.877" v="863" actId="20577"/>
          <ac:spMkLst>
            <pc:docMk/>
            <pc:sldMk cId="2235972119" sldId="1592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4:50:29.365" v="845" actId="478"/>
          <ac:picMkLst>
            <pc:docMk/>
            <pc:sldMk cId="2235972119" sldId="1592"/>
            <ac:picMk id="4" creationId="{0FF56755-2887-268F-DAD4-5EB2AA16F510}"/>
          </ac:picMkLst>
        </pc:picChg>
        <pc:picChg chg="add mod">
          <ac:chgData name="Wojtek Krakowiak" userId="f72a0bb3b8a70e05" providerId="LiveId" clId="{EB2AAE5E-F441-4B21-A173-D9609660A338}" dt="2025-10-12T14:51:40.611" v="864"/>
          <ac:picMkLst>
            <pc:docMk/>
            <pc:sldMk cId="2235972119" sldId="1592"/>
            <ac:picMk id="5" creationId="{B997AAFB-8BD4-1295-EDD4-9A1F8454D71E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5:42:04.735" v="892"/>
        <pc:sldMkLst>
          <pc:docMk/>
          <pc:sldMk cId="3976920221" sldId="1593"/>
        </pc:sldMkLst>
        <pc:spChg chg="mod">
          <ac:chgData name="Wojtek Krakowiak" userId="f72a0bb3b8a70e05" providerId="LiveId" clId="{EB2AAE5E-F441-4B21-A173-D9609660A338}" dt="2025-10-12T15:41:35.062" v="889" actId="20577"/>
          <ac:spMkLst>
            <pc:docMk/>
            <pc:sldMk cId="3976920221" sldId="1593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5:41:28.880" v="880" actId="20577"/>
          <ac:spMkLst>
            <pc:docMk/>
            <pc:sldMk cId="3976920221" sldId="1593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5:42:01.515" v="890"/>
          <ac:picMkLst>
            <pc:docMk/>
            <pc:sldMk cId="3976920221" sldId="1593"/>
            <ac:picMk id="4" creationId="{6C9CBB4F-C0ED-983B-C9F5-A458DAFC61D2}"/>
          </ac:picMkLst>
        </pc:picChg>
        <pc:picChg chg="del">
          <ac:chgData name="Wojtek Krakowiak" userId="f72a0bb3b8a70e05" providerId="LiveId" clId="{EB2AAE5E-F441-4B21-A173-D9609660A338}" dt="2025-10-12T15:41:22.978" v="872" actId="478"/>
          <ac:picMkLst>
            <pc:docMk/>
            <pc:sldMk cId="3976920221" sldId="1593"/>
            <ac:picMk id="5" creationId="{B773D129-0C11-3959-546B-D024CACD4B56}"/>
          </ac:picMkLst>
        </pc:picChg>
      </pc:sldChg>
      <pc:sldChg chg="new del">
        <pc:chgData name="Wojtek Krakowiak" userId="f72a0bb3b8a70e05" providerId="LiveId" clId="{EB2AAE5E-F441-4B21-A173-D9609660A338}" dt="2025-10-12T17:14:30.590" v="1429" actId="47"/>
        <pc:sldMkLst>
          <pc:docMk/>
          <pc:sldMk cId="2992080085" sldId="1594"/>
        </pc:sldMkLst>
      </pc:sldChg>
      <pc:sldChg chg="addSp delSp modSp add mod delAnim modAnim">
        <pc:chgData name="Wojtek Krakowiak" userId="f72a0bb3b8a70e05" providerId="LiveId" clId="{EB2AAE5E-F441-4B21-A173-D9609660A338}" dt="2025-10-12T15:54:11.866" v="914"/>
        <pc:sldMkLst>
          <pc:docMk/>
          <pc:sldMk cId="2962914825" sldId="1595"/>
        </pc:sldMkLst>
        <pc:spChg chg="mod">
          <ac:chgData name="Wojtek Krakowiak" userId="f72a0bb3b8a70e05" providerId="LiveId" clId="{EB2AAE5E-F441-4B21-A173-D9609660A338}" dt="2025-10-12T15:53:29.998" v="900" actId="20577"/>
          <ac:spMkLst>
            <pc:docMk/>
            <pc:sldMk cId="2962914825" sldId="1595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5:53:47.031" v="911" actId="20577"/>
          <ac:spMkLst>
            <pc:docMk/>
            <pc:sldMk cId="2962914825" sldId="1595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5:54:08.524" v="912"/>
          <ac:picMkLst>
            <pc:docMk/>
            <pc:sldMk cId="2962914825" sldId="1595"/>
            <ac:picMk id="4" creationId="{8BE972A2-9F8F-D951-1841-A58E22AC7988}"/>
          </ac:picMkLst>
        </pc:picChg>
        <pc:picChg chg="del">
          <ac:chgData name="Wojtek Krakowiak" userId="f72a0bb3b8a70e05" providerId="LiveId" clId="{EB2AAE5E-F441-4B21-A173-D9609660A338}" dt="2025-10-12T15:50:31.046" v="896" actId="478"/>
          <ac:picMkLst>
            <pc:docMk/>
            <pc:sldMk cId="2962914825" sldId="1595"/>
            <ac:picMk id="5" creationId="{B997AAFB-8BD4-1295-EDD4-9A1F8454D71E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5:55:22.864" v="938"/>
        <pc:sldMkLst>
          <pc:docMk/>
          <pc:sldMk cId="3423049642" sldId="1596"/>
        </pc:sldMkLst>
        <pc:spChg chg="mod">
          <ac:chgData name="Wojtek Krakowiak" userId="f72a0bb3b8a70e05" providerId="LiveId" clId="{EB2AAE5E-F441-4B21-A173-D9609660A338}" dt="2025-10-12T15:54:53.360" v="935" actId="20577"/>
          <ac:spMkLst>
            <pc:docMk/>
            <pc:sldMk cId="3423049642" sldId="1596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5:54:45.029" v="930" actId="20577"/>
          <ac:spMkLst>
            <pc:docMk/>
            <pc:sldMk cId="3423049642" sldId="1596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5:54:22.448" v="917" actId="478"/>
          <ac:picMkLst>
            <pc:docMk/>
            <pc:sldMk cId="3423049642" sldId="1596"/>
            <ac:picMk id="4" creationId="{8BE972A2-9F8F-D951-1841-A58E22AC7988}"/>
          </ac:picMkLst>
        </pc:picChg>
        <pc:picChg chg="add mod">
          <ac:chgData name="Wojtek Krakowiak" userId="f72a0bb3b8a70e05" providerId="LiveId" clId="{EB2AAE5E-F441-4B21-A173-D9609660A338}" dt="2025-10-12T15:55:20.268" v="936"/>
          <ac:picMkLst>
            <pc:docMk/>
            <pc:sldMk cId="3423049642" sldId="1596"/>
            <ac:picMk id="5" creationId="{CD4D436A-57D4-11B8-BFC7-FB8C1686FF8E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5:56:21.413" v="966"/>
        <pc:sldMkLst>
          <pc:docMk/>
          <pc:sldMk cId="1935393413" sldId="1597"/>
        </pc:sldMkLst>
        <pc:spChg chg="mod">
          <ac:chgData name="Wojtek Krakowiak" userId="f72a0bb3b8a70e05" providerId="LiveId" clId="{EB2AAE5E-F441-4B21-A173-D9609660A338}" dt="2025-10-12T15:55:45.104" v="951" actId="20577"/>
          <ac:spMkLst>
            <pc:docMk/>
            <pc:sldMk cId="1935393413" sldId="1597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5:55:59.653" v="963" actId="20577"/>
          <ac:spMkLst>
            <pc:docMk/>
            <pc:sldMk cId="1935393413" sldId="1597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5:56:18.925" v="964"/>
          <ac:picMkLst>
            <pc:docMk/>
            <pc:sldMk cId="1935393413" sldId="1597"/>
            <ac:picMk id="4" creationId="{A1E98E30-F05C-0F05-9ADD-1A85B27A7C9D}"/>
          </ac:picMkLst>
        </pc:picChg>
        <pc:picChg chg="del">
          <ac:chgData name="Wojtek Krakowiak" userId="f72a0bb3b8a70e05" providerId="LiveId" clId="{EB2AAE5E-F441-4B21-A173-D9609660A338}" dt="2025-10-12T15:55:31.290" v="941" actId="478"/>
          <ac:picMkLst>
            <pc:docMk/>
            <pc:sldMk cId="1935393413" sldId="1597"/>
            <ac:picMk id="5" creationId="{CD4D436A-57D4-11B8-BFC7-FB8C1686FF8E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5:57:16.804" v="990"/>
        <pc:sldMkLst>
          <pc:docMk/>
          <pc:sldMk cId="513712380" sldId="1598"/>
        </pc:sldMkLst>
        <pc:spChg chg="mod">
          <ac:chgData name="Wojtek Krakowiak" userId="f72a0bb3b8a70e05" providerId="LiveId" clId="{EB2AAE5E-F441-4B21-A173-D9609660A338}" dt="2025-10-12T15:56:54.170" v="987" actId="20577"/>
          <ac:spMkLst>
            <pc:docMk/>
            <pc:sldMk cId="513712380" sldId="1598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5:56:44.078" v="981" actId="20577"/>
          <ac:spMkLst>
            <pc:docMk/>
            <pc:sldMk cId="513712380" sldId="1598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5:56:32.312" v="969" actId="478"/>
          <ac:picMkLst>
            <pc:docMk/>
            <pc:sldMk cId="513712380" sldId="1598"/>
            <ac:picMk id="4" creationId="{A1E98E30-F05C-0F05-9ADD-1A85B27A7C9D}"/>
          </ac:picMkLst>
        </pc:picChg>
        <pc:picChg chg="add mod">
          <ac:chgData name="Wojtek Krakowiak" userId="f72a0bb3b8a70e05" providerId="LiveId" clId="{EB2AAE5E-F441-4B21-A173-D9609660A338}" dt="2025-10-12T15:57:14.715" v="988"/>
          <ac:picMkLst>
            <pc:docMk/>
            <pc:sldMk cId="513712380" sldId="1598"/>
            <ac:picMk id="5" creationId="{3DAF8C28-4E1A-92F8-5F2F-936D4A803EA0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5:58:46.498" v="1037" actId="313"/>
        <pc:sldMkLst>
          <pc:docMk/>
          <pc:sldMk cId="2510866949" sldId="1599"/>
        </pc:sldMkLst>
        <pc:spChg chg="mod">
          <ac:chgData name="Wojtek Krakowiak" userId="f72a0bb3b8a70e05" providerId="LiveId" clId="{EB2AAE5E-F441-4B21-A173-D9609660A338}" dt="2025-10-12T15:58:46.498" v="1037" actId="313"/>
          <ac:spMkLst>
            <pc:docMk/>
            <pc:sldMk cId="2510866949" sldId="1599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5:58:05.074" v="1033" actId="20577"/>
          <ac:spMkLst>
            <pc:docMk/>
            <pc:sldMk cId="2510866949" sldId="1599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5:58:37.242" v="1034"/>
          <ac:picMkLst>
            <pc:docMk/>
            <pc:sldMk cId="2510866949" sldId="1599"/>
            <ac:picMk id="4" creationId="{A5F46532-FF6D-0F57-F686-071C15133914}"/>
          </ac:picMkLst>
        </pc:picChg>
        <pc:picChg chg="del">
          <ac:chgData name="Wojtek Krakowiak" userId="f72a0bb3b8a70e05" providerId="LiveId" clId="{EB2AAE5E-F441-4B21-A173-D9609660A338}" dt="2025-10-12T15:57:31.453" v="993" actId="478"/>
          <ac:picMkLst>
            <pc:docMk/>
            <pc:sldMk cId="2510866949" sldId="1599"/>
            <ac:picMk id="5" creationId="{3DAF8C28-4E1A-92F8-5F2F-936D4A803EA0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12:27.159" v="1068"/>
        <pc:sldMkLst>
          <pc:docMk/>
          <pc:sldMk cId="412294809" sldId="1600"/>
        </pc:sldMkLst>
        <pc:spChg chg="mod">
          <ac:chgData name="Wojtek Krakowiak" userId="f72a0bb3b8a70e05" providerId="LiveId" clId="{EB2AAE5E-F441-4B21-A173-D9609660A338}" dt="2025-10-12T16:11:57.345" v="1065" actId="20577"/>
          <ac:spMkLst>
            <pc:docMk/>
            <pc:sldMk cId="412294809" sldId="1600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11:51.224" v="1054" actId="20577"/>
          <ac:spMkLst>
            <pc:docMk/>
            <pc:sldMk cId="412294809" sldId="1600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5:58:54.523" v="1040" actId="478"/>
          <ac:picMkLst>
            <pc:docMk/>
            <pc:sldMk cId="412294809" sldId="1600"/>
            <ac:picMk id="4" creationId="{A5F46532-FF6D-0F57-F686-071C15133914}"/>
          </ac:picMkLst>
        </pc:picChg>
        <pc:picChg chg="add mod">
          <ac:chgData name="Wojtek Krakowiak" userId="f72a0bb3b8a70e05" providerId="LiveId" clId="{EB2AAE5E-F441-4B21-A173-D9609660A338}" dt="2025-10-12T16:12:23.738" v="1066"/>
          <ac:picMkLst>
            <pc:docMk/>
            <pc:sldMk cId="412294809" sldId="1600"/>
            <ac:picMk id="5" creationId="{502CDE2B-70B0-31EE-A0B9-3FF153E648C4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14:36.770" v="1120"/>
        <pc:sldMkLst>
          <pc:docMk/>
          <pc:sldMk cId="1612201059" sldId="1601"/>
        </pc:sldMkLst>
        <pc:spChg chg="mod">
          <ac:chgData name="Wojtek Krakowiak" userId="f72a0bb3b8a70e05" providerId="LiveId" clId="{EB2AAE5E-F441-4B21-A173-D9609660A338}" dt="2025-10-12T16:13:19.587" v="1091" actId="20577"/>
          <ac:spMkLst>
            <pc:docMk/>
            <pc:sldMk cId="1612201059" sldId="1601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14:01.607" v="1117" actId="20577"/>
          <ac:spMkLst>
            <pc:docMk/>
            <pc:sldMk cId="1612201059" sldId="1601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6:14:33.121" v="1118"/>
          <ac:picMkLst>
            <pc:docMk/>
            <pc:sldMk cId="1612201059" sldId="1601"/>
            <ac:picMk id="4" creationId="{5E76E720-86DB-0C9D-0C15-30BC4FCEAACB}"/>
          </ac:picMkLst>
        </pc:picChg>
        <pc:picChg chg="del">
          <ac:chgData name="Wojtek Krakowiak" userId="f72a0bb3b8a70e05" providerId="LiveId" clId="{EB2AAE5E-F441-4B21-A173-D9609660A338}" dt="2025-10-12T16:12:37.132" v="1071" actId="478"/>
          <ac:picMkLst>
            <pc:docMk/>
            <pc:sldMk cId="1612201059" sldId="1601"/>
            <ac:picMk id="5" creationId="{502CDE2B-70B0-31EE-A0B9-3FF153E648C4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16:49.278" v="1165"/>
        <pc:sldMkLst>
          <pc:docMk/>
          <pc:sldMk cId="3949545012" sldId="1602"/>
        </pc:sldMkLst>
        <pc:spChg chg="mod">
          <ac:chgData name="Wojtek Krakowiak" userId="f72a0bb3b8a70e05" providerId="LiveId" clId="{EB2AAE5E-F441-4B21-A173-D9609660A338}" dt="2025-10-12T16:15:32.677" v="1162" actId="20577"/>
          <ac:spMkLst>
            <pc:docMk/>
            <pc:sldMk cId="3949545012" sldId="1602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15:24.016" v="1154" actId="313"/>
          <ac:spMkLst>
            <pc:docMk/>
            <pc:sldMk cId="3949545012" sldId="1602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6:14:48.138" v="1123" actId="478"/>
          <ac:picMkLst>
            <pc:docMk/>
            <pc:sldMk cId="3949545012" sldId="1602"/>
            <ac:picMk id="4" creationId="{5E76E720-86DB-0C9D-0C15-30BC4FCEAACB}"/>
          </ac:picMkLst>
        </pc:picChg>
        <pc:picChg chg="add mod">
          <ac:chgData name="Wojtek Krakowiak" userId="f72a0bb3b8a70e05" providerId="LiveId" clId="{EB2AAE5E-F441-4B21-A173-D9609660A338}" dt="2025-10-12T16:16:45.031" v="1163"/>
          <ac:picMkLst>
            <pc:docMk/>
            <pc:sldMk cId="3949545012" sldId="1602"/>
            <ac:picMk id="5" creationId="{7B40143E-5D3F-26FD-1CEB-EE6A2E4A05A8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20:41.286" v="1225"/>
        <pc:sldMkLst>
          <pc:docMk/>
          <pc:sldMk cId="3689335496" sldId="1603"/>
        </pc:sldMkLst>
        <pc:spChg chg="mod">
          <ac:chgData name="Wojtek Krakowiak" userId="f72a0bb3b8a70e05" providerId="LiveId" clId="{EB2AAE5E-F441-4B21-A173-D9609660A338}" dt="2025-10-12T16:19:49.481" v="1204" actId="20577"/>
          <ac:spMkLst>
            <pc:docMk/>
            <pc:sldMk cId="3689335496" sldId="1603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20:13.413" v="1222" actId="20577"/>
          <ac:spMkLst>
            <pc:docMk/>
            <pc:sldMk cId="3689335496" sldId="1603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6:20:39.647" v="1223"/>
          <ac:picMkLst>
            <pc:docMk/>
            <pc:sldMk cId="3689335496" sldId="1603"/>
            <ac:picMk id="4" creationId="{0F69461C-5B63-04D5-14AF-05357FD61599}"/>
          </ac:picMkLst>
        </pc:picChg>
        <pc:picChg chg="del">
          <ac:chgData name="Wojtek Krakowiak" userId="f72a0bb3b8a70e05" providerId="LiveId" clId="{EB2AAE5E-F441-4B21-A173-D9609660A338}" dt="2025-10-12T16:17:00.251" v="1169" actId="478"/>
          <ac:picMkLst>
            <pc:docMk/>
            <pc:sldMk cId="3689335496" sldId="1603"/>
            <ac:picMk id="5" creationId="{7B40143E-5D3F-26FD-1CEB-EE6A2E4A05A8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55:51.658" v="1265"/>
        <pc:sldMkLst>
          <pc:docMk/>
          <pc:sldMk cId="4020876048" sldId="1604"/>
        </pc:sldMkLst>
        <pc:spChg chg="mod">
          <ac:chgData name="Wojtek Krakowiak" userId="f72a0bb3b8a70e05" providerId="LiveId" clId="{EB2AAE5E-F441-4B21-A173-D9609660A338}" dt="2025-10-12T16:55:29.190" v="1262" actId="20577"/>
          <ac:spMkLst>
            <pc:docMk/>
            <pc:sldMk cId="4020876048" sldId="1604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55:16.565" v="1243" actId="20577"/>
          <ac:spMkLst>
            <pc:docMk/>
            <pc:sldMk cId="4020876048" sldId="1604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6:20:54.389" v="1228" actId="478"/>
          <ac:picMkLst>
            <pc:docMk/>
            <pc:sldMk cId="4020876048" sldId="1604"/>
            <ac:picMk id="4" creationId="{0F69461C-5B63-04D5-14AF-05357FD61599}"/>
          </ac:picMkLst>
        </pc:picChg>
        <pc:picChg chg="add mod">
          <ac:chgData name="Wojtek Krakowiak" userId="f72a0bb3b8a70e05" providerId="LiveId" clId="{EB2AAE5E-F441-4B21-A173-D9609660A338}" dt="2025-10-12T16:55:50.394" v="1263"/>
          <ac:picMkLst>
            <pc:docMk/>
            <pc:sldMk cId="4020876048" sldId="1604"/>
            <ac:picMk id="5" creationId="{2C1F650B-DF67-A51E-3658-88E36251A02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57:22.300" v="1321"/>
        <pc:sldMkLst>
          <pc:docMk/>
          <pc:sldMk cId="1361861313" sldId="1605"/>
        </pc:sldMkLst>
        <pc:spChg chg="mod">
          <ac:chgData name="Wojtek Krakowiak" userId="f72a0bb3b8a70e05" providerId="LiveId" clId="{EB2AAE5E-F441-4B21-A173-D9609660A338}" dt="2025-10-12T16:56:38.129" v="1294" actId="20577"/>
          <ac:spMkLst>
            <pc:docMk/>
            <pc:sldMk cId="1361861313" sldId="1605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57:03.140" v="1318" actId="20577"/>
          <ac:spMkLst>
            <pc:docMk/>
            <pc:sldMk cId="1361861313" sldId="1605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6:57:20.629" v="1319"/>
          <ac:picMkLst>
            <pc:docMk/>
            <pc:sldMk cId="1361861313" sldId="1605"/>
            <ac:picMk id="4" creationId="{966BAEFA-C271-48C7-71C1-C8241E4D3DA9}"/>
          </ac:picMkLst>
        </pc:picChg>
        <pc:picChg chg="del">
          <ac:chgData name="Wojtek Krakowiak" userId="f72a0bb3b8a70e05" providerId="LiveId" clId="{EB2AAE5E-F441-4B21-A173-D9609660A338}" dt="2025-10-12T16:56:00.209" v="1268" actId="478"/>
          <ac:picMkLst>
            <pc:docMk/>
            <pc:sldMk cId="1361861313" sldId="1605"/>
            <ac:picMk id="5" creationId="{2C1F650B-DF67-A51E-3658-88E36251A02B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6:59:17.450" v="1374"/>
        <pc:sldMkLst>
          <pc:docMk/>
          <pc:sldMk cId="2346391469" sldId="1606"/>
        </pc:sldMkLst>
        <pc:spChg chg="mod">
          <ac:chgData name="Wojtek Krakowiak" userId="f72a0bb3b8a70e05" providerId="LiveId" clId="{EB2AAE5E-F441-4B21-A173-D9609660A338}" dt="2025-10-12T16:58:56.152" v="1371" actId="20577"/>
          <ac:spMkLst>
            <pc:docMk/>
            <pc:sldMk cId="2346391469" sldId="1606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6:58:38.917" v="1357" actId="20577"/>
          <ac:spMkLst>
            <pc:docMk/>
            <pc:sldMk cId="2346391469" sldId="1606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6:57:29.843" v="1324" actId="478"/>
          <ac:picMkLst>
            <pc:docMk/>
            <pc:sldMk cId="2346391469" sldId="1606"/>
            <ac:picMk id="4" creationId="{966BAEFA-C271-48C7-71C1-C8241E4D3DA9}"/>
          </ac:picMkLst>
        </pc:picChg>
        <pc:picChg chg="add mod">
          <ac:chgData name="Wojtek Krakowiak" userId="f72a0bb3b8a70e05" providerId="LiveId" clId="{EB2AAE5E-F441-4B21-A173-D9609660A338}" dt="2025-10-12T16:59:16.210" v="1372"/>
          <ac:picMkLst>
            <pc:docMk/>
            <pc:sldMk cId="2346391469" sldId="1606"/>
            <ac:picMk id="5" creationId="{2D5EA30C-4582-51F8-2612-DA967E929B4D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7:05:45.629" v="1428"/>
        <pc:sldMkLst>
          <pc:docMk/>
          <pc:sldMk cId="2075172110" sldId="1607"/>
        </pc:sldMkLst>
        <pc:spChg chg="mod">
          <ac:chgData name="Wojtek Krakowiak" userId="f72a0bb3b8a70e05" providerId="LiveId" clId="{EB2AAE5E-F441-4B21-A173-D9609660A338}" dt="2025-10-12T17:00:01.934" v="1396" actId="20577"/>
          <ac:spMkLst>
            <pc:docMk/>
            <pc:sldMk cId="2075172110" sldId="1607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7:01:36.252" v="1425" actId="20577"/>
          <ac:spMkLst>
            <pc:docMk/>
            <pc:sldMk cId="2075172110" sldId="1607"/>
            <ac:spMk id="3" creationId="{D5E01233-0BB1-9130-309B-60D11B28CA8F}"/>
          </ac:spMkLst>
        </pc:spChg>
        <pc:picChg chg="add mod">
          <ac:chgData name="Wojtek Krakowiak" userId="f72a0bb3b8a70e05" providerId="LiveId" clId="{EB2AAE5E-F441-4B21-A173-D9609660A338}" dt="2025-10-12T17:05:43.705" v="1426"/>
          <ac:picMkLst>
            <pc:docMk/>
            <pc:sldMk cId="2075172110" sldId="1607"/>
            <ac:picMk id="4" creationId="{2B548E6B-DF21-134C-5ECB-4C9F20C2CE8C}"/>
          </ac:picMkLst>
        </pc:picChg>
        <pc:picChg chg="del">
          <ac:chgData name="Wojtek Krakowiak" userId="f72a0bb3b8a70e05" providerId="LiveId" clId="{EB2AAE5E-F441-4B21-A173-D9609660A338}" dt="2025-10-12T16:59:28.864" v="1377" actId="478"/>
          <ac:picMkLst>
            <pc:docMk/>
            <pc:sldMk cId="2075172110" sldId="1607"/>
            <ac:picMk id="5" creationId="{2D5EA30C-4582-51F8-2612-DA967E929B4D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12T17:17:14.576" v="1476" actId="20577"/>
        <pc:sldMkLst>
          <pc:docMk/>
          <pc:sldMk cId="2012027968" sldId="1608"/>
        </pc:sldMkLst>
        <pc:spChg chg="mod">
          <ac:chgData name="Wojtek Krakowiak" userId="f72a0bb3b8a70e05" providerId="LiveId" clId="{EB2AAE5E-F441-4B21-A173-D9609660A338}" dt="2025-10-12T17:17:14.576" v="1476" actId="20577"/>
          <ac:spMkLst>
            <pc:docMk/>
            <pc:sldMk cId="2012027968" sldId="1608"/>
            <ac:spMk id="2" creationId="{17005917-9F76-6D17-9FDC-BA33DFC40C9D}"/>
          </ac:spMkLst>
        </pc:spChg>
        <pc:spChg chg="mod">
          <ac:chgData name="Wojtek Krakowiak" userId="f72a0bb3b8a70e05" providerId="LiveId" clId="{EB2AAE5E-F441-4B21-A173-D9609660A338}" dt="2025-10-12T17:14:51.065" v="1456" actId="20577"/>
          <ac:spMkLst>
            <pc:docMk/>
            <pc:sldMk cId="2012027968" sldId="1608"/>
            <ac:spMk id="3" creationId="{D5E01233-0BB1-9130-309B-60D11B28CA8F}"/>
          </ac:spMkLst>
        </pc:spChg>
        <pc:picChg chg="del">
          <ac:chgData name="Wojtek Krakowiak" userId="f72a0bb3b8a70e05" providerId="LiveId" clId="{EB2AAE5E-F441-4B21-A173-D9609660A338}" dt="2025-10-12T17:14:35.440" v="1432" actId="478"/>
          <ac:picMkLst>
            <pc:docMk/>
            <pc:sldMk cId="2012027968" sldId="1608"/>
            <ac:picMk id="4" creationId="{2B548E6B-DF21-134C-5ECB-4C9F20C2CE8C}"/>
          </ac:picMkLst>
        </pc:picChg>
        <pc:picChg chg="add mod">
          <ac:chgData name="Wojtek Krakowiak" userId="f72a0bb3b8a70e05" providerId="LiveId" clId="{EB2AAE5E-F441-4B21-A173-D9609660A338}" dt="2025-10-12T17:15:13.064" v="1457"/>
          <ac:picMkLst>
            <pc:docMk/>
            <pc:sldMk cId="2012027968" sldId="1608"/>
            <ac:picMk id="5" creationId="{6F94B9C2-EEE6-C0B7-7409-EC3523B3AA44}"/>
          </ac:picMkLst>
        </pc:picChg>
      </pc:sldChg>
    </pc:docChg>
  </pc:docChgLst>
  <pc:docChgLst>
    <pc:chgData name="Wojtek Krakowiak" userId="f72a0bb3b8a70e05" providerId="LiveId" clId="{018E920E-9373-49CB-A17D-F934B4E70792}"/>
    <pc:docChg chg="custSel addSld delSld modSld">
      <pc:chgData name="Wojtek Krakowiak" userId="f72a0bb3b8a70e05" providerId="LiveId" clId="{018E920E-9373-49CB-A17D-F934B4E70792}" dt="2024-12-22T15:09:50.870" v="494" actId="20577"/>
      <pc:docMkLst>
        <pc:docMk/>
      </pc:docMkLst>
      <pc:sldChg chg="modSp mod">
        <pc:chgData name="Wojtek Krakowiak" userId="f72a0bb3b8a70e05" providerId="LiveId" clId="{018E920E-9373-49CB-A17D-F934B4E70792}" dt="2024-12-22T15:09:50.870" v="494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018E920E-9373-49CB-A17D-F934B4E70792}" dt="2024-12-07T20:16:22.581" v="427"/>
        <pc:sldMkLst>
          <pc:docMk/>
          <pc:sldMk cId="1436841305" sldId="1536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536254876" sldId="1537"/>
        </pc:sldMkLst>
      </pc:sldChg>
      <pc:sldChg chg="addSp modSp add mod modAnim">
        <pc:chgData name="Wojtek Krakowiak" userId="f72a0bb3b8a70e05" providerId="LiveId" clId="{018E920E-9373-49CB-A17D-F934B4E70792}" dt="2024-12-07T20:17:23.477" v="430"/>
        <pc:sldMkLst>
          <pc:docMk/>
          <pc:sldMk cId="4034248914" sldId="1537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027347201" sldId="1538"/>
        </pc:sldMkLst>
      </pc:sldChg>
      <pc:sldChg chg="addSp modSp add mod modAnim">
        <pc:chgData name="Wojtek Krakowiak" userId="f72a0bb3b8a70e05" providerId="LiveId" clId="{018E920E-9373-49CB-A17D-F934B4E70792}" dt="2024-12-07T20:18:32.707" v="433"/>
        <pc:sldMkLst>
          <pc:docMk/>
          <pc:sldMk cId="3769743490" sldId="1538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018E920E-9373-49CB-A17D-F934B4E70792}" dt="2024-12-07T20:19:10.983" v="436"/>
        <pc:sldMkLst>
          <pc:docMk/>
          <pc:sldMk cId="3078833994" sldId="1539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781149020" sldId="1540"/>
        </pc:sldMkLst>
      </pc:sldChg>
      <pc:sldChg chg="addSp modSp add mod modAnim">
        <pc:chgData name="Wojtek Krakowiak" userId="f72a0bb3b8a70e05" providerId="LiveId" clId="{018E920E-9373-49CB-A17D-F934B4E70792}" dt="2024-12-07T20:19:53.444" v="439"/>
        <pc:sldMkLst>
          <pc:docMk/>
          <pc:sldMk cId="3569280299" sldId="1540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733586578" sldId="1541"/>
        </pc:sldMkLst>
      </pc:sldChg>
      <pc:sldChg chg="addSp modSp add mod modAnim">
        <pc:chgData name="Wojtek Krakowiak" userId="f72a0bb3b8a70e05" providerId="LiveId" clId="{018E920E-9373-49CB-A17D-F934B4E70792}" dt="2024-12-08T10:06:17.110" v="454"/>
        <pc:sldMkLst>
          <pc:docMk/>
          <pc:sldMk cId="4260557743" sldId="1541"/>
        </pc:sldMkLst>
      </pc:sldChg>
      <pc:sldChg chg="addSp modSp add mod modAnim">
        <pc:chgData name="Wojtek Krakowiak" userId="f72a0bb3b8a70e05" providerId="LiveId" clId="{018E920E-9373-49CB-A17D-F934B4E70792}" dt="2024-12-07T20:20:42.551" v="442"/>
        <pc:sldMkLst>
          <pc:docMk/>
          <pc:sldMk cId="231739279" sldId="1542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230537904" sldId="1542"/>
        </pc:sldMkLst>
      </pc:sldChg>
      <pc:sldChg chg="addSp modSp add mod modAnim">
        <pc:chgData name="Wojtek Krakowiak" userId="f72a0bb3b8a70e05" providerId="LiveId" clId="{018E920E-9373-49CB-A17D-F934B4E70792}" dt="2024-12-07T20:54:13.138" v="445"/>
        <pc:sldMkLst>
          <pc:docMk/>
          <pc:sldMk cId="104306804" sldId="1543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514692777" sldId="1543"/>
        </pc:sldMkLst>
      </pc:sldChg>
      <pc:sldChg chg="addSp modSp add mod modAnim">
        <pc:chgData name="Wojtek Krakowiak" userId="f72a0bb3b8a70e05" providerId="LiveId" clId="{018E920E-9373-49CB-A17D-F934B4E70792}" dt="2024-12-07T20:55:03.967" v="448"/>
        <pc:sldMkLst>
          <pc:docMk/>
          <pc:sldMk cId="3412728009" sldId="1544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623161485" sldId="1544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016419207" sldId="1545"/>
        </pc:sldMkLst>
      </pc:sldChg>
      <pc:sldChg chg="addSp modSp add mod modAnim">
        <pc:chgData name="Wojtek Krakowiak" userId="f72a0bb3b8a70e05" providerId="LiveId" clId="{018E920E-9373-49CB-A17D-F934B4E70792}" dt="2024-12-07T20:55:41.500" v="451"/>
        <pc:sldMkLst>
          <pc:docMk/>
          <pc:sldMk cId="2414174409" sldId="1545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526628054" sldId="1546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2374808882" sldId="1547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492620811" sldId="1548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890537909" sldId="1549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1449752342" sldId="1550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448814210" sldId="1551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640690013" sldId="1552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818123351" sldId="1553"/>
        </pc:sldMkLst>
      </pc:sldChg>
      <pc:sldChg chg="del">
        <pc:chgData name="Wojtek Krakowiak" userId="f72a0bb3b8a70e05" providerId="LiveId" clId="{018E920E-9373-49CB-A17D-F934B4E70792}" dt="2024-12-07T19:53:14.341" v="0" actId="2696"/>
        <pc:sldMkLst>
          <pc:docMk/>
          <pc:sldMk cId="3198797024" sldId="155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9.mp3"/><Relationship Id="rId1" Type="http://schemas.microsoft.com/office/2007/relationships/media" Target="../media/media59.mp3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1.mp3"/><Relationship Id="rId1" Type="http://schemas.microsoft.com/office/2007/relationships/media" Target="../media/media61.mp3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2.mp3"/><Relationship Id="rId1" Type="http://schemas.microsoft.com/office/2007/relationships/media" Target="../media/media62.mp3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3.mp3"/><Relationship Id="rId1" Type="http://schemas.microsoft.com/office/2007/relationships/media" Target="../media/media63.mp3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4.mp3"/><Relationship Id="rId1" Type="http://schemas.microsoft.com/office/2007/relationships/media" Target="../media/media64.mp3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5.mp3"/><Relationship Id="rId1" Type="http://schemas.microsoft.com/office/2007/relationships/media" Target="../media/media65.mp3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6.mp3"/><Relationship Id="rId1" Type="http://schemas.microsoft.com/office/2007/relationships/media" Target="../media/media66.mp3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7.mp3"/><Relationship Id="rId1" Type="http://schemas.microsoft.com/office/2007/relationships/media" Target="../media/media67.mp3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8.mp3"/><Relationship Id="rId1" Type="http://schemas.microsoft.com/office/2007/relationships/media" Target="../media/media68.mp3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9.mp3"/><Relationship Id="rId1" Type="http://schemas.microsoft.com/office/2007/relationships/media" Target="../media/media69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392871"/>
            <a:ext cx="11131290" cy="4712529"/>
          </a:xfrm>
        </p:spPr>
        <p:txBody>
          <a:bodyPr>
            <a:normAutofit/>
          </a:bodyPr>
          <a:lstStyle/>
          <a:p>
            <a:r>
              <a:rPr lang="pl-PL" sz="9600" b="1" dirty="0">
                <a:latin typeface="+mn-lt"/>
              </a:rPr>
              <a:t>Klasa 1L</a:t>
            </a:r>
            <a:br>
              <a:rPr lang="pl-PL" sz="9600" b="1" dirty="0">
                <a:latin typeface="+mn-lt"/>
              </a:rPr>
            </a:br>
            <a:r>
              <a:rPr lang="pl-PL" sz="9600" b="1" dirty="0">
                <a:latin typeface="+mn-lt"/>
              </a:rPr>
              <a:t>Los </a:t>
            </a:r>
            <a:r>
              <a:rPr lang="pl-PL" sz="9600" b="1" dirty="0" err="1">
                <a:latin typeface="+mn-lt"/>
              </a:rPr>
              <a:t>objetos</a:t>
            </a:r>
            <a:r>
              <a:rPr lang="pl-PL" sz="9600" b="1" dirty="0">
                <a:latin typeface="+mn-lt"/>
              </a:rPr>
              <a:t> y </a:t>
            </a:r>
            <a:r>
              <a:rPr lang="pl-PL" sz="9600" b="1" dirty="0" err="1">
                <a:latin typeface="+mn-lt"/>
              </a:rPr>
              <a:t>muebles</a:t>
            </a:r>
            <a:r>
              <a:rPr lang="pl-PL" sz="9600" b="1" dirty="0">
                <a:latin typeface="+mn-lt"/>
              </a:rPr>
              <a:t> de la </a:t>
            </a:r>
            <a:r>
              <a:rPr lang="pl-PL" sz="9600" b="1" dirty="0" err="1">
                <a:latin typeface="+mn-lt"/>
              </a:rPr>
              <a:t>casa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Salon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sala</a:t>
            </a:r>
          </a:p>
        </p:txBody>
      </p:sp>
      <p:pic>
        <p:nvPicPr>
          <p:cNvPr id="7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5C0507E-F6C2-3716-706D-CBDAADE7B9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Obraz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pintura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7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7B52EBC-5330-4C87-2E96-DB169E01D1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7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Kanap</a:t>
            </a:r>
            <a:r>
              <a:rPr lang="es-ES" sz="7200" b="1" dirty="0">
                <a:latin typeface="+mn-lt"/>
              </a:rPr>
              <a:t>a</a:t>
            </a:r>
            <a:r>
              <a:rPr lang="pl-PL" sz="7200" b="1" dirty="0">
                <a:latin typeface="+mn-lt"/>
              </a:rPr>
              <a:t>/Tapczan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 sof</a:t>
            </a:r>
            <a:r>
              <a:rPr lang="es-ES" sz="7200" b="1" dirty="0">
                <a:solidFill>
                  <a:srgbClr val="FF0000"/>
                </a:solidFill>
              </a:rPr>
              <a:t>á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3ACE8E6-6043-D122-2EF9-03DDE4F241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Telewizor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televisor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8476D2F-139A-319C-977F-74ECE77C96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8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>
                <a:latin typeface="+mn-lt"/>
              </a:rPr>
              <a:t>Zas</a:t>
            </a:r>
            <a:r>
              <a:rPr lang="pl-PL" sz="7200" b="1" dirty="0" err="1">
                <a:latin typeface="+mn-lt"/>
              </a:rPr>
              <a:t>łony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cortinas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CDE57D6-7290-22E0-C5BD-5DE6C198E5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Książki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libros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D6A0B69-0943-6CC2-8462-F4283208D3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1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Półka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</a:t>
            </a:r>
            <a:r>
              <a:rPr lang="es-ES" sz="7200" b="1" dirty="0">
                <a:solidFill>
                  <a:srgbClr val="FF0000"/>
                </a:solidFill>
              </a:rPr>
              <a:t> estante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7704F32-3825-7F18-A3CE-EB43CB3D8F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Łazienka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baño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03F4A41-01D6-C50A-03A1-0A3FE0F2CA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1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>
                <a:latin typeface="+mn-lt"/>
              </a:rPr>
              <a:t>Lustro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espejo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7A2E932-EA1D-6ED6-FA8F-F0ABE0A136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4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Toaleta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inodoro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298340-F54D-DF41-4EB0-440AA7A2E0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5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Ręcznik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toalla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0162738-F9F2-F959-4E70-78DEBB1732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7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Śmietnik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papelera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C21D57-FD6E-8CF9-3458-62CCB1C8D9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Wanna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bañera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4F1680E-9EA9-3096-E7CC-A099FC4212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3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Umywalka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lavamanos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6C5DD8D-EE9F-493A-ECB8-20FE26E86D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4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Kuchnia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cocina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C9EA7E-01ED-B3FA-CC96-ACE73381FE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4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Lodówka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</a:t>
            </a:r>
            <a:r>
              <a:rPr lang="es-ES" sz="7200" b="1" dirty="0">
                <a:solidFill>
                  <a:srgbClr val="FF0000"/>
                </a:solidFill>
              </a:rPr>
              <a:t> nevera</a:t>
            </a:r>
            <a:r>
              <a:rPr lang="pl-PL" sz="7200" b="1" dirty="0">
                <a:solidFill>
                  <a:srgbClr val="FF0000"/>
                </a:solidFill>
              </a:rPr>
              <a:t>/</a:t>
            </a:r>
            <a:r>
              <a:rPr lang="es-ES" sz="7200" b="1" dirty="0">
                <a:solidFill>
                  <a:srgbClr val="FF0000"/>
                </a:solidFill>
              </a:rPr>
              <a:t>El refrigerador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BAC8E31-5D6D-8F93-3E9B-4DAE13C020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5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 err="1">
                <a:latin typeface="+mn-lt"/>
              </a:rPr>
              <a:t>Blender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licuadora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7993C2E-8E66-0454-9A14-F7D8FB1D7A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2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Mikrofalówka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 </a:t>
            </a:r>
            <a:r>
              <a:rPr lang="pl-PL" sz="7200" b="1" dirty="0" err="1">
                <a:solidFill>
                  <a:srgbClr val="FF0000"/>
                </a:solidFill>
              </a:rPr>
              <a:t>microondas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516B38A-3045-B3A1-733E-2521686423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4BB3-44B3-DA6F-558D-784E0A8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D9B29-7ACE-1300-F701-7CC98C495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Zmywarka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25BDD-5CA8-B012-D96E-24F693C1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141529"/>
            <a:ext cx="11429999" cy="1192374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lavaplatos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ED14811-4DCB-CFCD-9232-BBDC349148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5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>
                <a:latin typeface="+mn-lt"/>
              </a:rPr>
              <a:t>Pie</a:t>
            </a:r>
            <a:r>
              <a:rPr lang="pl-PL" sz="7200" b="1" dirty="0">
                <a:latin typeface="+mn-lt"/>
              </a:rPr>
              <a:t>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estufa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773D129-0C11-3959-546B-D024CACD4B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8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Piekarnik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horno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C9CBB4F-C0ED-983B-C9F5-A458DAFC61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2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Szafki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Los gabinetes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352EA2A-ABDD-41D2-7FD3-9F3449FE37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3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Szuflady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gavetas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EE8BCB9-466B-6777-4E8B-661F317C48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4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Pralka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lavadora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BC81444-5135-9DB1-C2FD-A63D148557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7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Płyta indukcyjna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</a:t>
            </a:r>
            <a:r>
              <a:rPr lang="pl-PL" sz="7200" b="1" dirty="0">
                <a:solidFill>
                  <a:srgbClr val="FF0000"/>
                </a:solidFill>
              </a:rPr>
              <a:t>a placa de inducción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BD62DC6-84AB-86B5-FE12-6B5BC69A4E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9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Toster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La tostadora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02DDECB-FD8C-5309-A007-3DEEA85A71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8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Szczypce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Las pinzas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D13B5D1-806A-131E-E903-883B8CC12B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Ekspres do kawy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cafetera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83BE084-AA54-BC80-B24A-8DA4C953B3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8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Chochla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cucharón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BE22721-DEF4-A517-0196-7DA0CA8304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5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Gniazdko elektryczne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enchufe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8E6E430-2FB0-F1C3-29BA-A5A8E834D7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7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Zlew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fregadero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553A325-600A-5FB9-E8B6-D2F3DB22B0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Ścierka kuchenna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paño de cocina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2ABC28D-1524-5B92-8027-E4E3F4C722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3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79754"/>
            <a:ext cx="11032478" cy="210624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Rolka ręczników papierowych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rollo de papel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E69EAD7-9479-0327-B7FD-2F8E087C9C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1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898" y="552451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Blat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encimera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3A20303-0357-18AF-4BBA-1FC4525265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7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Zamrażalnik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</a:t>
            </a:r>
            <a:r>
              <a:rPr lang="pl-PL" sz="7200" b="1" dirty="0">
                <a:solidFill>
                  <a:srgbClr val="FF0000"/>
                </a:solidFill>
              </a:rPr>
              <a:t>l congelador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259B829-8A0C-EF0D-AE59-EEEDA48D86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8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Miotła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escoba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492EDE-0F43-97D6-6646-1BEFAF8CE6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2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Mop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fregona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FF16D24-E58B-B1F1-6450-F542BF0FD5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4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Torba na śmieci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bolsa de basura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F13611-9AF2-325E-0859-0A0D035827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8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Szufla (na śmieci)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recogedor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E4C3BF7-F493-7486-9FAB-036583CB5B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3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Kosz na śmieci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cubo de basura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C6C596D-F0AC-9B76-7503-AEFD3B2933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Wiadro (od mopa)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cubo de fregado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0926D9-C031-680A-BC5E-00979728DF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1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Szklanka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vaso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F869854-4ECC-A936-06E1-D48DF2AA09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3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Garnek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olla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DD25A79-0798-7A11-6E99-45BF5CA3F2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2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0" y="575897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Patelnia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sartén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A4C13CD-2294-C316-2D52-110DDF9124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9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Pokrywka (patelni lub garnka)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tapadera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B737175-0561-B031-5205-8CCEBEC119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5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Rondel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cazuela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8FFD861-AE66-9E10-81D6-5D3B5E27BB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1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Durszlak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</a:t>
            </a:r>
            <a:r>
              <a:rPr lang="pl-PL" sz="7200" b="1" dirty="0">
                <a:solidFill>
                  <a:srgbClr val="FF0000"/>
                </a:solidFill>
              </a:rPr>
              <a:t>l escurridor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FF56755-2887-268F-DAD4-5EB2AA16F5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1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Filiżanka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taza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997AAFB-8BD4-1295-EDD4-9A1F8454D7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7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Nóż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cuchillo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BE972A2-9F8F-D951-1841-A58E22AC79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1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Łyżka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cuchara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D4D436A-57D4-11B8-BFC7-FB8C1686FF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4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Widelec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tenedor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1E98E30-F05C-0F05-9ADD-1A85B27A7C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9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Mikser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batidora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DAF8C28-4E1A-92F8-5F2F-936D4A803E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1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Miarka/Kubek miarowy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taza medidora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F46532-FF6D-0F57-F686-071C151339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6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Frytkownica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freidora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02CDE2B-70B0-31EE-A0B9-3FF153E648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Wyciskarka do soków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extractora de jugos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E76E720-86DB-0C9D-0C15-30BC4FCEAA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0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Wolnowar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olla de cocción lenta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B40143E-5D3F-26FD-1CEB-EE6A2E4A05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4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Ryżowar </a:t>
            </a:r>
            <a:r>
              <a:rPr lang="en-GB" sz="7200" b="1" dirty="0">
                <a:latin typeface="+mn-lt"/>
              </a:rPr>
              <a:t>(rice cooker)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olla arrocera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F69461C-5B63-04D5-14AF-05357FD615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3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Opiekacz do kanapek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sandwichera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C1F650B-DF67-A51E-3658-88E36251A0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7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Czajnik elektryczny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hervidor eléctrico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66BAEFA-C271-48C7-71C1-C8241E4D3D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6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Robot kuchenny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procesador de alimentos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D5EA30C-4582-51F8-2612-DA967E929B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9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Maszyna do lodów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máquina de helados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B548E6B-DF21-134C-5ECB-4C9F20C2CE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7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24B7-102F-24EE-C4B8-48260C3A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005917-9F76-6D17-9FDC-BA33DFC40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354" y="275897"/>
            <a:ext cx="11517645" cy="1255672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Wyciąg (pary)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E01233-0BB1-9130-309B-60D11B28C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200307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El ventilador de cocina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F94B9C2-EEE6-C0B7-7409-EC3523B3AA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2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Sypialnia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 dormitorio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1C560AB-6510-78BA-9A72-9092731EE6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08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Stolik</a:t>
            </a:r>
            <a:r>
              <a:rPr lang="es-ES" sz="7200" b="1" dirty="0">
                <a:latin typeface="+mn-lt"/>
              </a:rPr>
              <a:t> </a:t>
            </a:r>
            <a:r>
              <a:rPr lang="es-ES" sz="7200" b="1" dirty="0" err="1">
                <a:latin typeface="+mn-lt"/>
              </a:rPr>
              <a:t>nocny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mesa de la noche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F5F7237-E9AF-6248-876A-E14A4A7C53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1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Lampka</a:t>
            </a:r>
            <a:r>
              <a:rPr lang="es-ES" sz="7200" b="1" dirty="0">
                <a:latin typeface="+mn-lt"/>
              </a:rPr>
              <a:t> (</a:t>
            </a:r>
            <a:r>
              <a:rPr lang="es-ES" sz="7200" b="1" dirty="0" err="1">
                <a:latin typeface="+mn-lt"/>
              </a:rPr>
              <a:t>stoj</a:t>
            </a:r>
            <a:r>
              <a:rPr lang="pl-PL" sz="7200" b="1" dirty="0" err="1">
                <a:latin typeface="+mn-lt"/>
              </a:rPr>
              <a:t>ąca</a:t>
            </a:r>
            <a:r>
              <a:rPr lang="pl-PL" sz="7200" b="1" dirty="0">
                <a:latin typeface="+mn-lt"/>
              </a:rPr>
              <a:t>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lámpara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99C7267-3829-ABBE-6E20-E9A427A93C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4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s-ES" sz="7200" b="1" dirty="0" err="1">
                <a:latin typeface="+mn-lt"/>
              </a:rPr>
              <a:t>Okno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La ventana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9FB21A-CA9B-3578-9E14-548AA9C417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Łóżko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 </a:t>
            </a:r>
            <a:r>
              <a:rPr lang="pl-PL" sz="7200" b="1" dirty="0" err="1">
                <a:solidFill>
                  <a:srgbClr val="FF0000"/>
                </a:solidFill>
              </a:rPr>
              <a:t>cama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A37C40A-ED89-5E8C-997E-317E710A8C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0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 err="1">
                <a:latin typeface="+mn-lt"/>
              </a:rPr>
              <a:t>Podószka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La</a:t>
            </a:r>
            <a:r>
              <a:rPr lang="es-ES" sz="7200" b="1" dirty="0">
                <a:solidFill>
                  <a:srgbClr val="FF0000"/>
                </a:solidFill>
              </a:rPr>
              <a:t> almohada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0130575-8DB3-8830-B5F9-482C2F1F03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4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Zegar-</a:t>
            </a:r>
            <a:r>
              <a:rPr lang="pl-PL" sz="7200" b="1" dirty="0" err="1">
                <a:latin typeface="+mn-lt"/>
              </a:rPr>
              <a:t>ek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El </a:t>
            </a:r>
            <a:r>
              <a:rPr lang="pl-PL" sz="7200" b="1" dirty="0" err="1">
                <a:solidFill>
                  <a:srgbClr val="FF0000"/>
                </a:solidFill>
              </a:rPr>
              <a:t>reloj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64EEA9E-C335-7182-B452-F383A7639D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4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6891</TotalTime>
  <Words>305</Words>
  <Application>Microsoft Office PowerPoint</Application>
  <PresentationFormat>Panoramiczny</PresentationFormat>
  <Paragraphs>139</Paragraphs>
  <Slides>70</Slides>
  <Notes>0</Notes>
  <HiddenSlides>0</HiddenSlides>
  <MMClips>69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Motyw pakietu Office</vt:lpstr>
      <vt:lpstr>Klasa 1L Los objetos y muebles de la casa</vt:lpstr>
      <vt:lpstr>Salon</vt:lpstr>
      <vt:lpstr>Obraz</vt:lpstr>
      <vt:lpstr>Kanapa/Tapczan</vt:lpstr>
      <vt:lpstr>Telewizor</vt:lpstr>
      <vt:lpstr>Zasłony</vt:lpstr>
      <vt:lpstr>Książki</vt:lpstr>
      <vt:lpstr>Półka</vt:lpstr>
      <vt:lpstr>Łazienka</vt:lpstr>
      <vt:lpstr>Lustro</vt:lpstr>
      <vt:lpstr>Toaleta</vt:lpstr>
      <vt:lpstr>Ręcznik</vt:lpstr>
      <vt:lpstr>Śmietnik</vt:lpstr>
      <vt:lpstr>Wanna</vt:lpstr>
      <vt:lpstr>Umywalka</vt:lpstr>
      <vt:lpstr>Kuchnia</vt:lpstr>
      <vt:lpstr>Lodówka</vt:lpstr>
      <vt:lpstr>Blender</vt:lpstr>
      <vt:lpstr>Mikrofalówka</vt:lpstr>
      <vt:lpstr>Zmywarka</vt:lpstr>
      <vt:lpstr>Piec</vt:lpstr>
      <vt:lpstr>Piekarnik</vt:lpstr>
      <vt:lpstr>Szafki</vt:lpstr>
      <vt:lpstr>Szuflady</vt:lpstr>
      <vt:lpstr>Pralka</vt:lpstr>
      <vt:lpstr>Płyta indukcyjna</vt:lpstr>
      <vt:lpstr>Toster</vt:lpstr>
      <vt:lpstr>Szczypce</vt:lpstr>
      <vt:lpstr>Ekspres do kawy</vt:lpstr>
      <vt:lpstr>Chochla</vt:lpstr>
      <vt:lpstr>Gniazdko elektryczne</vt:lpstr>
      <vt:lpstr>Zlew</vt:lpstr>
      <vt:lpstr>Ścierka kuchenna</vt:lpstr>
      <vt:lpstr>Rolka ręczników papierowych</vt:lpstr>
      <vt:lpstr>Blat</vt:lpstr>
      <vt:lpstr>Zamrażalnik</vt:lpstr>
      <vt:lpstr>Miotła</vt:lpstr>
      <vt:lpstr>Mop</vt:lpstr>
      <vt:lpstr>Torba na śmieci</vt:lpstr>
      <vt:lpstr>Szufla (na śmieci)</vt:lpstr>
      <vt:lpstr>Kosz na śmieci</vt:lpstr>
      <vt:lpstr>Wiadro (od mopa)</vt:lpstr>
      <vt:lpstr>Szklanka</vt:lpstr>
      <vt:lpstr>Garnek</vt:lpstr>
      <vt:lpstr>Patelnia</vt:lpstr>
      <vt:lpstr>Pokrywka (patelni lub garnka)</vt:lpstr>
      <vt:lpstr>Rondel</vt:lpstr>
      <vt:lpstr>Durszlak</vt:lpstr>
      <vt:lpstr>Filiżanka</vt:lpstr>
      <vt:lpstr>Nóż</vt:lpstr>
      <vt:lpstr>Łyżka</vt:lpstr>
      <vt:lpstr>Widelec</vt:lpstr>
      <vt:lpstr>Mikser</vt:lpstr>
      <vt:lpstr>Miarka/Kubek miarowy</vt:lpstr>
      <vt:lpstr>Frytkownica</vt:lpstr>
      <vt:lpstr>Wyciskarka do soków</vt:lpstr>
      <vt:lpstr>Wolnowar</vt:lpstr>
      <vt:lpstr>Ryżowar (rice cooker)</vt:lpstr>
      <vt:lpstr>Opiekacz do kanapek</vt:lpstr>
      <vt:lpstr>Czajnik elektryczny</vt:lpstr>
      <vt:lpstr>Robot kuchenny</vt:lpstr>
      <vt:lpstr>Maszyna do lodów</vt:lpstr>
      <vt:lpstr>Wyciąg (pary)</vt:lpstr>
      <vt:lpstr>Sypialnia</vt:lpstr>
      <vt:lpstr>Stolik nocny</vt:lpstr>
      <vt:lpstr>Lampka (stojąca)</vt:lpstr>
      <vt:lpstr>Okno</vt:lpstr>
      <vt:lpstr>Łóżko</vt:lpstr>
      <vt:lpstr>Podószka</vt:lpstr>
      <vt:lpstr>Zegar-ek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1517</cp:revision>
  <dcterms:created xsi:type="dcterms:W3CDTF">2018-09-30T05:35:06Z</dcterms:created>
  <dcterms:modified xsi:type="dcterms:W3CDTF">2025-10-12T17:17:18Z</dcterms:modified>
</cp:coreProperties>
</file>