
<file path=[Content_Types].xml><?xml version="1.0" encoding="utf-8"?>
<Types xmlns="http://schemas.openxmlformats.org/package/2006/content-types">
  <Default Extension="jpeg" ContentType="image/jpeg"/>
  <Default Extension="mp3" ContentType="audio/m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1193" r:id="rId2"/>
    <p:sldId id="1536" r:id="rId3"/>
    <p:sldId id="1537" r:id="rId4"/>
    <p:sldId id="1538" r:id="rId5"/>
    <p:sldId id="1539" r:id="rId6"/>
    <p:sldId id="1540" r:id="rId7"/>
    <p:sldId id="1541" r:id="rId8"/>
    <p:sldId id="1542" r:id="rId9"/>
    <p:sldId id="1543" r:id="rId10"/>
    <p:sldId id="1544" r:id="rId11"/>
    <p:sldId id="1545" r:id="rId12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omek" initials="TKR" lastIdx="2" clrIdx="0">
    <p:extLst>
      <p:ext uri="{19B8F6BF-5375-455C-9EA6-DF929625EA0E}">
        <p15:presenceInfo xmlns:p15="http://schemas.microsoft.com/office/powerpoint/2012/main" userId="Tomek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204" autoAdjust="0"/>
    <p:restoredTop sz="94660"/>
  </p:normalViewPr>
  <p:slideViewPr>
    <p:cSldViewPr snapToGrid="0">
      <p:cViewPr varScale="1">
        <p:scale>
          <a:sx n="123" d="100"/>
          <a:sy n="123" d="100"/>
        </p:scale>
        <p:origin x="102" y="12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ommentAuthors" Target="commentAuthors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ojtek Krakowiak" userId="f72a0bb3b8a70e05" providerId="LiveId" clId="{EB2AAE5E-F441-4B21-A173-D9609660A338}"/>
    <pc:docChg chg="modSld">
      <pc:chgData name="Wojtek Krakowiak" userId="f72a0bb3b8a70e05" providerId="LiveId" clId="{EB2AAE5E-F441-4B21-A173-D9609660A338}" dt="2025-08-29T12:58:29.569" v="7" actId="20577"/>
      <pc:docMkLst>
        <pc:docMk/>
      </pc:docMkLst>
      <pc:sldChg chg="modSp mod">
        <pc:chgData name="Wojtek Krakowiak" userId="f72a0bb3b8a70e05" providerId="LiveId" clId="{EB2AAE5E-F441-4B21-A173-D9609660A338}" dt="2025-08-29T12:58:29.569" v="7" actId="20577"/>
        <pc:sldMkLst>
          <pc:docMk/>
          <pc:sldMk cId="2414174409" sldId="1545"/>
        </pc:sldMkLst>
        <pc:spChg chg="mod">
          <ac:chgData name="Wojtek Krakowiak" userId="f72a0bb3b8a70e05" providerId="LiveId" clId="{EB2AAE5E-F441-4B21-A173-D9609660A338}" dt="2025-08-29T12:58:29.569" v="7" actId="20577"/>
          <ac:spMkLst>
            <pc:docMk/>
            <pc:sldMk cId="2414174409" sldId="1545"/>
            <ac:spMk id="2" creationId="{5308B23A-7DA4-D688-5835-58BD1C460D7D}"/>
          </ac:spMkLst>
        </pc:spChg>
      </pc:sldChg>
    </pc:docChg>
  </pc:docChgLst>
  <pc:docChgLst>
    <pc:chgData name="Wojtek Krakowiak" userId="f72a0bb3b8a70e05" providerId="LiveId" clId="{018E920E-9373-49CB-A17D-F934B4E70792}"/>
    <pc:docChg chg="custSel addSld delSld modSld">
      <pc:chgData name="Wojtek Krakowiak" userId="f72a0bb3b8a70e05" providerId="LiveId" clId="{018E920E-9373-49CB-A17D-F934B4E70792}" dt="2024-12-22T15:09:50.870" v="494" actId="20577"/>
      <pc:docMkLst>
        <pc:docMk/>
      </pc:docMkLst>
      <pc:sldChg chg="modSp mod">
        <pc:chgData name="Wojtek Krakowiak" userId="f72a0bb3b8a70e05" providerId="LiveId" clId="{018E920E-9373-49CB-A17D-F934B4E70792}" dt="2024-12-22T15:09:50.870" v="494" actId="20577"/>
        <pc:sldMkLst>
          <pc:docMk/>
          <pc:sldMk cId="1582655019" sldId="1193"/>
        </pc:sldMkLst>
      </pc:sldChg>
      <pc:sldChg chg="addSp delSp modSp mod delAnim modAnim">
        <pc:chgData name="Wojtek Krakowiak" userId="f72a0bb3b8a70e05" providerId="LiveId" clId="{018E920E-9373-49CB-A17D-F934B4E70792}" dt="2024-12-07T20:16:22.581" v="427"/>
        <pc:sldMkLst>
          <pc:docMk/>
          <pc:sldMk cId="1436841305" sldId="1536"/>
        </pc:sldMkLst>
      </pc:sldChg>
      <pc:sldChg chg="del">
        <pc:chgData name="Wojtek Krakowiak" userId="f72a0bb3b8a70e05" providerId="LiveId" clId="{018E920E-9373-49CB-A17D-F934B4E70792}" dt="2024-12-07T19:53:14.341" v="0" actId="2696"/>
        <pc:sldMkLst>
          <pc:docMk/>
          <pc:sldMk cId="2536254876" sldId="1537"/>
        </pc:sldMkLst>
      </pc:sldChg>
      <pc:sldChg chg="addSp modSp add mod modAnim">
        <pc:chgData name="Wojtek Krakowiak" userId="f72a0bb3b8a70e05" providerId="LiveId" clId="{018E920E-9373-49CB-A17D-F934B4E70792}" dt="2024-12-07T20:17:23.477" v="430"/>
        <pc:sldMkLst>
          <pc:docMk/>
          <pc:sldMk cId="4034248914" sldId="1537"/>
        </pc:sldMkLst>
      </pc:sldChg>
      <pc:sldChg chg="del">
        <pc:chgData name="Wojtek Krakowiak" userId="f72a0bb3b8a70e05" providerId="LiveId" clId="{018E920E-9373-49CB-A17D-F934B4E70792}" dt="2024-12-07T19:53:14.341" v="0" actId="2696"/>
        <pc:sldMkLst>
          <pc:docMk/>
          <pc:sldMk cId="2027347201" sldId="1538"/>
        </pc:sldMkLst>
      </pc:sldChg>
      <pc:sldChg chg="addSp modSp add mod modAnim">
        <pc:chgData name="Wojtek Krakowiak" userId="f72a0bb3b8a70e05" providerId="LiveId" clId="{018E920E-9373-49CB-A17D-F934B4E70792}" dt="2024-12-07T20:18:32.707" v="433"/>
        <pc:sldMkLst>
          <pc:docMk/>
          <pc:sldMk cId="3769743490" sldId="1538"/>
        </pc:sldMkLst>
      </pc:sldChg>
      <pc:sldChg chg="del">
        <pc:chgData name="Wojtek Krakowiak" userId="f72a0bb3b8a70e05" providerId="LiveId" clId="{018E920E-9373-49CB-A17D-F934B4E70792}" dt="2024-12-07T19:53:14.341" v="0" actId="2696"/>
        <pc:sldMkLst>
          <pc:docMk/>
          <pc:sldMk cId="2589829692" sldId="1539"/>
        </pc:sldMkLst>
      </pc:sldChg>
      <pc:sldChg chg="addSp modSp add mod modAnim">
        <pc:chgData name="Wojtek Krakowiak" userId="f72a0bb3b8a70e05" providerId="LiveId" clId="{018E920E-9373-49CB-A17D-F934B4E70792}" dt="2024-12-07T20:19:10.983" v="436"/>
        <pc:sldMkLst>
          <pc:docMk/>
          <pc:sldMk cId="3078833994" sldId="1539"/>
        </pc:sldMkLst>
      </pc:sldChg>
      <pc:sldChg chg="del">
        <pc:chgData name="Wojtek Krakowiak" userId="f72a0bb3b8a70e05" providerId="LiveId" clId="{018E920E-9373-49CB-A17D-F934B4E70792}" dt="2024-12-07T19:53:14.341" v="0" actId="2696"/>
        <pc:sldMkLst>
          <pc:docMk/>
          <pc:sldMk cId="781149020" sldId="1540"/>
        </pc:sldMkLst>
      </pc:sldChg>
      <pc:sldChg chg="addSp modSp add mod modAnim">
        <pc:chgData name="Wojtek Krakowiak" userId="f72a0bb3b8a70e05" providerId="LiveId" clId="{018E920E-9373-49CB-A17D-F934B4E70792}" dt="2024-12-07T20:19:53.444" v="439"/>
        <pc:sldMkLst>
          <pc:docMk/>
          <pc:sldMk cId="3569280299" sldId="1540"/>
        </pc:sldMkLst>
      </pc:sldChg>
      <pc:sldChg chg="del">
        <pc:chgData name="Wojtek Krakowiak" userId="f72a0bb3b8a70e05" providerId="LiveId" clId="{018E920E-9373-49CB-A17D-F934B4E70792}" dt="2024-12-07T19:53:14.341" v="0" actId="2696"/>
        <pc:sldMkLst>
          <pc:docMk/>
          <pc:sldMk cId="2733586578" sldId="1541"/>
        </pc:sldMkLst>
      </pc:sldChg>
      <pc:sldChg chg="addSp modSp add mod modAnim">
        <pc:chgData name="Wojtek Krakowiak" userId="f72a0bb3b8a70e05" providerId="LiveId" clId="{018E920E-9373-49CB-A17D-F934B4E70792}" dt="2024-12-08T10:06:17.110" v="454"/>
        <pc:sldMkLst>
          <pc:docMk/>
          <pc:sldMk cId="4260557743" sldId="1541"/>
        </pc:sldMkLst>
      </pc:sldChg>
      <pc:sldChg chg="addSp modSp add mod modAnim">
        <pc:chgData name="Wojtek Krakowiak" userId="f72a0bb3b8a70e05" providerId="LiveId" clId="{018E920E-9373-49CB-A17D-F934B4E70792}" dt="2024-12-07T20:20:42.551" v="442"/>
        <pc:sldMkLst>
          <pc:docMk/>
          <pc:sldMk cId="231739279" sldId="1542"/>
        </pc:sldMkLst>
      </pc:sldChg>
      <pc:sldChg chg="del">
        <pc:chgData name="Wojtek Krakowiak" userId="f72a0bb3b8a70e05" providerId="LiveId" clId="{018E920E-9373-49CB-A17D-F934B4E70792}" dt="2024-12-07T19:53:14.341" v="0" actId="2696"/>
        <pc:sldMkLst>
          <pc:docMk/>
          <pc:sldMk cId="2230537904" sldId="1542"/>
        </pc:sldMkLst>
      </pc:sldChg>
      <pc:sldChg chg="addSp modSp add mod modAnim">
        <pc:chgData name="Wojtek Krakowiak" userId="f72a0bb3b8a70e05" providerId="LiveId" clId="{018E920E-9373-49CB-A17D-F934B4E70792}" dt="2024-12-07T20:54:13.138" v="445"/>
        <pc:sldMkLst>
          <pc:docMk/>
          <pc:sldMk cId="104306804" sldId="1543"/>
        </pc:sldMkLst>
      </pc:sldChg>
      <pc:sldChg chg="del">
        <pc:chgData name="Wojtek Krakowiak" userId="f72a0bb3b8a70e05" providerId="LiveId" clId="{018E920E-9373-49CB-A17D-F934B4E70792}" dt="2024-12-07T19:53:14.341" v="0" actId="2696"/>
        <pc:sldMkLst>
          <pc:docMk/>
          <pc:sldMk cId="514692777" sldId="1543"/>
        </pc:sldMkLst>
      </pc:sldChg>
      <pc:sldChg chg="addSp modSp add mod modAnim">
        <pc:chgData name="Wojtek Krakowiak" userId="f72a0bb3b8a70e05" providerId="LiveId" clId="{018E920E-9373-49CB-A17D-F934B4E70792}" dt="2024-12-07T20:55:03.967" v="448"/>
        <pc:sldMkLst>
          <pc:docMk/>
          <pc:sldMk cId="3412728009" sldId="1544"/>
        </pc:sldMkLst>
      </pc:sldChg>
      <pc:sldChg chg="del">
        <pc:chgData name="Wojtek Krakowiak" userId="f72a0bb3b8a70e05" providerId="LiveId" clId="{018E920E-9373-49CB-A17D-F934B4E70792}" dt="2024-12-07T19:53:14.341" v="0" actId="2696"/>
        <pc:sldMkLst>
          <pc:docMk/>
          <pc:sldMk cId="3623161485" sldId="1544"/>
        </pc:sldMkLst>
      </pc:sldChg>
      <pc:sldChg chg="del">
        <pc:chgData name="Wojtek Krakowiak" userId="f72a0bb3b8a70e05" providerId="LiveId" clId="{018E920E-9373-49CB-A17D-F934B4E70792}" dt="2024-12-07T19:53:14.341" v="0" actId="2696"/>
        <pc:sldMkLst>
          <pc:docMk/>
          <pc:sldMk cId="2016419207" sldId="1545"/>
        </pc:sldMkLst>
      </pc:sldChg>
      <pc:sldChg chg="addSp modSp add mod modAnim">
        <pc:chgData name="Wojtek Krakowiak" userId="f72a0bb3b8a70e05" providerId="LiveId" clId="{018E920E-9373-49CB-A17D-F934B4E70792}" dt="2024-12-07T20:55:41.500" v="451"/>
        <pc:sldMkLst>
          <pc:docMk/>
          <pc:sldMk cId="2414174409" sldId="1545"/>
        </pc:sldMkLst>
      </pc:sldChg>
      <pc:sldChg chg="del">
        <pc:chgData name="Wojtek Krakowiak" userId="f72a0bb3b8a70e05" providerId="LiveId" clId="{018E920E-9373-49CB-A17D-F934B4E70792}" dt="2024-12-07T19:53:14.341" v="0" actId="2696"/>
        <pc:sldMkLst>
          <pc:docMk/>
          <pc:sldMk cId="2526628054" sldId="1546"/>
        </pc:sldMkLst>
      </pc:sldChg>
      <pc:sldChg chg="del">
        <pc:chgData name="Wojtek Krakowiak" userId="f72a0bb3b8a70e05" providerId="LiveId" clId="{018E920E-9373-49CB-A17D-F934B4E70792}" dt="2024-12-07T19:53:14.341" v="0" actId="2696"/>
        <pc:sldMkLst>
          <pc:docMk/>
          <pc:sldMk cId="2374808882" sldId="1547"/>
        </pc:sldMkLst>
      </pc:sldChg>
      <pc:sldChg chg="del">
        <pc:chgData name="Wojtek Krakowiak" userId="f72a0bb3b8a70e05" providerId="LiveId" clId="{018E920E-9373-49CB-A17D-F934B4E70792}" dt="2024-12-07T19:53:14.341" v="0" actId="2696"/>
        <pc:sldMkLst>
          <pc:docMk/>
          <pc:sldMk cId="492620811" sldId="1548"/>
        </pc:sldMkLst>
      </pc:sldChg>
      <pc:sldChg chg="del">
        <pc:chgData name="Wojtek Krakowiak" userId="f72a0bb3b8a70e05" providerId="LiveId" clId="{018E920E-9373-49CB-A17D-F934B4E70792}" dt="2024-12-07T19:53:14.341" v="0" actId="2696"/>
        <pc:sldMkLst>
          <pc:docMk/>
          <pc:sldMk cId="890537909" sldId="1549"/>
        </pc:sldMkLst>
      </pc:sldChg>
      <pc:sldChg chg="del">
        <pc:chgData name="Wojtek Krakowiak" userId="f72a0bb3b8a70e05" providerId="LiveId" clId="{018E920E-9373-49CB-A17D-F934B4E70792}" dt="2024-12-07T19:53:14.341" v="0" actId="2696"/>
        <pc:sldMkLst>
          <pc:docMk/>
          <pc:sldMk cId="1449752342" sldId="1550"/>
        </pc:sldMkLst>
      </pc:sldChg>
      <pc:sldChg chg="del">
        <pc:chgData name="Wojtek Krakowiak" userId="f72a0bb3b8a70e05" providerId="LiveId" clId="{018E920E-9373-49CB-A17D-F934B4E70792}" dt="2024-12-07T19:53:14.341" v="0" actId="2696"/>
        <pc:sldMkLst>
          <pc:docMk/>
          <pc:sldMk cId="3448814210" sldId="1551"/>
        </pc:sldMkLst>
      </pc:sldChg>
      <pc:sldChg chg="del">
        <pc:chgData name="Wojtek Krakowiak" userId="f72a0bb3b8a70e05" providerId="LiveId" clId="{018E920E-9373-49CB-A17D-F934B4E70792}" dt="2024-12-07T19:53:14.341" v="0" actId="2696"/>
        <pc:sldMkLst>
          <pc:docMk/>
          <pc:sldMk cId="3640690013" sldId="1552"/>
        </pc:sldMkLst>
      </pc:sldChg>
      <pc:sldChg chg="del">
        <pc:chgData name="Wojtek Krakowiak" userId="f72a0bb3b8a70e05" providerId="LiveId" clId="{018E920E-9373-49CB-A17D-F934B4E70792}" dt="2024-12-07T19:53:14.341" v="0" actId="2696"/>
        <pc:sldMkLst>
          <pc:docMk/>
          <pc:sldMk cId="818123351" sldId="1553"/>
        </pc:sldMkLst>
      </pc:sldChg>
      <pc:sldChg chg="del">
        <pc:chgData name="Wojtek Krakowiak" userId="f72a0bb3b8a70e05" providerId="LiveId" clId="{018E920E-9373-49CB-A17D-F934B4E70792}" dt="2024-12-07T19:53:14.341" v="0" actId="2696"/>
        <pc:sldMkLst>
          <pc:docMk/>
          <pc:sldMk cId="3198797024" sldId="1554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3921EC4-EAB7-419D-AA92-EFAC713056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CD8CD32E-B3EF-4BB7-9087-FC556C55FA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16FCF072-E0AD-4995-98D1-01A463F402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B8D0-A159-4557-B63A-419B24A74F77}" type="datetimeFigureOut">
              <a:rPr lang="pl-PL" smtClean="0"/>
              <a:t>29.08.2025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C9B94581-9053-4885-B747-4D11B2E69A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B67BA141-90D4-43B5-9B79-7A8AABB08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093E9-60A6-4F74-8E00-35D4DD0EFE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9766531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DDD083A-9D1C-4C91-8895-277BB6D14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5EC2F94E-197F-458C-89E9-645E34458C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DD1A9D01-F8E9-42EA-8AD3-75E9CD20D7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B8D0-A159-4557-B63A-419B24A74F77}" type="datetimeFigureOut">
              <a:rPr lang="pl-PL" smtClean="0"/>
              <a:t>29.08.2025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088CF2E2-CFAC-46E6-89E8-39C596141F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925D68F7-E4B8-45BB-8727-11113F3C4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093E9-60A6-4F74-8E00-35D4DD0EFE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605153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460989D-EFA5-4607-92FF-E385F6FDCC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84E1CDF6-D6EC-4826-8B2F-3254DBDEA3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Edytuj style wzorca tekstu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36F4F5DB-9700-4A7F-A0E7-2492A5E682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B8D0-A159-4557-B63A-419B24A74F77}" type="datetimeFigureOut">
              <a:rPr lang="pl-PL" smtClean="0"/>
              <a:t>29.08.2025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2E41039D-DF05-49CF-A8FD-9A8B6F46F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78F514A1-F403-4980-B0C9-D835C9227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093E9-60A6-4F74-8E00-35D4DD0EFE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0602912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5133645-71B7-4FDF-B8A2-C358D10E3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9E6AD115-62A8-480B-9189-D21B5D8A5B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8537C153-4A2E-40B5-BF02-F37834FC32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AA1D1747-4492-4F86-B2B4-9BB3DE75D5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B8D0-A159-4557-B63A-419B24A74F77}" type="datetimeFigureOut">
              <a:rPr lang="pl-PL" smtClean="0"/>
              <a:t>29.08.2025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8C896157-A8DE-4AE4-8B1B-96D37B85B5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5FEDC477-749B-49B4-8961-D95D17750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093E9-60A6-4F74-8E00-35D4DD0EFE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625614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E79C183-58E0-4563-8923-57E4C00971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F3939FEC-2F86-4F31-B6CE-7BDCC3D75C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Edytuj style wzorca tekstu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D3A0FE68-72DC-435D-9B3C-BC87508D2F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B68FCC60-2FC3-4416-9280-B2830AD7F3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Edytuj style wzorca tekstu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043D7FFB-743E-4928-B03A-73906F9640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7" name="Symbol zastępczy daty 6">
            <a:extLst>
              <a:ext uri="{FF2B5EF4-FFF2-40B4-BE49-F238E27FC236}">
                <a16:creationId xmlns:a16="http://schemas.microsoft.com/office/drawing/2014/main" id="{3BC21A3E-20EB-4EF9-A82E-59819C593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B8D0-A159-4557-B63A-419B24A74F77}" type="datetimeFigureOut">
              <a:rPr lang="pl-PL" smtClean="0"/>
              <a:t>29.08.2025</a:t>
            </a:fld>
            <a:endParaRPr lang="pl-PL"/>
          </a:p>
        </p:txBody>
      </p:sp>
      <p:sp>
        <p:nvSpPr>
          <p:cNvPr id="8" name="Symbol zastępczy stopki 7">
            <a:extLst>
              <a:ext uri="{FF2B5EF4-FFF2-40B4-BE49-F238E27FC236}">
                <a16:creationId xmlns:a16="http://schemas.microsoft.com/office/drawing/2014/main" id="{BB9B477A-B893-4728-8482-EA09CCC05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1460F094-BD17-41E5-9B47-242D6D768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093E9-60A6-4F74-8E00-35D4DD0EFE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2571965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F5CE496-3EF6-41F7-BE77-AACC0415E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37CDEC83-A9B2-41F2-8ADB-AEBBF8051D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B8D0-A159-4557-B63A-419B24A74F77}" type="datetimeFigureOut">
              <a:rPr lang="pl-PL" smtClean="0"/>
              <a:t>29.08.2025</a:t>
            </a:fld>
            <a:endParaRPr lang="pl-PL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BA6E95F5-49ED-4580-93DB-17D9B7FAC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BDB566B7-385E-4399-A212-E9826A3E91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093E9-60A6-4F74-8E00-35D4DD0EFE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2160584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44A1314F-3186-488E-B0CB-88508AC805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B8D0-A159-4557-B63A-419B24A74F77}" type="datetimeFigureOut">
              <a:rPr lang="pl-PL" smtClean="0"/>
              <a:t>29.08.2025</a:t>
            </a:fld>
            <a:endParaRPr lang="pl-PL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A54470DD-8D47-472A-BF52-7AE7CA35E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C2B53DDE-F168-4046-B429-B122A26AA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093E9-60A6-4F74-8E00-35D4DD0EFE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0792805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BF6BAB2-D8A8-4CA3-AE67-CB2E0B34C6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EEAE51AC-D673-4C65-876F-046396EB6B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9A8059E8-E8EE-4BB0-B805-CBACC8C15B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Edytuj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5FC63BB4-7F61-424C-9401-36DDA2BD4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B8D0-A159-4557-B63A-419B24A74F77}" type="datetimeFigureOut">
              <a:rPr lang="pl-PL" smtClean="0"/>
              <a:t>29.08.2025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5994D591-0C14-4392-9C0C-49D471229D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DEE5004B-242E-4092-82D7-40380C8B5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093E9-60A6-4F74-8E00-35D4DD0EFE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0485455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B3D500E-FFB6-4CDB-A916-56D4656D3B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obrazu 2">
            <a:extLst>
              <a:ext uri="{FF2B5EF4-FFF2-40B4-BE49-F238E27FC236}">
                <a16:creationId xmlns:a16="http://schemas.microsoft.com/office/drawing/2014/main" id="{D281F8F2-61CA-4B6E-89E3-B97E14321B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52FE05F1-0449-4938-A7F8-5C2AAABAF6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Edytuj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8DA18418-67F1-4A0E-BF45-EF08C711DC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B8D0-A159-4557-B63A-419B24A74F77}" type="datetimeFigureOut">
              <a:rPr lang="pl-PL" smtClean="0"/>
              <a:t>29.08.2025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9F83B392-697C-4783-8E2B-73ECE0E3F5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3B6F4653-AABB-453E-AA1D-AF66E5923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093E9-60A6-4F74-8E00-35D4DD0EFE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870669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5B1117E-8896-4BC5-888B-D0F219F1F0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228A6BE3-47EB-4249-BAFF-DD88A45D3A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F3943FC2-91BB-4722-B87D-A5A5E4FE9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B8D0-A159-4557-B63A-419B24A74F77}" type="datetimeFigureOut">
              <a:rPr lang="pl-PL" smtClean="0"/>
              <a:t>29.08.2025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EA55E191-6AAF-483E-A725-BF34D3709F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0EA161D8-5EFB-4508-8020-B270250BB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093E9-60A6-4F74-8E00-35D4DD0EFE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0411452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>
            <a:extLst>
              <a:ext uri="{FF2B5EF4-FFF2-40B4-BE49-F238E27FC236}">
                <a16:creationId xmlns:a16="http://schemas.microsoft.com/office/drawing/2014/main" id="{8B19B07B-0F2E-4E22-B09F-E907431F11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CD294D7A-3F4D-4658-8B10-D21C3E5592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C6C8A2C7-C2CF-46AD-BB86-552A1EF3D5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B8D0-A159-4557-B63A-419B24A74F77}" type="datetimeFigureOut">
              <a:rPr lang="pl-PL" smtClean="0"/>
              <a:t>29.08.2025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E8E4453A-B8EE-4217-BB76-A99C0E587B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5D2B9351-4178-4F4C-A78A-5A1C4CD83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093E9-60A6-4F74-8E00-35D4DD0EFE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0749780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>
            <a:extLst>
              <a:ext uri="{FF2B5EF4-FFF2-40B4-BE49-F238E27FC236}">
                <a16:creationId xmlns:a16="http://schemas.microsoft.com/office/drawing/2014/main" id="{363EC774-FCE7-4A08-947F-DE2E6EA7E7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9A9C1E8E-6FC5-4D10-877B-4CA71B6455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F20E9AD8-D556-4904-812A-C674D2EDF7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B6B8D0-A159-4557-B63A-419B24A74F77}" type="datetimeFigureOut">
              <a:rPr lang="pl-PL" smtClean="0"/>
              <a:t>29.08.2025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92D19AAE-A1E3-4581-83E0-0A7CC09D59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54A93E77-A5E0-4146-90E8-ABB933EE50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E093E9-60A6-4F74-8E00-35D4DD0EFE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964352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3.mp3"/><Relationship Id="rId1" Type="http://schemas.microsoft.com/office/2007/relationships/media" Target="../media/media3.mp3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4.mp3"/><Relationship Id="rId1" Type="http://schemas.microsoft.com/office/2007/relationships/media" Target="../media/media4.mp3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5.mp3"/><Relationship Id="rId1" Type="http://schemas.microsoft.com/office/2007/relationships/media" Target="../media/media5.mp3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6.mp3"/><Relationship Id="rId1" Type="http://schemas.microsoft.com/office/2007/relationships/media" Target="../media/media6.mp3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7.mp3"/><Relationship Id="rId1" Type="http://schemas.microsoft.com/office/2007/relationships/media" Target="../media/media7.mp3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8.mp3"/><Relationship Id="rId1" Type="http://schemas.microsoft.com/office/2007/relationships/media" Target="../media/media8.mp3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9.mp3"/><Relationship Id="rId1" Type="http://schemas.microsoft.com/office/2007/relationships/media" Target="../media/media9.mp3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0.mp3"/><Relationship Id="rId1" Type="http://schemas.microsoft.com/office/2007/relationships/media" Target="../media/media10.mp3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0355" y="1885241"/>
            <a:ext cx="11131290" cy="4151575"/>
          </a:xfrm>
        </p:spPr>
        <p:txBody>
          <a:bodyPr>
            <a:normAutofit fontScale="90000"/>
          </a:bodyPr>
          <a:lstStyle/>
          <a:p>
            <a:r>
              <a:rPr lang="pl-PL" sz="9600" b="1" dirty="0">
                <a:latin typeface="+mn-lt"/>
              </a:rPr>
              <a:t>Klasa 1L</a:t>
            </a:r>
            <a:br>
              <a:rPr lang="pl-PL" sz="9600" b="1">
                <a:latin typeface="+mn-lt"/>
              </a:rPr>
            </a:br>
            <a:r>
              <a:rPr lang="pl-PL" sz="9600" b="1" dirty="0">
                <a:latin typeface="+mn-lt"/>
              </a:rPr>
              <a:t>c</a:t>
            </a:r>
            <a:r>
              <a:rPr lang="pl-PL" sz="9600" b="1">
                <a:latin typeface="+mn-lt"/>
              </a:rPr>
              <a:t>zasowniki </a:t>
            </a:r>
            <a:r>
              <a:rPr lang="pl-PL" sz="9600" b="1" dirty="0">
                <a:latin typeface="+mn-lt"/>
              </a:rPr>
              <a:t>opisujące prace domowe</a:t>
            </a:r>
            <a:br>
              <a:rPr lang="pl-PL" sz="7300" b="1">
                <a:latin typeface="+mn-lt"/>
              </a:rPr>
            </a:br>
            <a:r>
              <a:rPr lang="pl-PL" sz="7300" b="1">
                <a:latin typeface="+mn-lt"/>
              </a:rPr>
              <a:t>Część2</a:t>
            </a:r>
            <a:endParaRPr lang="pl-PL" sz="7300" b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5826550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Zamknąć okna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pl-PL" sz="7200" b="1" dirty="0" err="1">
                <a:solidFill>
                  <a:srgbClr val="FF0000"/>
                </a:solidFill>
              </a:rPr>
              <a:t>Cerrar</a:t>
            </a:r>
            <a:r>
              <a:rPr lang="pl-PL" sz="7200" b="1" dirty="0">
                <a:solidFill>
                  <a:srgbClr val="FF0000"/>
                </a:solidFill>
              </a:rPr>
              <a:t> las </a:t>
            </a:r>
            <a:r>
              <a:rPr lang="pl-PL" sz="7200" b="1" dirty="0" err="1">
                <a:solidFill>
                  <a:srgbClr val="FF0000"/>
                </a:solidFill>
              </a:rPr>
              <a:t>ventanas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EE3AD3BF-5AE8-A591-29F6-2845A1B56CD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68413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802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191B4B-AA38-9D4B-7437-280F93C6D8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60EE562-78C3-9843-8B54-96B7D8BA07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Podlewać kwiaty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A411CC16-5900-B0B0-703E-489B3B2463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pl-PL" sz="7200" b="1" dirty="0" err="1">
                <a:solidFill>
                  <a:srgbClr val="FF0000"/>
                </a:solidFill>
              </a:rPr>
              <a:t>Regar</a:t>
            </a:r>
            <a:r>
              <a:rPr lang="pl-PL" sz="7200" b="1" dirty="0">
                <a:solidFill>
                  <a:srgbClr val="FF0000"/>
                </a:solidFill>
              </a:rPr>
              <a:t> las flores</a:t>
            </a: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B8C83BDC-9223-BC92-FD5A-73E7BC9E003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42489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462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374158-E70C-2C60-4376-DC52C22EBD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A57C3AD-C35E-B6EE-C0D1-3AC2498652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Wyłączyć światła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D5FD7AF7-EB02-8539-461C-E61A4E2AFC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pl-PL" sz="7200" b="1" dirty="0" err="1">
                <a:solidFill>
                  <a:srgbClr val="FF0000"/>
                </a:solidFill>
              </a:rPr>
              <a:t>Apogar</a:t>
            </a:r>
            <a:r>
              <a:rPr lang="pl-PL" sz="7200" b="1" dirty="0">
                <a:solidFill>
                  <a:srgbClr val="FF0000"/>
                </a:solidFill>
              </a:rPr>
              <a:t> la luz</a:t>
            </a: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AA91D81C-22C6-C1C4-457D-518BCEC5CD1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97434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384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A1C690-2907-766F-1A34-E76EDF0F08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B249EA0-D6BB-2F9B-21BA-46CFD1209A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Zakręcić kran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9BE6B7C5-FC10-93C3-A4A0-92B60AD410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pl-PL" sz="7200" b="1" dirty="0" err="1">
                <a:solidFill>
                  <a:srgbClr val="FF0000"/>
                </a:solidFill>
              </a:rPr>
              <a:t>Cerrar</a:t>
            </a:r>
            <a:r>
              <a:rPr lang="pl-PL" sz="7200" b="1" dirty="0">
                <a:solidFill>
                  <a:srgbClr val="FF0000"/>
                </a:solidFill>
              </a:rPr>
              <a:t> el </a:t>
            </a:r>
            <a:r>
              <a:rPr lang="pl-PL" sz="7200" b="1" dirty="0" err="1">
                <a:solidFill>
                  <a:srgbClr val="FF0000"/>
                </a:solidFill>
              </a:rPr>
              <a:t>grifo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6983FE2F-2E6A-D327-7213-208AA83A2CF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88339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515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BEFB0F-C3E3-0ACB-0E3A-C6EBD9E73C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1F69EFF-1702-F625-F085-EBFAF35D14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Wyprowadzić psa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214803EB-8568-9E48-0DB1-31E3422621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pl-PL" sz="7200" b="1" dirty="0" err="1">
                <a:solidFill>
                  <a:srgbClr val="FF0000"/>
                </a:solidFill>
              </a:rPr>
              <a:t>Pasear</a:t>
            </a:r>
            <a:r>
              <a:rPr lang="pl-PL" sz="7200" b="1" dirty="0">
                <a:solidFill>
                  <a:srgbClr val="FF0000"/>
                </a:solidFill>
              </a:rPr>
              <a:t> el </a:t>
            </a:r>
            <a:r>
              <a:rPr lang="pl-PL" sz="7200" b="1" dirty="0" err="1">
                <a:solidFill>
                  <a:srgbClr val="FF0000"/>
                </a:solidFill>
              </a:rPr>
              <a:t>perro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B43C9851-2620-1FCE-A053-02EBB843C90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92802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41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79CAAE-366F-01F6-67BE-6DFD8E55AB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DAB4C21-7BCA-808B-3209-BD585DA304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Zamknąć drzwi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2173FA7A-EAED-0084-74E7-EF1680DCDC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pl-PL" sz="7200" b="1" dirty="0" err="1">
                <a:solidFill>
                  <a:srgbClr val="FF0000"/>
                </a:solidFill>
              </a:rPr>
              <a:t>Cerrar</a:t>
            </a:r>
            <a:r>
              <a:rPr lang="pl-PL" sz="7200" b="1" dirty="0">
                <a:solidFill>
                  <a:srgbClr val="FF0000"/>
                </a:solidFill>
              </a:rPr>
              <a:t> la </a:t>
            </a:r>
            <a:r>
              <a:rPr lang="pl-PL" sz="7200" b="1" dirty="0" err="1">
                <a:solidFill>
                  <a:srgbClr val="FF0000"/>
                </a:solidFill>
              </a:rPr>
              <a:t>puerta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18E350AF-D556-CE9E-181F-E536FA8B7D1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05577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593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DC9547-7F6A-A691-5BA8-5CE1000343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A144F4C-9078-EF7E-0B6A-5711F07CB1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Wyrzucić śmieci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A84B4817-918E-95BA-4C10-0042C5BE6A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pl-PL" sz="7200" b="1" dirty="0" err="1">
                <a:solidFill>
                  <a:srgbClr val="FF0000"/>
                </a:solidFill>
              </a:rPr>
              <a:t>Tirar</a:t>
            </a:r>
            <a:r>
              <a:rPr lang="pl-PL" sz="7200" b="1" dirty="0">
                <a:solidFill>
                  <a:srgbClr val="FF0000"/>
                </a:solidFill>
              </a:rPr>
              <a:t> la </a:t>
            </a:r>
            <a:r>
              <a:rPr lang="pl-PL" sz="7200" b="1" dirty="0" err="1">
                <a:solidFill>
                  <a:srgbClr val="FF0000"/>
                </a:solidFill>
              </a:rPr>
              <a:t>basura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029F41D9-E6A8-DDF0-8711-D710CE666F9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7392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358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71BCFF-B4E8-58B7-C64B-D8DEAC1426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D3D8C52-14C7-E8D1-1C1F-057063534F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Zrobić zakupy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22F1126F-50A7-3FDC-B8E9-FBCEE6EC10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pl-PL" sz="7200" b="1" dirty="0" err="1">
                <a:solidFill>
                  <a:srgbClr val="FF0000"/>
                </a:solidFill>
              </a:rPr>
              <a:t>Hacer</a:t>
            </a:r>
            <a:r>
              <a:rPr lang="pl-PL" sz="7200" b="1" dirty="0">
                <a:solidFill>
                  <a:srgbClr val="FF0000"/>
                </a:solidFill>
              </a:rPr>
              <a:t> </a:t>
            </a:r>
            <a:r>
              <a:rPr lang="pl-PL" sz="7200" b="1" dirty="0" err="1">
                <a:solidFill>
                  <a:srgbClr val="FF0000"/>
                </a:solidFill>
              </a:rPr>
              <a:t>compras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553A360E-D76B-A329-69AB-F12A2A0EA0C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3068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332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152B80-4139-F433-D754-C7E57DC1C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76ABEC5-76A9-432F-4C3B-3ABF48986B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Umyć auto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09A0AB86-8609-21FA-8C7D-AF7CBE0440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pl-PL" sz="7200" b="1" dirty="0" err="1">
                <a:solidFill>
                  <a:srgbClr val="FF0000"/>
                </a:solidFill>
              </a:rPr>
              <a:t>Levar</a:t>
            </a:r>
            <a:r>
              <a:rPr lang="pl-PL" sz="7200" b="1" dirty="0">
                <a:solidFill>
                  <a:srgbClr val="FF0000"/>
                </a:solidFill>
              </a:rPr>
              <a:t> el auto</a:t>
            </a: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53C2492E-B18F-0AF1-8F09-0602F4EA902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27280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28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0D5388-E18B-ECB7-A477-BCED44A419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308B23A-7DA4-D688-5835-58BD1C460D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Kosić trawę</a:t>
            </a:r>
            <a:r>
              <a:rPr lang="pl-PL" sz="7200" b="1">
                <a:latin typeface="+mn-lt"/>
              </a:rPr>
              <a:t>/trawnik</a:t>
            </a:r>
            <a:endParaRPr lang="pl-PL" sz="7200" b="1" dirty="0">
              <a:latin typeface="+mn-lt"/>
            </a:endParaRP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92DD4658-A3B5-A6BE-AE72-912902CCBF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pl-PL" sz="7200" b="1" dirty="0" err="1">
                <a:solidFill>
                  <a:srgbClr val="FF0000"/>
                </a:solidFill>
              </a:rPr>
              <a:t>Cortar</a:t>
            </a:r>
            <a:r>
              <a:rPr lang="pl-PL" sz="7200" b="1" dirty="0">
                <a:solidFill>
                  <a:srgbClr val="FF0000"/>
                </a:solidFill>
              </a:rPr>
              <a:t> el c</a:t>
            </a:r>
            <a:r>
              <a:rPr lang="es-ES" sz="7200" b="1" dirty="0">
                <a:solidFill>
                  <a:srgbClr val="FF0000"/>
                </a:solidFill>
              </a:rPr>
              <a:t>é</a:t>
            </a:r>
            <a:r>
              <a:rPr lang="pl-PL" sz="7200" b="1" dirty="0" err="1">
                <a:solidFill>
                  <a:srgbClr val="FF0000"/>
                </a:solidFill>
              </a:rPr>
              <a:t>sped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A50AAD54-414A-D2E6-E34C-EFDDCEA1468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4174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436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6117</TotalTime>
  <Words>62</Words>
  <Application>Microsoft Office PowerPoint</Application>
  <PresentationFormat>Panoramiczny</PresentationFormat>
  <Paragraphs>21</Paragraphs>
  <Slides>11</Slides>
  <Notes>0</Notes>
  <HiddenSlides>0</HiddenSlides>
  <MMClips>10</MMClips>
  <ScaleCrop>false</ScaleCrop>
  <HeadingPairs>
    <vt:vector size="6" baseType="variant">
      <vt:variant>
        <vt:lpstr>Używane czcionki</vt:lpstr>
      </vt:variant>
      <vt:variant>
        <vt:i4>3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Motyw pakietu Office</vt:lpstr>
      <vt:lpstr>Klasa 1L czasowniki opisujące prace domowe Część2</vt:lpstr>
      <vt:lpstr>Zamknąć okna</vt:lpstr>
      <vt:lpstr>Podlewać kwiaty</vt:lpstr>
      <vt:lpstr>Wyłączyć światła</vt:lpstr>
      <vt:lpstr>Zakręcić kran</vt:lpstr>
      <vt:lpstr>Wyprowadzić psa</vt:lpstr>
      <vt:lpstr>Zamknąć drzwi</vt:lpstr>
      <vt:lpstr>Wyrzucić śmieci</vt:lpstr>
      <vt:lpstr>Zrobić zakupy</vt:lpstr>
      <vt:lpstr>Umyć auto</vt:lpstr>
      <vt:lpstr>Kosić trawę/trawnik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Prezentacja programu PowerPoint</dc:title>
  <dc:creator>Tomasz Krakowiak</dc:creator>
  <cp:lastModifiedBy>Wojtek Krakowiak</cp:lastModifiedBy>
  <cp:revision>1517</cp:revision>
  <dcterms:created xsi:type="dcterms:W3CDTF">2018-09-30T05:35:06Z</dcterms:created>
  <dcterms:modified xsi:type="dcterms:W3CDTF">2025-08-29T12:58:35Z</dcterms:modified>
</cp:coreProperties>
</file>