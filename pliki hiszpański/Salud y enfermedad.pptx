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514" r:id="rId2"/>
    <p:sldId id="1515" r:id="rId3"/>
    <p:sldId id="1516" r:id="rId4"/>
    <p:sldId id="1517" r:id="rId5"/>
    <p:sldId id="1518" r:id="rId6"/>
    <p:sldId id="1519" r:id="rId7"/>
    <p:sldId id="1520" r:id="rId8"/>
    <p:sldId id="1521" r:id="rId9"/>
    <p:sldId id="1522" r:id="rId10"/>
    <p:sldId id="1523" r:id="rId11"/>
    <p:sldId id="1524" r:id="rId12"/>
    <p:sldId id="1526" r:id="rId13"/>
    <p:sldId id="1527" r:id="rId14"/>
    <p:sldId id="1528" r:id="rId15"/>
    <p:sldId id="1529" r:id="rId16"/>
    <p:sldId id="1530" r:id="rId17"/>
    <p:sldId id="1531" r:id="rId18"/>
    <p:sldId id="1532" r:id="rId19"/>
    <p:sldId id="1533" r:id="rId20"/>
    <p:sldId id="1534" r:id="rId21"/>
    <p:sldId id="1535" r:id="rId22"/>
    <p:sldId id="1536" r:id="rId23"/>
    <p:sldId id="1537" r:id="rId24"/>
    <p:sldId id="1538" r:id="rId25"/>
    <p:sldId id="1539" r:id="rId26"/>
    <p:sldId id="1540" r:id="rId27"/>
    <p:sldId id="1541" r:id="rId28"/>
    <p:sldId id="1542" r:id="rId29"/>
    <p:sldId id="1543" r:id="rId30"/>
    <p:sldId id="1544" r:id="rId31"/>
    <p:sldId id="1545" r:id="rId32"/>
    <p:sldId id="1546" r:id="rId33"/>
    <p:sldId id="1547" r:id="rId34"/>
    <p:sldId id="1548" r:id="rId35"/>
    <p:sldId id="1549" r:id="rId36"/>
    <p:sldId id="1550" r:id="rId37"/>
    <p:sldId id="1551" r:id="rId38"/>
    <p:sldId id="1552" r:id="rId3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91379BFB-01A6-4DA1-A3A0-AB0FA1DB31CA}">
          <p14:sldIdLst>
            <p14:sldId id="1514"/>
            <p14:sldId id="1515"/>
            <p14:sldId id="1516"/>
            <p14:sldId id="1517"/>
            <p14:sldId id="1518"/>
            <p14:sldId id="1519"/>
            <p14:sldId id="1520"/>
            <p14:sldId id="1521"/>
            <p14:sldId id="1522"/>
            <p14:sldId id="1523"/>
            <p14:sldId id="1524"/>
            <p14:sldId id="1526"/>
            <p14:sldId id="1527"/>
            <p14:sldId id="1528"/>
            <p14:sldId id="1529"/>
            <p14:sldId id="1530"/>
            <p14:sldId id="1531"/>
            <p14:sldId id="1532"/>
            <p14:sldId id="1533"/>
            <p14:sldId id="1534"/>
            <p14:sldId id="1535"/>
            <p14:sldId id="1536"/>
            <p14:sldId id="1537"/>
            <p14:sldId id="1538"/>
            <p14:sldId id="1539"/>
            <p14:sldId id="1540"/>
            <p14:sldId id="1541"/>
            <p14:sldId id="1542"/>
            <p14:sldId id="1543"/>
            <p14:sldId id="1544"/>
            <p14:sldId id="1545"/>
            <p14:sldId id="1546"/>
            <p14:sldId id="1547"/>
            <p14:sldId id="1548"/>
            <p14:sldId id="1549"/>
            <p14:sldId id="1550"/>
            <p14:sldId id="1551"/>
            <p14:sldId id="15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B6206-E6E3-4CC8-9C3D-A4C502D3335A}" v="14" dt="2025-08-28T12:47:37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6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6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 Krakowiak" userId="86718142a3635522" providerId="LiveId" clId="{26BA3A9B-B69E-46E9-B3AD-45EBD15A9BA9}"/>
    <pc:docChg chg="custSel addSld delSld modSld sldOrd">
      <pc:chgData name="Wojciech Krakowiak" userId="86718142a3635522" providerId="LiveId" clId="{26BA3A9B-B69E-46E9-B3AD-45EBD15A9BA9}" dt="2025-08-06T19:38:43.533" v="1176"/>
      <pc:docMkLst>
        <pc:docMk/>
      </pc:docMkLst>
      <pc:sldChg chg="modSp mod">
        <pc:chgData name="Wojciech Krakowiak" userId="86718142a3635522" providerId="LiveId" clId="{26BA3A9B-B69E-46E9-B3AD-45EBD15A9BA9}" dt="2025-08-06T15:45:08.526" v="260" actId="20577"/>
        <pc:sldMkLst>
          <pc:docMk/>
          <pc:sldMk cId="1582655019" sldId="1193"/>
        </pc:sldMkLst>
      </pc:sldChg>
      <pc:sldChg chg="addSp delSp modSp mod delAnim modAnim">
        <pc:chgData name="Wojciech Krakowiak" userId="86718142a3635522" providerId="LiveId" clId="{26BA3A9B-B69E-46E9-B3AD-45EBD15A9BA9}" dt="2025-08-06T16:04:56.024" v="412"/>
        <pc:sldMkLst>
          <pc:docMk/>
          <pc:sldMk cId="3351162817" sldId="1493"/>
        </pc:sldMkLst>
      </pc:sldChg>
      <pc:sldChg chg="addSp delSp modSp add mod delAnim modAnim">
        <pc:chgData name="Wojciech Krakowiak" userId="86718142a3635522" providerId="LiveId" clId="{26BA3A9B-B69E-46E9-B3AD-45EBD15A9BA9}" dt="2025-08-06T16:06:39.877" v="418"/>
        <pc:sldMkLst>
          <pc:docMk/>
          <pc:sldMk cId="1434113547" sldId="1494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2826707428" sldId="1494"/>
        </pc:sldMkLst>
      </pc:sldChg>
      <pc:sldChg chg="addSp delSp modSp add mod delAnim modAnim">
        <pc:chgData name="Wojciech Krakowiak" userId="86718142a3635522" providerId="LiveId" clId="{26BA3A9B-B69E-46E9-B3AD-45EBD15A9BA9}" dt="2025-08-06T16:07:24.616" v="421"/>
        <pc:sldMkLst>
          <pc:docMk/>
          <pc:sldMk cId="3293812057" sldId="1495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3994839688" sldId="1495"/>
        </pc:sldMkLst>
      </pc:sldChg>
      <pc:sldChg chg="addSp delSp modSp add mod delAnim modAnim">
        <pc:chgData name="Wojciech Krakowiak" userId="86718142a3635522" providerId="LiveId" clId="{26BA3A9B-B69E-46E9-B3AD-45EBD15A9BA9}" dt="2025-08-06T16:08:13.654" v="424"/>
        <pc:sldMkLst>
          <pc:docMk/>
          <pc:sldMk cId="717777781" sldId="1496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3768027299" sldId="1496"/>
        </pc:sldMkLst>
      </pc:sldChg>
      <pc:sldChg chg="addSp modSp del mod modAnim">
        <pc:chgData name="Wojciech Krakowiak" userId="86718142a3635522" providerId="LiveId" clId="{26BA3A9B-B69E-46E9-B3AD-45EBD15A9BA9}" dt="2025-08-06T15:30:01.754" v="232" actId="47"/>
        <pc:sldMkLst>
          <pc:docMk/>
          <pc:sldMk cId="43237198" sldId="1497"/>
        </pc:sldMkLst>
      </pc:sldChg>
      <pc:sldChg chg="addSp modSp add mod modAnim">
        <pc:chgData name="Wojciech Krakowiak" userId="86718142a3635522" providerId="LiveId" clId="{26BA3A9B-B69E-46E9-B3AD-45EBD15A9BA9}" dt="2025-08-06T16:05:52.137" v="415"/>
        <pc:sldMkLst>
          <pc:docMk/>
          <pc:sldMk cId="537751992" sldId="1497"/>
        </pc:sldMkLst>
      </pc:sldChg>
      <pc:sldChg chg="addSp delSp modSp add mod delAnim modAnim">
        <pc:chgData name="Wojciech Krakowiak" userId="86718142a3635522" providerId="LiveId" clId="{26BA3A9B-B69E-46E9-B3AD-45EBD15A9BA9}" dt="2025-08-06T16:16:34.742" v="465" actId="20577"/>
        <pc:sldMkLst>
          <pc:docMk/>
          <pc:sldMk cId="1338240853" sldId="1498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3006842627" sldId="1498"/>
        </pc:sldMkLst>
      </pc:sldChg>
      <pc:sldChg chg="addSp delSp modSp add mod ord delAnim modAnim">
        <pc:chgData name="Wojciech Krakowiak" userId="86718142a3635522" providerId="LiveId" clId="{26BA3A9B-B69E-46E9-B3AD-45EBD15A9BA9}" dt="2025-08-06T16:20:21.873" v="503"/>
        <pc:sldMkLst>
          <pc:docMk/>
          <pc:sldMk cId="295204043" sldId="1499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2361599004" sldId="1499"/>
        </pc:sldMkLst>
      </pc:sldChg>
      <pc:sldChg chg="addSp delSp modSp add mod delAnim modAnim">
        <pc:chgData name="Wojciech Krakowiak" userId="86718142a3635522" providerId="LiveId" clId="{26BA3A9B-B69E-46E9-B3AD-45EBD15A9BA9}" dt="2025-08-06T16:22:37.676" v="528" actId="20577"/>
        <pc:sldMkLst>
          <pc:docMk/>
          <pc:sldMk cId="343986235" sldId="1500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3297848511" sldId="1500"/>
        </pc:sldMkLst>
      </pc:sldChg>
      <pc:sldChg chg="addSp delSp modSp add mod delAnim modAnim">
        <pc:chgData name="Wojciech Krakowiak" userId="86718142a3635522" providerId="LiveId" clId="{26BA3A9B-B69E-46E9-B3AD-45EBD15A9BA9}" dt="2025-08-06T16:27:51.063" v="547"/>
        <pc:sldMkLst>
          <pc:docMk/>
          <pc:sldMk cId="2048728724" sldId="1501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4125144861" sldId="1501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261605351" sldId="1502"/>
        </pc:sldMkLst>
      </pc:sldChg>
      <pc:sldChg chg="addSp delSp modSp add mod delAnim modAnim">
        <pc:chgData name="Wojciech Krakowiak" userId="86718142a3635522" providerId="LiveId" clId="{26BA3A9B-B69E-46E9-B3AD-45EBD15A9BA9}" dt="2025-08-06T16:29:18.531" v="568" actId="20577"/>
        <pc:sldMkLst>
          <pc:docMk/>
          <pc:sldMk cId="439995690" sldId="1502"/>
        </pc:sldMkLst>
      </pc:sldChg>
      <pc:sldChg chg="addSp delSp modSp add mod delAnim modAnim">
        <pc:chgData name="Wojciech Krakowiak" userId="86718142a3635522" providerId="LiveId" clId="{26BA3A9B-B69E-46E9-B3AD-45EBD15A9BA9}" dt="2025-08-06T16:31:22.921" v="611"/>
        <pc:sldMkLst>
          <pc:docMk/>
          <pc:sldMk cId="2566925495" sldId="1503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4252460294" sldId="1503"/>
        </pc:sldMkLst>
      </pc:sldChg>
      <pc:sldChg chg="addSp delSp modSp add mod delAnim modAnim">
        <pc:chgData name="Wojciech Krakowiak" userId="86718142a3635522" providerId="LiveId" clId="{26BA3A9B-B69E-46E9-B3AD-45EBD15A9BA9}" dt="2025-08-06T16:33:23.032" v="655"/>
        <pc:sldMkLst>
          <pc:docMk/>
          <pc:sldMk cId="1515942496" sldId="1504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1881858433" sldId="1504"/>
        </pc:sldMkLst>
      </pc:sldChg>
      <pc:sldChg chg="addSp delSp modSp add mod delAnim modAnim">
        <pc:chgData name="Wojciech Krakowiak" userId="86718142a3635522" providerId="LiveId" clId="{26BA3A9B-B69E-46E9-B3AD-45EBD15A9BA9}" dt="2025-08-06T16:35:19.031" v="678"/>
        <pc:sldMkLst>
          <pc:docMk/>
          <pc:sldMk cId="591800698" sldId="1505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2328320797" sldId="1505"/>
        </pc:sldMkLst>
      </pc:sldChg>
      <pc:sldChg chg="addSp delSp modSp add mod delAnim modAnim">
        <pc:chgData name="Wojciech Krakowiak" userId="86718142a3635522" providerId="LiveId" clId="{26BA3A9B-B69E-46E9-B3AD-45EBD15A9BA9}" dt="2025-08-06T16:37:37.938" v="695"/>
        <pc:sldMkLst>
          <pc:docMk/>
          <pc:sldMk cId="46624601" sldId="1506"/>
        </pc:sldMkLst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1897061910" sldId="1506"/>
        </pc:sldMkLst>
      </pc:sldChg>
      <pc:sldChg chg="addSp delSp modSp add mod ord delAnim modAnim">
        <pc:chgData name="Wojciech Krakowiak" userId="86718142a3635522" providerId="LiveId" clId="{26BA3A9B-B69E-46E9-B3AD-45EBD15A9BA9}" dt="2025-08-06T17:14:42.645" v="745"/>
        <pc:sldMkLst>
          <pc:docMk/>
          <pc:sldMk cId="945104450" sldId="1507"/>
        </pc:sldMkLst>
      </pc:sldChg>
      <pc:sldChg chg="addSp delSp modSp add mod delAnim modAnim">
        <pc:chgData name="Wojciech Krakowiak" userId="86718142a3635522" providerId="LiveId" clId="{26BA3A9B-B69E-46E9-B3AD-45EBD15A9BA9}" dt="2025-08-06T17:16:55.717" v="764"/>
        <pc:sldMkLst>
          <pc:docMk/>
          <pc:sldMk cId="180236047" sldId="1508"/>
        </pc:sldMkLst>
      </pc:sldChg>
      <pc:sldChg chg="addSp delSp modSp add mod delAnim modAnim">
        <pc:chgData name="Wojciech Krakowiak" userId="86718142a3635522" providerId="LiveId" clId="{26BA3A9B-B69E-46E9-B3AD-45EBD15A9BA9}" dt="2025-08-06T17:19:24.061" v="792" actId="20577"/>
        <pc:sldMkLst>
          <pc:docMk/>
          <pc:sldMk cId="797792494" sldId="1509"/>
        </pc:sldMkLst>
      </pc:sldChg>
      <pc:sldChg chg="addSp delSp modSp add mod delAnim modAnim">
        <pc:chgData name="Wojciech Krakowiak" userId="86718142a3635522" providerId="LiveId" clId="{26BA3A9B-B69E-46E9-B3AD-45EBD15A9BA9}" dt="2025-08-06T17:21:31.549" v="816"/>
        <pc:sldMkLst>
          <pc:docMk/>
          <pc:sldMk cId="3653694606" sldId="1510"/>
        </pc:sldMkLst>
      </pc:sldChg>
      <pc:sldChg chg="addSp delSp modSp add mod delAnim modAnim">
        <pc:chgData name="Wojciech Krakowiak" userId="86718142a3635522" providerId="LiveId" clId="{26BA3A9B-B69E-46E9-B3AD-45EBD15A9BA9}" dt="2025-08-06T17:23:55.682" v="834"/>
        <pc:sldMkLst>
          <pc:docMk/>
          <pc:sldMk cId="1163690542" sldId="1511"/>
        </pc:sldMkLst>
      </pc:sldChg>
      <pc:sldChg chg="addSp delSp modSp add mod delAnim modAnim">
        <pc:chgData name="Wojciech Krakowiak" userId="86718142a3635522" providerId="LiveId" clId="{26BA3A9B-B69E-46E9-B3AD-45EBD15A9BA9}" dt="2025-08-06T17:26:15.106" v="854"/>
        <pc:sldMkLst>
          <pc:docMk/>
          <pc:sldMk cId="2957986592" sldId="1512"/>
        </pc:sldMkLst>
      </pc:sldChg>
      <pc:sldChg chg="addSp delSp modSp add mod delAnim modAnim">
        <pc:chgData name="Wojciech Krakowiak" userId="86718142a3635522" providerId="LiveId" clId="{26BA3A9B-B69E-46E9-B3AD-45EBD15A9BA9}" dt="2025-08-06T17:27:56.224" v="875"/>
        <pc:sldMkLst>
          <pc:docMk/>
          <pc:sldMk cId="2184095661" sldId="1513"/>
        </pc:sldMkLst>
      </pc:sldChg>
      <pc:sldChg chg="addSp delSp modSp add mod delAnim modAnim">
        <pc:chgData name="Wojciech Krakowiak" userId="86718142a3635522" providerId="LiveId" clId="{26BA3A9B-B69E-46E9-B3AD-45EBD15A9BA9}" dt="2025-08-06T17:30:44.977" v="895"/>
        <pc:sldMkLst>
          <pc:docMk/>
          <pc:sldMk cId="2778521383" sldId="1514"/>
        </pc:sldMkLst>
      </pc:sldChg>
      <pc:sldChg chg="addSp delSp modSp add mod delAnim modAnim">
        <pc:chgData name="Wojciech Krakowiak" userId="86718142a3635522" providerId="LiveId" clId="{26BA3A9B-B69E-46E9-B3AD-45EBD15A9BA9}" dt="2025-08-06T17:32:16.557" v="919"/>
        <pc:sldMkLst>
          <pc:docMk/>
          <pc:sldMk cId="1466764462" sldId="1515"/>
        </pc:sldMkLst>
      </pc:sldChg>
      <pc:sldChg chg="addSp delSp modSp add mod delAnim modAnim">
        <pc:chgData name="Wojciech Krakowiak" userId="86718142a3635522" providerId="LiveId" clId="{26BA3A9B-B69E-46E9-B3AD-45EBD15A9BA9}" dt="2025-08-06T19:16:42.423" v="964"/>
        <pc:sldMkLst>
          <pc:docMk/>
          <pc:sldMk cId="2026589744" sldId="1516"/>
        </pc:sldMkLst>
      </pc:sldChg>
      <pc:sldChg chg="addSp delSp modSp add mod delAnim modAnim">
        <pc:chgData name="Wojciech Krakowiak" userId="86718142a3635522" providerId="LiveId" clId="{26BA3A9B-B69E-46E9-B3AD-45EBD15A9BA9}" dt="2025-08-06T19:20:37.769" v="989"/>
        <pc:sldMkLst>
          <pc:docMk/>
          <pc:sldMk cId="2328546754" sldId="1517"/>
        </pc:sldMkLst>
      </pc:sldChg>
      <pc:sldChg chg="addSp delSp modSp add mod delAnim modAnim">
        <pc:chgData name="Wojciech Krakowiak" userId="86718142a3635522" providerId="LiveId" clId="{26BA3A9B-B69E-46E9-B3AD-45EBD15A9BA9}" dt="2025-08-06T19:23:02.223" v="1023"/>
        <pc:sldMkLst>
          <pc:docMk/>
          <pc:sldMk cId="4124471447" sldId="1518"/>
        </pc:sldMkLst>
      </pc:sldChg>
      <pc:sldChg chg="addSp delSp modSp add mod delAnim modAnim">
        <pc:chgData name="Wojciech Krakowiak" userId="86718142a3635522" providerId="LiveId" clId="{26BA3A9B-B69E-46E9-B3AD-45EBD15A9BA9}" dt="2025-08-06T19:32:25.386" v="1104"/>
        <pc:sldMkLst>
          <pc:docMk/>
          <pc:sldMk cId="3252105673" sldId="1519"/>
        </pc:sldMkLst>
      </pc:sldChg>
      <pc:sldChg chg="addSp delSp modSp add mod ord delAnim modAnim">
        <pc:chgData name="Wojciech Krakowiak" userId="86718142a3635522" providerId="LiveId" clId="{26BA3A9B-B69E-46E9-B3AD-45EBD15A9BA9}" dt="2025-08-06T19:34:30.322" v="1147"/>
        <pc:sldMkLst>
          <pc:docMk/>
          <pc:sldMk cId="923050901" sldId="1520"/>
        </pc:sldMkLst>
      </pc:sldChg>
      <pc:sldChg chg="addSp delSp modSp add mod delAnim modAnim">
        <pc:chgData name="Wojciech Krakowiak" userId="86718142a3635522" providerId="LiveId" clId="{26BA3A9B-B69E-46E9-B3AD-45EBD15A9BA9}" dt="2025-08-06T19:38:43.533" v="1176"/>
        <pc:sldMkLst>
          <pc:docMk/>
          <pc:sldMk cId="1314697153" sldId="1521"/>
        </pc:sldMkLst>
      </pc:sldChg>
    </pc:docChg>
  </pc:docChgLst>
  <pc:docChgLst>
    <pc:chgData name="Wojtek Krakowiak" userId="f72a0bb3b8a70e05" providerId="LiveId" clId="{66FB6206-E6E3-4CC8-9C3D-A4C502D3335A}"/>
    <pc:docChg chg="custSel delSld modSld modSection">
      <pc:chgData name="Wojtek Krakowiak" userId="f72a0bb3b8a70e05" providerId="LiveId" clId="{66FB6206-E6E3-4CC8-9C3D-A4C502D3335A}" dt="2025-08-28T12:47:37.401" v="16" actId="20577"/>
      <pc:docMkLst>
        <pc:docMk/>
      </pc:docMkLst>
      <pc:sldChg chg="addSp delSp modSp mod delAnim modAnim">
        <pc:chgData name="Wojtek Krakowiak" userId="f72a0bb3b8a70e05" providerId="LiveId" clId="{66FB6206-E6E3-4CC8-9C3D-A4C502D3335A}" dt="2025-08-28T12:46:09.379" v="9"/>
        <pc:sldMkLst>
          <pc:docMk/>
          <pc:sldMk cId="2537983298" sldId="1522"/>
        </pc:sldMkLst>
        <pc:spChg chg="mod">
          <ac:chgData name="Wojtek Krakowiak" userId="f72a0bb3b8a70e05" providerId="LiveId" clId="{66FB6206-E6E3-4CC8-9C3D-A4C502D3335A}" dt="2025-08-28T12:45:16.603" v="5" actId="20577"/>
          <ac:spMkLst>
            <pc:docMk/>
            <pc:sldMk cId="2537983298" sldId="1522"/>
            <ac:spMk id="3" creationId="{39415443-7D6F-4D36-AAC8-D8D539C108C7}"/>
          </ac:spMkLst>
        </pc:spChg>
        <pc:picChg chg="add mod">
          <ac:chgData name="Wojtek Krakowiak" userId="f72a0bb3b8a70e05" providerId="LiveId" clId="{66FB6206-E6E3-4CC8-9C3D-A4C502D3335A}" dt="2025-08-28T12:45:56.809" v="7"/>
          <ac:picMkLst>
            <pc:docMk/>
            <pc:sldMk cId="2537983298" sldId="1522"/>
            <ac:picMk id="4" creationId="{379D2E39-BE01-7F72-0DCE-644D140C547A}"/>
          </ac:picMkLst>
        </pc:picChg>
        <pc:picChg chg="del">
          <ac:chgData name="Wojtek Krakowiak" userId="f72a0bb3b8a70e05" providerId="LiveId" clId="{66FB6206-E6E3-4CC8-9C3D-A4C502D3335A}" dt="2025-08-28T12:45:18.967" v="6" actId="478"/>
          <ac:picMkLst>
            <pc:docMk/>
            <pc:sldMk cId="2537983298" sldId="1522"/>
            <ac:picMk id="5" creationId="{F5CB40F7-5C18-7E41-C845-489118076105}"/>
          </ac:picMkLst>
        </pc:picChg>
      </pc:sldChg>
      <pc:sldChg chg="del">
        <pc:chgData name="Wojtek Krakowiak" userId="f72a0bb3b8a70e05" providerId="LiveId" clId="{66FB6206-E6E3-4CC8-9C3D-A4C502D3335A}" dt="2025-08-26T13:24:29.613" v="0" actId="47"/>
        <pc:sldMkLst>
          <pc:docMk/>
          <pc:sldMk cId="3187598078" sldId="1525"/>
        </pc:sldMkLst>
      </pc:sldChg>
      <pc:sldChg chg="addSp delSp modSp mod delAnim modAnim">
        <pc:chgData name="Wojtek Krakowiak" userId="f72a0bb3b8a70e05" providerId="LiveId" clId="{66FB6206-E6E3-4CC8-9C3D-A4C502D3335A}" dt="2025-08-28T12:47:37.401" v="16" actId="20577"/>
        <pc:sldMkLst>
          <pc:docMk/>
          <pc:sldMk cId="479154106" sldId="1529"/>
        </pc:sldMkLst>
        <pc:spChg chg="mod">
          <ac:chgData name="Wojtek Krakowiak" userId="f72a0bb3b8a70e05" providerId="LiveId" clId="{66FB6206-E6E3-4CC8-9C3D-A4C502D3335A}" dt="2025-08-28T12:47:37.401" v="16" actId="20577"/>
          <ac:spMkLst>
            <pc:docMk/>
            <pc:sldMk cId="479154106" sldId="1529"/>
            <ac:spMk id="3" creationId="{39415443-7D6F-4D36-AAC8-D8D539C108C7}"/>
          </ac:spMkLst>
        </pc:spChg>
        <pc:picChg chg="add mod">
          <ac:chgData name="Wojtek Krakowiak" userId="f72a0bb3b8a70e05" providerId="LiveId" clId="{66FB6206-E6E3-4CC8-9C3D-A4C502D3335A}" dt="2025-08-28T12:47:28.998" v="11"/>
          <ac:picMkLst>
            <pc:docMk/>
            <pc:sldMk cId="479154106" sldId="1529"/>
            <ac:picMk id="4" creationId="{74935668-8E77-2D30-A23E-FB58F75CB50E}"/>
          </ac:picMkLst>
        </pc:picChg>
        <pc:picChg chg="del">
          <ac:chgData name="Wojtek Krakowiak" userId="f72a0bb3b8a70e05" providerId="LiveId" clId="{66FB6206-E6E3-4CC8-9C3D-A4C502D3335A}" dt="2025-08-28T12:47:25.197" v="10" actId="478"/>
          <ac:picMkLst>
            <pc:docMk/>
            <pc:sldMk cId="479154106" sldId="1529"/>
            <ac:picMk id="5" creationId="{28140C6E-6E9B-AAFE-44DD-288EF8B2B5A1}"/>
          </ac:picMkLst>
        </pc:picChg>
      </pc:sldChg>
    </pc:docChg>
  </pc:docChgLst>
  <pc:docChgLst>
    <pc:chgData name="Wojciech Krakowiak" userId="86718142a3635522" providerId="LiveId" clId="{AB5808AE-38A2-4056-AA0F-A990E352C5B3}"/>
    <pc:docChg chg="custSel addSld delSld modSld addSection delSection modSection">
      <pc:chgData name="Wojciech Krakowiak" userId="86718142a3635522" providerId="LiveId" clId="{AB5808AE-38A2-4056-AA0F-A990E352C5B3}" dt="2025-08-07T21:06:56.720" v="612"/>
      <pc:docMkLst>
        <pc:docMk/>
      </pc:docMkLst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582655019" sldId="1193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351162817" sldId="1493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923714345" sldId="1494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879418980" sldId="1495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615440704" sldId="1496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002751801" sldId="1497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608991960" sldId="1498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859021544" sldId="1499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374385916" sldId="1500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4047178957" sldId="1501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450104661" sldId="1502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377354214" sldId="1503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679945972" sldId="1504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499869797" sldId="1505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997477956" sldId="1506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557866051" sldId="1507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1295262911" sldId="1508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68616366" sldId="1509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3033493955" sldId="1510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2247227194" sldId="1511"/>
        </pc:sldMkLst>
      </pc:sldChg>
      <pc:sldChg chg="del">
        <pc:chgData name="Wojciech Krakowiak" userId="86718142a3635522" providerId="LiveId" clId="{AB5808AE-38A2-4056-AA0F-A990E352C5B3}" dt="2025-08-07T20:31:38.286" v="92" actId="47"/>
        <pc:sldMkLst>
          <pc:docMk/>
          <pc:sldMk cId="4031900596" sldId="1512"/>
        </pc:sldMkLst>
      </pc:sldChg>
      <pc:sldChg chg="addSp delSp modSp add del mod delAnim modAnim">
        <pc:chgData name="Wojciech Krakowiak" userId="86718142a3635522" providerId="LiveId" clId="{AB5808AE-38A2-4056-AA0F-A990E352C5B3}" dt="2025-08-07T20:31:38.286" v="92" actId="47"/>
        <pc:sldMkLst>
          <pc:docMk/>
          <pc:sldMk cId="4263054168" sldId="1513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792818846" sldId="1514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4052836498" sldId="1515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1723638585" sldId="1516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3708931672" sldId="1517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1090871490" sldId="1518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3238333630" sldId="1519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245216708" sldId="1520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041272216" sldId="1521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537983298" sldId="1522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1491185883" sldId="1523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921004097" sldId="1524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3187598078" sldId="1525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599761411" sldId="1526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753834003" sldId="1527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974528495" sldId="1528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479154106" sldId="1529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3187956052" sldId="1530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179599298" sldId="1531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175204333" sldId="1532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2775511017" sldId="1533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3559112098" sldId="1534"/>
        </pc:sldMkLst>
      </pc:sldChg>
      <pc:sldChg chg="add">
        <pc:chgData name="Wojciech Krakowiak" userId="86718142a3635522" providerId="LiveId" clId="{AB5808AE-38A2-4056-AA0F-A990E352C5B3}" dt="2025-08-07T20:24:15.483" v="27"/>
        <pc:sldMkLst>
          <pc:docMk/>
          <pc:sldMk cId="1529432478" sldId="1535"/>
        </pc:sldMkLst>
      </pc:sldChg>
      <pc:sldChg chg="addSp delSp modSp add mod delAnim modAnim">
        <pc:chgData name="Wojciech Krakowiak" userId="86718142a3635522" providerId="LiveId" clId="{AB5808AE-38A2-4056-AA0F-A990E352C5B3}" dt="2025-08-07T20:27:26.429" v="67"/>
        <pc:sldMkLst>
          <pc:docMk/>
          <pc:sldMk cId="286058598" sldId="1536"/>
        </pc:sldMkLst>
        <pc:spChg chg="mod">
          <ac:chgData name="Wojciech Krakowiak" userId="86718142a3635522" providerId="LiveId" clId="{AB5808AE-38A2-4056-AA0F-A990E352C5B3}" dt="2025-08-07T20:26:30.976" v="64" actId="20577"/>
          <ac:spMkLst>
            <pc:docMk/>
            <pc:sldMk cId="286058598" sldId="1536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26:16.210" v="50" actId="20577"/>
          <ac:spMkLst>
            <pc:docMk/>
            <pc:sldMk cId="286058598" sldId="1536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27:24.873" v="65"/>
          <ac:picMkLst>
            <pc:docMk/>
            <pc:sldMk cId="286058598" sldId="1536"/>
            <ac:picMk id="4" creationId="{E62BEDE7-4714-C4B7-7F4F-970550345A87}"/>
          </ac:picMkLst>
        </pc:picChg>
      </pc:sldChg>
      <pc:sldChg chg="addSp delSp modSp add del mod delAnim modAnim">
        <pc:chgData name="Wojciech Krakowiak" userId="86718142a3635522" providerId="LiveId" clId="{AB5808AE-38A2-4056-AA0F-A990E352C5B3}" dt="2025-08-07T20:31:38.286" v="92" actId="47"/>
        <pc:sldMkLst>
          <pc:docMk/>
          <pc:sldMk cId="711987445" sldId="1537"/>
        </pc:sldMkLst>
      </pc:sldChg>
      <pc:sldChg chg="addSp delSp modSp add mod delAnim modAnim">
        <pc:chgData name="Wojciech Krakowiak" userId="86718142a3635522" providerId="LiveId" clId="{AB5808AE-38A2-4056-AA0F-A990E352C5B3}" dt="2025-08-07T20:32:42.476" v="118" actId="20577"/>
        <pc:sldMkLst>
          <pc:docMk/>
          <pc:sldMk cId="2371036553" sldId="1537"/>
        </pc:sldMkLst>
        <pc:spChg chg="mod">
          <ac:chgData name="Wojciech Krakowiak" userId="86718142a3635522" providerId="LiveId" clId="{AB5808AE-38A2-4056-AA0F-A990E352C5B3}" dt="2025-08-07T20:32:42.476" v="118" actId="20577"/>
          <ac:spMkLst>
            <pc:docMk/>
            <pc:sldMk cId="2371036553" sldId="1537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32:05.845" v="108" actId="20577"/>
          <ac:spMkLst>
            <pc:docMk/>
            <pc:sldMk cId="2371036553" sldId="1537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32:32.530" v="109"/>
          <ac:picMkLst>
            <pc:docMk/>
            <pc:sldMk cId="2371036553" sldId="1537"/>
            <ac:picMk id="5" creationId="{503FB626-38F9-881D-6568-32B9BC551576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34:03.385" v="166"/>
        <pc:sldMkLst>
          <pc:docMk/>
          <pc:sldMk cId="123725456" sldId="1538"/>
        </pc:sldMkLst>
        <pc:spChg chg="mod">
          <ac:chgData name="Wojciech Krakowiak" userId="86718142a3635522" providerId="LiveId" clId="{AB5808AE-38A2-4056-AA0F-A990E352C5B3}" dt="2025-08-07T20:33:07.956" v="140" actId="20577"/>
          <ac:spMkLst>
            <pc:docMk/>
            <pc:sldMk cId="123725456" sldId="1538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33:29.941" v="163" actId="313"/>
          <ac:spMkLst>
            <pc:docMk/>
            <pc:sldMk cId="123725456" sldId="1538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34:01.699" v="164"/>
          <ac:picMkLst>
            <pc:docMk/>
            <pc:sldMk cId="123725456" sldId="1538"/>
            <ac:picMk id="4" creationId="{8739D83A-F457-4255-02B2-98D5DFCA371C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36:52.103" v="213"/>
        <pc:sldMkLst>
          <pc:docMk/>
          <pc:sldMk cId="41499194" sldId="1539"/>
        </pc:sldMkLst>
        <pc:spChg chg="mod">
          <ac:chgData name="Wojciech Krakowiak" userId="86718142a3635522" providerId="LiveId" clId="{AB5808AE-38A2-4056-AA0F-A990E352C5B3}" dt="2025-08-07T20:36:23.991" v="210" actId="20577"/>
          <ac:spMkLst>
            <pc:docMk/>
            <pc:sldMk cId="41499194" sldId="1539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35:59.693" v="179" actId="20577"/>
          <ac:spMkLst>
            <pc:docMk/>
            <pc:sldMk cId="41499194" sldId="1539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36:50.575" v="211"/>
          <ac:picMkLst>
            <pc:docMk/>
            <pc:sldMk cId="41499194" sldId="1539"/>
            <ac:picMk id="5" creationId="{FBDDCDFA-6A3B-D443-037B-AF60440275FA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38:16.089" v="240"/>
        <pc:sldMkLst>
          <pc:docMk/>
          <pc:sldMk cId="615910017" sldId="1540"/>
        </pc:sldMkLst>
        <pc:spChg chg="mod">
          <ac:chgData name="Wojciech Krakowiak" userId="86718142a3635522" providerId="LiveId" clId="{AB5808AE-38A2-4056-AA0F-A990E352C5B3}" dt="2025-08-07T20:37:16.861" v="225" actId="20577"/>
          <ac:spMkLst>
            <pc:docMk/>
            <pc:sldMk cId="615910017" sldId="1540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37:49.497" v="237" actId="20577"/>
          <ac:spMkLst>
            <pc:docMk/>
            <pc:sldMk cId="615910017" sldId="1540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38:14.158" v="238"/>
          <ac:picMkLst>
            <pc:docMk/>
            <pc:sldMk cId="615910017" sldId="1540"/>
            <ac:picMk id="4" creationId="{D3414159-0CC9-886B-C8FD-B4D6FAAECA34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39:36.834" v="265"/>
        <pc:sldMkLst>
          <pc:docMk/>
          <pc:sldMk cId="2684083685" sldId="1541"/>
        </pc:sldMkLst>
        <pc:spChg chg="mod">
          <ac:chgData name="Wojciech Krakowiak" userId="86718142a3635522" providerId="LiveId" clId="{AB5808AE-38A2-4056-AA0F-A990E352C5B3}" dt="2025-08-07T20:39:09.862" v="262" actId="20577"/>
          <ac:spMkLst>
            <pc:docMk/>
            <pc:sldMk cId="2684083685" sldId="1541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39:02.673" v="255" actId="20577"/>
          <ac:spMkLst>
            <pc:docMk/>
            <pc:sldMk cId="2684083685" sldId="1541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39:34.873" v="263"/>
          <ac:picMkLst>
            <pc:docMk/>
            <pc:sldMk cId="2684083685" sldId="1541"/>
            <ac:picMk id="5" creationId="{CAA8D2AB-6319-8CE2-1B92-F99BF38374E2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42:28.610" v="294"/>
        <pc:sldMkLst>
          <pc:docMk/>
          <pc:sldMk cId="512573894" sldId="1542"/>
        </pc:sldMkLst>
        <pc:spChg chg="mod">
          <ac:chgData name="Wojciech Krakowiak" userId="86718142a3635522" providerId="LiveId" clId="{AB5808AE-38A2-4056-AA0F-A990E352C5B3}" dt="2025-08-07T20:40:43.912" v="275" actId="20577"/>
          <ac:spMkLst>
            <pc:docMk/>
            <pc:sldMk cId="512573894" sldId="1542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41:50.649" v="291" actId="20577"/>
          <ac:spMkLst>
            <pc:docMk/>
            <pc:sldMk cId="512573894" sldId="1542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42:26.696" v="292"/>
          <ac:picMkLst>
            <pc:docMk/>
            <pc:sldMk cId="512573894" sldId="1542"/>
            <ac:picMk id="4" creationId="{82250430-96FE-3B71-B699-E62688B16E0C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44:45.035" v="330" actId="313"/>
        <pc:sldMkLst>
          <pc:docMk/>
          <pc:sldMk cId="4123982843" sldId="1543"/>
        </pc:sldMkLst>
        <pc:spChg chg="mod">
          <ac:chgData name="Wojciech Krakowiak" userId="86718142a3635522" providerId="LiveId" clId="{AB5808AE-38A2-4056-AA0F-A990E352C5B3}" dt="2025-08-07T20:44:45.035" v="330" actId="313"/>
          <ac:spMkLst>
            <pc:docMk/>
            <pc:sldMk cId="4123982843" sldId="1543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43:31.462" v="316" actId="5793"/>
          <ac:spMkLst>
            <pc:docMk/>
            <pc:sldMk cId="4123982843" sldId="1543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43:54.496" v="317"/>
          <ac:picMkLst>
            <pc:docMk/>
            <pc:sldMk cId="4123982843" sldId="1543"/>
            <ac:picMk id="5" creationId="{E0AC8A78-452D-382D-06E1-7FF5DBA40166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46:01.803" v="375" actId="20577"/>
        <pc:sldMkLst>
          <pc:docMk/>
          <pc:sldMk cId="116212426" sldId="1544"/>
        </pc:sldMkLst>
        <pc:spChg chg="mod">
          <ac:chgData name="Wojciech Krakowiak" userId="86718142a3635522" providerId="LiveId" clId="{AB5808AE-38A2-4056-AA0F-A990E352C5B3}" dt="2025-08-07T20:46:01.803" v="375" actId="20577"/>
          <ac:spMkLst>
            <pc:docMk/>
            <pc:sldMk cId="116212426" sldId="1544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45:15.877" v="365" actId="20577"/>
          <ac:spMkLst>
            <pc:docMk/>
            <pc:sldMk cId="116212426" sldId="1544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45:42.556" v="366"/>
          <ac:picMkLst>
            <pc:docMk/>
            <pc:sldMk cId="116212426" sldId="1544"/>
            <ac:picMk id="4" creationId="{428A71D7-EC52-39C7-92CD-C3DD9DB37077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47:46.197" v="407"/>
        <pc:sldMkLst>
          <pc:docMk/>
          <pc:sldMk cId="4234294322" sldId="1545"/>
        </pc:sldMkLst>
        <pc:spChg chg="mod">
          <ac:chgData name="Wojciech Krakowiak" userId="86718142a3635522" providerId="LiveId" clId="{AB5808AE-38A2-4056-AA0F-A990E352C5B3}" dt="2025-08-07T20:46:19.742" v="387" actId="20577"/>
          <ac:spMkLst>
            <pc:docMk/>
            <pc:sldMk cId="4234294322" sldId="1545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47:19.653" v="404" actId="20577"/>
          <ac:spMkLst>
            <pc:docMk/>
            <pc:sldMk cId="4234294322" sldId="1545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47:44.462" v="405"/>
          <ac:picMkLst>
            <pc:docMk/>
            <pc:sldMk cId="4234294322" sldId="1545"/>
            <ac:picMk id="5" creationId="{34068699-97DC-E071-C178-CFFC10E7C8E4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50:28.933" v="430"/>
        <pc:sldMkLst>
          <pc:docMk/>
          <pc:sldMk cId="3685992806" sldId="1546"/>
        </pc:sldMkLst>
        <pc:spChg chg="mod">
          <ac:chgData name="Wojciech Krakowiak" userId="86718142a3635522" providerId="LiveId" clId="{AB5808AE-38A2-4056-AA0F-A990E352C5B3}" dt="2025-08-07T20:49:10.229" v="427" actId="20577"/>
          <ac:spMkLst>
            <pc:docMk/>
            <pc:sldMk cId="3685992806" sldId="1546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48:32.667" v="420" actId="20577"/>
          <ac:spMkLst>
            <pc:docMk/>
            <pc:sldMk cId="3685992806" sldId="1546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50:26.994" v="428"/>
          <ac:picMkLst>
            <pc:docMk/>
            <pc:sldMk cId="3685992806" sldId="1546"/>
            <ac:picMk id="4" creationId="{E9A3C49D-1C37-2254-B847-CD483153C3EA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52:48.836" v="453"/>
        <pc:sldMkLst>
          <pc:docMk/>
          <pc:sldMk cId="1277599209" sldId="1547"/>
        </pc:sldMkLst>
        <pc:spChg chg="mod">
          <ac:chgData name="Wojciech Krakowiak" userId="86718142a3635522" providerId="LiveId" clId="{AB5808AE-38A2-4056-AA0F-A990E352C5B3}" dt="2025-08-07T20:51:56.914" v="441" actId="20577"/>
          <ac:spMkLst>
            <pc:docMk/>
            <pc:sldMk cId="1277599209" sldId="1547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52:10.798" v="450" actId="20577"/>
          <ac:spMkLst>
            <pc:docMk/>
            <pc:sldMk cId="1277599209" sldId="1547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52:47.105" v="451"/>
          <ac:picMkLst>
            <pc:docMk/>
            <pc:sldMk cId="1277599209" sldId="1547"/>
            <ac:picMk id="5" creationId="{F8EB30DF-F446-242C-1E7B-ABAFEB0FCFBB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54:00.058" v="474"/>
        <pc:sldMkLst>
          <pc:docMk/>
          <pc:sldMk cId="3381416691" sldId="1548"/>
        </pc:sldMkLst>
        <pc:spChg chg="mod">
          <ac:chgData name="Wojciech Krakowiak" userId="86718142a3635522" providerId="LiveId" clId="{AB5808AE-38A2-4056-AA0F-A990E352C5B3}" dt="2025-08-07T20:53:33.276" v="471" actId="20577"/>
          <ac:spMkLst>
            <pc:docMk/>
            <pc:sldMk cId="3381416691" sldId="1548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53:27.259" v="465" actId="20577"/>
          <ac:spMkLst>
            <pc:docMk/>
            <pc:sldMk cId="3381416691" sldId="1548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53:58.432" v="472"/>
          <ac:picMkLst>
            <pc:docMk/>
            <pc:sldMk cId="3381416691" sldId="1548"/>
            <ac:picMk id="4" creationId="{0BF6E2BE-672E-D351-CB2E-F38B412FBA99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55:45.326" v="494"/>
        <pc:sldMkLst>
          <pc:docMk/>
          <pc:sldMk cId="3294841418" sldId="1549"/>
        </pc:sldMkLst>
        <pc:spChg chg="mod">
          <ac:chgData name="Wojciech Krakowiak" userId="86718142a3635522" providerId="LiveId" clId="{AB5808AE-38A2-4056-AA0F-A990E352C5B3}" dt="2025-08-07T20:55:03.944" v="482" actId="20577"/>
          <ac:spMkLst>
            <pc:docMk/>
            <pc:sldMk cId="3294841418" sldId="1549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55:11.247" v="491" actId="20577"/>
          <ac:spMkLst>
            <pc:docMk/>
            <pc:sldMk cId="3294841418" sldId="1549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55:43.463" v="492"/>
          <ac:picMkLst>
            <pc:docMk/>
            <pc:sldMk cId="3294841418" sldId="1549"/>
            <ac:picMk id="5" creationId="{04678EF2-7880-1EAA-D3AE-CD030417F123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0:58:13.119" v="520"/>
        <pc:sldMkLst>
          <pc:docMk/>
          <pc:sldMk cId="720204056" sldId="1550"/>
        </pc:sldMkLst>
        <pc:spChg chg="mod">
          <ac:chgData name="Wojciech Krakowiak" userId="86718142a3635522" providerId="LiveId" clId="{AB5808AE-38A2-4056-AA0F-A990E352C5B3}" dt="2025-08-07T20:57:50.025" v="517" actId="20577"/>
          <ac:spMkLst>
            <pc:docMk/>
            <pc:sldMk cId="720204056" sldId="1550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0:57:43.036" v="510" actId="20577"/>
          <ac:spMkLst>
            <pc:docMk/>
            <pc:sldMk cId="720204056" sldId="1550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0:58:11.277" v="518"/>
          <ac:picMkLst>
            <pc:docMk/>
            <pc:sldMk cId="720204056" sldId="1550"/>
            <ac:picMk id="4" creationId="{52D58C88-5651-E74A-0AEF-E9543A287E28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1:00:54.230" v="550"/>
        <pc:sldMkLst>
          <pc:docMk/>
          <pc:sldMk cId="1068380829" sldId="1551"/>
        </pc:sldMkLst>
        <pc:spChg chg="mod">
          <ac:chgData name="Wojciech Krakowiak" userId="86718142a3635522" providerId="LiveId" clId="{AB5808AE-38A2-4056-AA0F-A990E352C5B3}" dt="2025-08-07T20:59:41.788" v="532" actId="20577"/>
          <ac:spMkLst>
            <pc:docMk/>
            <pc:sldMk cId="1068380829" sldId="1551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1:00:10.067" v="547" actId="20577"/>
          <ac:spMkLst>
            <pc:docMk/>
            <pc:sldMk cId="1068380829" sldId="1551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1:00:51.024" v="548"/>
          <ac:picMkLst>
            <pc:docMk/>
            <pc:sldMk cId="1068380829" sldId="1551"/>
            <ac:picMk id="5" creationId="{E6BC4F7E-693C-87DE-0AAB-2086CFBA992D}"/>
          </ac:picMkLst>
        </pc:picChg>
      </pc:sldChg>
      <pc:sldChg chg="addSp delSp modSp add mod delAnim modAnim">
        <pc:chgData name="Wojciech Krakowiak" userId="86718142a3635522" providerId="LiveId" clId="{AB5808AE-38A2-4056-AA0F-A990E352C5B3}" dt="2025-08-07T21:06:56.720" v="612"/>
        <pc:sldMkLst>
          <pc:docMk/>
          <pc:sldMk cId="18998830" sldId="1552"/>
        </pc:sldMkLst>
        <pc:spChg chg="mod">
          <ac:chgData name="Wojciech Krakowiak" userId="86718142a3635522" providerId="LiveId" clId="{AB5808AE-38A2-4056-AA0F-A990E352C5B3}" dt="2025-08-07T21:06:28.986" v="609" actId="20577"/>
          <ac:spMkLst>
            <pc:docMk/>
            <pc:sldMk cId="18998830" sldId="1552"/>
            <ac:spMk id="2" creationId="{D0CF59C9-6B33-4CB8-855B-43D2F5A16BB8}"/>
          </ac:spMkLst>
        </pc:spChg>
        <pc:spChg chg="mod">
          <ac:chgData name="Wojciech Krakowiak" userId="86718142a3635522" providerId="LiveId" clId="{AB5808AE-38A2-4056-AA0F-A990E352C5B3}" dt="2025-08-07T21:06:01.575" v="564" actId="20577"/>
          <ac:spMkLst>
            <pc:docMk/>
            <pc:sldMk cId="18998830" sldId="1552"/>
            <ac:spMk id="3" creationId="{39415443-7D6F-4D36-AAC8-D8D539C108C7}"/>
          </ac:spMkLst>
        </pc:spChg>
        <pc:picChg chg="add mod">
          <ac:chgData name="Wojciech Krakowiak" userId="86718142a3635522" providerId="LiveId" clId="{AB5808AE-38A2-4056-AA0F-A990E352C5B3}" dt="2025-08-07T21:06:54.685" v="610"/>
          <ac:picMkLst>
            <pc:docMk/>
            <pc:sldMk cId="18998830" sldId="1552"/>
            <ac:picMk id="4" creationId="{56D39947-2F7D-C799-A302-84B703AB820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4151575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1</a:t>
            </a:r>
            <a:r>
              <a:rPr lang="en-US" sz="9600" b="1" dirty="0">
                <a:latin typeface="+mn-lt"/>
              </a:rPr>
              <a:t> LO</a:t>
            </a:r>
            <a:br>
              <a:rPr lang="pl-PL" sz="9600" b="1" dirty="0">
                <a:latin typeface="+mn-lt"/>
              </a:rPr>
            </a:br>
            <a:r>
              <a:rPr lang="es-ES" sz="9600" b="1" dirty="0">
                <a:latin typeface="+mn-lt"/>
              </a:rPr>
              <a:t>Salud y enfermedad</a:t>
            </a:r>
            <a:br>
              <a:rPr lang="pl-PL" sz="96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2818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Zdrowie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salud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1675D2C-E9CB-5853-D27F-3C9DD7A616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3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Choroba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enfermedad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055FE1B-45C6-2E3D-3165-978CA229C5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3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Grypa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gripe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3BED361-A19F-8DB2-0446-2CCAD34B66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3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Masażysta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</a:t>
            </a:r>
            <a:r>
              <a:rPr lang="pl-PL" sz="7200" b="1" dirty="0">
                <a:solidFill>
                  <a:srgbClr val="FF0000"/>
                </a:solidFill>
              </a:rPr>
              <a:t>/</a:t>
            </a:r>
            <a:r>
              <a:rPr lang="es-ES" sz="7200" b="1" dirty="0">
                <a:solidFill>
                  <a:srgbClr val="FF0000"/>
                </a:solidFill>
              </a:rPr>
              <a:t>La masajista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8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C264258-0B79-290A-E94A-DCF69A6289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7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4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Laryngolog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</a:t>
            </a:r>
            <a:r>
              <a:rPr lang="pl-PL" sz="7200" b="1" dirty="0">
                <a:solidFill>
                  <a:srgbClr val="FF0000"/>
                </a:solidFill>
              </a:rPr>
              <a:t>/</a:t>
            </a:r>
            <a:r>
              <a:rPr lang="es-ES" sz="7200" b="1" dirty="0">
                <a:solidFill>
                  <a:srgbClr val="FF0000"/>
                </a:solidFill>
              </a:rPr>
              <a:t>La laringólogo</a:t>
            </a:r>
            <a:r>
              <a:rPr lang="pl-PL" sz="7200" b="1" dirty="0">
                <a:solidFill>
                  <a:srgbClr val="FF0000"/>
                </a:solidFill>
              </a:rPr>
              <a:t>/a</a:t>
            </a:r>
            <a:r>
              <a:rPr lang="es-ES" sz="7200" b="1" dirty="0">
                <a:solidFill>
                  <a:srgbClr val="FF0000"/>
                </a:solidFill>
              </a:rPr>
              <a:t>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65B5CB3-B08A-2276-6D17-27C8C5C7CA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3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2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Dentysta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</a:t>
            </a:r>
            <a:r>
              <a:rPr lang="pl-PL" sz="7200" b="1" dirty="0">
                <a:solidFill>
                  <a:srgbClr val="FF0000"/>
                </a:solidFill>
              </a:rPr>
              <a:t>/</a:t>
            </a:r>
            <a:r>
              <a:rPr lang="es-ES" sz="7200" b="1" dirty="0">
                <a:solidFill>
                  <a:srgbClr val="FF0000"/>
                </a:solidFill>
              </a:rPr>
              <a:t>La dentista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770BC5D-819F-6F7D-A3BB-75794744C7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1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8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Okulista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</a:t>
            </a:r>
            <a:r>
              <a:rPr lang="pl-PL" sz="7200" b="1" dirty="0">
                <a:solidFill>
                  <a:srgbClr val="FF0000"/>
                </a:solidFill>
              </a:rPr>
              <a:t>/</a:t>
            </a:r>
            <a:r>
              <a:rPr lang="es-ES" sz="7200" b="1" dirty="0">
                <a:solidFill>
                  <a:srgbClr val="FF0000"/>
                </a:solidFill>
              </a:rPr>
              <a:t>La oculista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DB62D5C-BCEB-C00E-11BC-6CF97FD891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7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5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Syrop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jarabe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79D2E39-BE01-7F72-0DCE-644D140C54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8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Zatkany nos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nariz tamponada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0AFAC34-4A69-1080-A4B1-F9B3FF3EC1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18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Kaszel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tos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B4D6108-6CA2-ECBA-A78E-C1A0696DBF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0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Zawroty głowy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mareos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35604B8-C0A5-EC1C-FE41-8226938A02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6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Gorączka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fiebre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F9A4D17-7262-3929-6574-D7F0FDFCFB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3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644745" cy="210995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Angina                        (zapalenie migdałków)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anginas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9BF5B5A-B53D-3DA1-522C-FF10B13841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28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Kontuzja/obrażenie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lesión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4935668-8E77-2D30-A23E-FB58F75CB5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5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Przeziębienie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resfriado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44842E9-BFE6-563B-6AA6-A77EBFE78C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5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Przeziębiony/przeziębiona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Resfriado</a:t>
            </a:r>
            <a:r>
              <a:rPr lang="pl-PL" sz="7200" b="1" dirty="0">
                <a:solidFill>
                  <a:srgbClr val="FF0000"/>
                </a:solidFill>
              </a:rPr>
              <a:t>/a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A7CED10-AB94-A222-CB76-4FC26A2373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9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3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Udar słoneczny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insolación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178083B-90A2-7ACD-4FD7-F6300ED4B8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Opuchlizna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hinchazón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F87E0F6-29A9-FA3B-07A4-333F76A161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1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Spuchnięty/spuchnięta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Hinchado</a:t>
            </a:r>
            <a:r>
              <a:rPr lang="pl-PL" sz="7200" b="1" dirty="0">
                <a:solidFill>
                  <a:srgbClr val="FF0000"/>
                </a:solidFill>
              </a:rPr>
              <a:t>/</a:t>
            </a:r>
            <a:r>
              <a:rPr lang="es-ES" sz="7200" b="1" dirty="0">
                <a:solidFill>
                  <a:srgbClr val="FF0000"/>
                </a:solidFill>
              </a:rPr>
              <a:t>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944B741-3BD9-BF3A-6E48-19FEF69FF5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1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Oddychać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Respirar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1DFE7F2-63B8-FFBB-09A5-4592CCB4E3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3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Lekarz/Lekarka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</a:t>
            </a:r>
            <a:r>
              <a:rPr lang="pl-PL" sz="7200" b="1" dirty="0">
                <a:solidFill>
                  <a:srgbClr val="FF0000"/>
                </a:solidFill>
              </a:rPr>
              <a:t>/La </a:t>
            </a:r>
            <a:r>
              <a:rPr lang="es-ES" sz="7200" b="1" dirty="0">
                <a:solidFill>
                  <a:srgbClr val="FF0000"/>
                </a:solidFill>
              </a:rPr>
              <a:t>medico</a:t>
            </a:r>
            <a:r>
              <a:rPr lang="pl-PL" sz="7200" b="1" dirty="0">
                <a:solidFill>
                  <a:srgbClr val="FF0000"/>
                </a:solidFill>
              </a:rPr>
              <a:t>/</a:t>
            </a:r>
            <a:r>
              <a:rPr lang="es-ES" sz="7200" b="1" dirty="0">
                <a:solidFill>
                  <a:srgbClr val="FF0000"/>
                </a:solidFill>
              </a:rPr>
              <a:t>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62BEDE7-4714-C4B7-7F4F-970550345A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5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Alergia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alergia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03FB626-38F9-881D-6568-32B9BC5515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3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Reakcja alergiczna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reacción alérgica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739D83A-F457-4255-02B2-98D5DFCA37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Pieczenie/Swędzenie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picor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BDDCDFA-6A3B-D443-037B-AF60440275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Zastrzyk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inyección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3414159-0CC9-886B-C8FD-B4D6FAAECA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1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Szpital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hospital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AA8D2AB-6319-8CE2-1B92-F99BF38374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08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Objawy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síntomas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2250430-96FE-3B71-B699-E62688B16E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7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Antybiotyk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antibiótico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0AC8A78-452D-382D-06E1-7FF5DBA401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82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Apteka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farmacia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28A71D7-EC52-39C7-92CD-C3DD9DB370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Pastylki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pastillas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4068699-97DC-E071-C178-CFFC10E7C8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29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Recepta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receta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9A3C49D-1C37-2254-B847-CD483153C3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99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Plaster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tirita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8EB30DF-F446-242C-1E7B-ABAFEB0FCF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9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Bandaż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venda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BF6E2BE-672E-D351-CB2E-F38B412FBA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1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Maść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pomada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4678EF2-7880-1EAA-D3AE-CD030417F1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4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Napar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infusión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2D58C88-5651-E74A-0AEF-E9543A287E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0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Witamina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vitamina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6BC4F7E-693C-87DE-0AAB-2086CFBA99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8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627" y="917575"/>
            <a:ext cx="11644745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Katar (i inne objawy przeziębienia)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catarro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6D39947-2F7D-C799-A302-84B703AB82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6429</TotalTime>
  <Words>162</Words>
  <Application>Microsoft Office PowerPoint</Application>
  <PresentationFormat>Panoramiczny</PresentationFormat>
  <Paragraphs>75</Paragraphs>
  <Slides>38</Slides>
  <Notes>0</Notes>
  <HiddenSlides>0</HiddenSlides>
  <MMClips>37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Motyw pakietu Office</vt:lpstr>
      <vt:lpstr>Klasa 1 LO Salud y enfermedad   </vt:lpstr>
      <vt:lpstr>Zdrowie</vt:lpstr>
      <vt:lpstr>Choroba</vt:lpstr>
      <vt:lpstr>Grypa</vt:lpstr>
      <vt:lpstr>Masażysta</vt:lpstr>
      <vt:lpstr>Laryngolog</vt:lpstr>
      <vt:lpstr>Dentysta</vt:lpstr>
      <vt:lpstr>Okulista</vt:lpstr>
      <vt:lpstr>Syrop</vt:lpstr>
      <vt:lpstr>Zatkany nos</vt:lpstr>
      <vt:lpstr>Kaszel</vt:lpstr>
      <vt:lpstr>Zawroty głowy</vt:lpstr>
      <vt:lpstr>Gorączka</vt:lpstr>
      <vt:lpstr>Angina                        (zapalenie migdałków)</vt:lpstr>
      <vt:lpstr>Kontuzja/obrażenie</vt:lpstr>
      <vt:lpstr>Przeziębienie</vt:lpstr>
      <vt:lpstr>Przeziębiony/przeziębiona</vt:lpstr>
      <vt:lpstr>Udar słoneczny</vt:lpstr>
      <vt:lpstr>Opuchlizna</vt:lpstr>
      <vt:lpstr>Spuchnięty/spuchnięta</vt:lpstr>
      <vt:lpstr>Oddychać</vt:lpstr>
      <vt:lpstr>Lekarz/Lekarka</vt:lpstr>
      <vt:lpstr>Alergia</vt:lpstr>
      <vt:lpstr>Reakcja alergiczna</vt:lpstr>
      <vt:lpstr>Pieczenie/Swędzenie</vt:lpstr>
      <vt:lpstr>Zastrzyk</vt:lpstr>
      <vt:lpstr>Szpital</vt:lpstr>
      <vt:lpstr>Objawy</vt:lpstr>
      <vt:lpstr>Antybiotyk</vt:lpstr>
      <vt:lpstr>Apteka</vt:lpstr>
      <vt:lpstr>Pastylki</vt:lpstr>
      <vt:lpstr>Recepta</vt:lpstr>
      <vt:lpstr>Plaster</vt:lpstr>
      <vt:lpstr>Bandaż</vt:lpstr>
      <vt:lpstr>Maść</vt:lpstr>
      <vt:lpstr>Napar</vt:lpstr>
      <vt:lpstr>Witamina</vt:lpstr>
      <vt:lpstr>Katar (i inne objawy przeziębienia)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1192</cp:revision>
  <dcterms:created xsi:type="dcterms:W3CDTF">2018-09-30T05:35:06Z</dcterms:created>
  <dcterms:modified xsi:type="dcterms:W3CDTF">2025-08-28T12:47:43Z</dcterms:modified>
</cp:coreProperties>
</file>