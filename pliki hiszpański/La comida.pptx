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514" r:id="rId2"/>
    <p:sldId id="1515" r:id="rId3"/>
    <p:sldId id="1516" r:id="rId4"/>
    <p:sldId id="1517" r:id="rId5"/>
    <p:sldId id="1518" r:id="rId6"/>
    <p:sldId id="1519" r:id="rId7"/>
    <p:sldId id="1521" r:id="rId8"/>
    <p:sldId id="1522" r:id="rId9"/>
    <p:sldId id="1523" r:id="rId10"/>
    <p:sldId id="1524" r:id="rId11"/>
    <p:sldId id="1525" r:id="rId12"/>
    <p:sldId id="1526" r:id="rId13"/>
    <p:sldId id="1527" r:id="rId14"/>
    <p:sldId id="1528" r:id="rId15"/>
    <p:sldId id="1529" r:id="rId16"/>
    <p:sldId id="1530" r:id="rId17"/>
    <p:sldId id="1531" r:id="rId18"/>
    <p:sldId id="1532" r:id="rId19"/>
    <p:sldId id="1533" r:id="rId20"/>
    <p:sldId id="1534" r:id="rId21"/>
    <p:sldId id="1535" r:id="rId22"/>
    <p:sldId id="1536" r:id="rId23"/>
    <p:sldId id="1537" r:id="rId24"/>
    <p:sldId id="1538" r:id="rId25"/>
    <p:sldId id="1539" r:id="rId26"/>
    <p:sldId id="1540" r:id="rId27"/>
    <p:sldId id="1541" r:id="rId28"/>
    <p:sldId id="1542" r:id="rId29"/>
    <p:sldId id="1543" r:id="rId30"/>
    <p:sldId id="1544" r:id="rId31"/>
    <p:sldId id="1545" r:id="rId32"/>
    <p:sldId id="1546" r:id="rId33"/>
    <p:sldId id="1547" r:id="rId34"/>
    <p:sldId id="1548" r:id="rId35"/>
    <p:sldId id="1549" r:id="rId36"/>
    <p:sldId id="1550" r:id="rId37"/>
    <p:sldId id="1551" r:id="rId38"/>
    <p:sldId id="1552" r:id="rId39"/>
    <p:sldId id="1553" r:id="rId40"/>
    <p:sldId id="1554" r:id="rId41"/>
    <p:sldId id="1555" r:id="rId42"/>
    <p:sldId id="1556" r:id="rId43"/>
    <p:sldId id="1558" r:id="rId44"/>
    <p:sldId id="1557" r:id="rId45"/>
    <p:sldId id="1559" r:id="rId46"/>
    <p:sldId id="1560" r:id="rId47"/>
    <p:sldId id="1561" r:id="rId48"/>
    <p:sldId id="1562" r:id="rId49"/>
    <p:sldId id="1563" r:id="rId50"/>
    <p:sldId id="1564" r:id="rId51"/>
    <p:sldId id="1565" r:id="rId52"/>
    <p:sldId id="1566" r:id="rId53"/>
    <p:sldId id="1567" r:id="rId54"/>
    <p:sldId id="1568" r:id="rId55"/>
    <p:sldId id="1569" r:id="rId56"/>
    <p:sldId id="1570" r:id="rId57"/>
    <p:sldId id="1571" r:id="rId58"/>
    <p:sldId id="1572" r:id="rId59"/>
    <p:sldId id="1573" r:id="rId60"/>
    <p:sldId id="1574" r:id="rId61"/>
    <p:sldId id="1575" r:id="rId62"/>
    <p:sldId id="1576" r:id="rId6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kcja domyślna" id="{91379BFB-01A6-4DA1-A3A0-AB0FA1DB31CA}">
          <p14:sldIdLst>
            <p14:sldId id="1514"/>
            <p14:sldId id="1515"/>
            <p14:sldId id="1516"/>
            <p14:sldId id="1517"/>
            <p14:sldId id="1518"/>
            <p14:sldId id="1519"/>
            <p14:sldId id="1521"/>
            <p14:sldId id="1522"/>
            <p14:sldId id="1523"/>
            <p14:sldId id="1524"/>
            <p14:sldId id="1525"/>
            <p14:sldId id="1526"/>
            <p14:sldId id="1527"/>
            <p14:sldId id="1528"/>
            <p14:sldId id="1529"/>
            <p14:sldId id="1530"/>
            <p14:sldId id="1531"/>
            <p14:sldId id="1532"/>
            <p14:sldId id="1533"/>
            <p14:sldId id="1534"/>
            <p14:sldId id="1535"/>
            <p14:sldId id="1536"/>
            <p14:sldId id="1537"/>
            <p14:sldId id="1538"/>
            <p14:sldId id="1539"/>
            <p14:sldId id="1540"/>
            <p14:sldId id="1541"/>
            <p14:sldId id="1542"/>
            <p14:sldId id="1543"/>
            <p14:sldId id="1544"/>
            <p14:sldId id="1545"/>
            <p14:sldId id="1546"/>
            <p14:sldId id="1547"/>
            <p14:sldId id="1548"/>
            <p14:sldId id="1549"/>
            <p14:sldId id="1550"/>
            <p14:sldId id="1551"/>
            <p14:sldId id="1552"/>
            <p14:sldId id="1553"/>
            <p14:sldId id="1554"/>
            <p14:sldId id="1555"/>
            <p14:sldId id="1556"/>
            <p14:sldId id="1558"/>
            <p14:sldId id="1557"/>
            <p14:sldId id="1559"/>
            <p14:sldId id="1560"/>
            <p14:sldId id="1561"/>
            <p14:sldId id="1562"/>
            <p14:sldId id="1563"/>
            <p14:sldId id="1564"/>
            <p14:sldId id="1565"/>
            <p14:sldId id="1566"/>
            <p14:sldId id="1567"/>
            <p14:sldId id="1568"/>
            <p14:sldId id="1569"/>
            <p14:sldId id="1570"/>
            <p14:sldId id="1571"/>
            <p14:sldId id="1572"/>
            <p14:sldId id="1573"/>
            <p14:sldId id="1574"/>
            <p14:sldId id="1575"/>
            <p14:sldId id="15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ek" initials="TKR" lastIdx="2" clrIdx="0">
    <p:extLst>
      <p:ext uri="{19B8F6BF-5375-455C-9EA6-DF929625EA0E}">
        <p15:presenceInfo xmlns:p15="http://schemas.microsoft.com/office/powerpoint/2012/main" userId="Tome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62AD05-DC10-4AD2-9410-446DB68DFB85}" v="162" dt="2025-10-12T16:10:09.0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6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7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ommentAuthors" Target="commentAuthors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ciech Krakowiak" userId="86718142a3635522" providerId="LiveId" clId="{57182EC8-79E4-42F1-8917-99EC4EF45A50}"/>
    <pc:docChg chg="undo custSel addSld delSld modSld sldOrd addSection delSection modSection">
      <pc:chgData name="Wojciech Krakowiak" userId="86718142a3635522" providerId="LiveId" clId="{57182EC8-79E4-42F1-8917-99EC4EF45A50}" dt="2025-08-09T14:15:53.361" v="1480"/>
      <pc:docMkLst>
        <pc:docMk/>
      </pc:docMkLst>
      <pc:sldChg chg="modSp mod">
        <pc:chgData name="Wojciech Krakowiak" userId="86718142a3635522" providerId="LiveId" clId="{57182EC8-79E4-42F1-8917-99EC4EF45A50}" dt="2025-08-09T13:39:01.357" v="952" actId="20577"/>
        <pc:sldMkLst>
          <pc:docMk/>
          <pc:sldMk cId="2792818846" sldId="1514"/>
        </pc:sldMkLst>
      </pc:sldChg>
      <pc:sldChg chg="addSp delSp modSp mod delAnim modAnim">
        <pc:chgData name="Wojciech Krakowiak" userId="86718142a3635522" providerId="LiveId" clId="{57182EC8-79E4-42F1-8917-99EC4EF45A50}" dt="2025-08-08T20:45:04.862" v="31"/>
        <pc:sldMkLst>
          <pc:docMk/>
          <pc:sldMk cId="4052836498" sldId="1515"/>
        </pc:sldMkLst>
      </pc:sldChg>
      <pc:sldChg chg="addSp delSp modSp add mod delAnim modAnim">
        <pc:chgData name="Wojciech Krakowiak" userId="86718142a3635522" providerId="LiveId" clId="{57182EC8-79E4-42F1-8917-99EC4EF45A50}" dt="2025-08-08T20:46:31.721" v="54"/>
        <pc:sldMkLst>
          <pc:docMk/>
          <pc:sldMk cId="1200485250" sldId="1516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1723638585" sldId="1516"/>
        </pc:sldMkLst>
      </pc:sldChg>
      <pc:sldChg chg="addSp delSp modSp add mod delAnim modAnim">
        <pc:chgData name="Wojciech Krakowiak" userId="86718142a3635522" providerId="LiveId" clId="{57182EC8-79E4-42F1-8917-99EC4EF45A50}" dt="2025-08-08T20:48:42.976" v="76"/>
        <pc:sldMkLst>
          <pc:docMk/>
          <pc:sldMk cId="3034704466" sldId="1517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3708931672" sldId="1517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1090871490" sldId="1518"/>
        </pc:sldMkLst>
      </pc:sldChg>
      <pc:sldChg chg="addSp delSp modSp add mod delAnim modAnim">
        <pc:chgData name="Wojciech Krakowiak" userId="86718142a3635522" providerId="LiveId" clId="{57182EC8-79E4-42F1-8917-99EC4EF45A50}" dt="2025-08-08T20:50:47.673" v="139"/>
        <pc:sldMkLst>
          <pc:docMk/>
          <pc:sldMk cId="1744002833" sldId="1518"/>
        </pc:sldMkLst>
      </pc:sldChg>
      <pc:sldChg chg="addSp delSp modSp add mod delAnim modAnim">
        <pc:chgData name="Wojciech Krakowiak" userId="86718142a3635522" providerId="LiveId" clId="{57182EC8-79E4-42F1-8917-99EC4EF45A50}" dt="2025-08-08T20:54:22.238" v="165"/>
        <pc:sldMkLst>
          <pc:docMk/>
          <pc:sldMk cId="1672688505" sldId="1519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3238333630" sldId="1519"/>
        </pc:sldMkLst>
      </pc:sldChg>
      <pc:sldChg chg="add">
        <pc:chgData name="Wojciech Krakowiak" userId="86718142a3635522" providerId="LiveId" clId="{57182EC8-79E4-42F1-8917-99EC4EF45A50}" dt="2025-08-08T20:54:29.087" v="166"/>
        <pc:sldMkLst>
          <pc:docMk/>
          <pc:sldMk cId="844853157" sldId="1520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2245216708" sldId="1520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2041272216" sldId="1521"/>
        </pc:sldMkLst>
      </pc:sldChg>
      <pc:sldChg chg="addSp delSp modSp add mod delAnim modAnim">
        <pc:chgData name="Wojciech Krakowiak" userId="86718142a3635522" providerId="LiveId" clId="{57182EC8-79E4-42F1-8917-99EC4EF45A50}" dt="2025-08-08T20:55:41.146" v="186"/>
        <pc:sldMkLst>
          <pc:docMk/>
          <pc:sldMk cId="3729926584" sldId="1521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2537983298" sldId="1522"/>
        </pc:sldMkLst>
      </pc:sldChg>
      <pc:sldChg chg="addSp delSp modSp add mod delAnim modAnim">
        <pc:chgData name="Wojciech Krakowiak" userId="86718142a3635522" providerId="LiveId" clId="{57182EC8-79E4-42F1-8917-99EC4EF45A50}" dt="2025-08-08T20:57:21.602" v="207"/>
        <pc:sldMkLst>
          <pc:docMk/>
          <pc:sldMk cId="3068734848" sldId="1522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1491185883" sldId="1523"/>
        </pc:sldMkLst>
      </pc:sldChg>
      <pc:sldChg chg="addSp delSp modSp add mod delAnim modAnim">
        <pc:chgData name="Wojciech Krakowiak" userId="86718142a3635522" providerId="LiveId" clId="{57182EC8-79E4-42F1-8917-99EC4EF45A50}" dt="2025-08-08T20:58:37.440" v="223"/>
        <pc:sldMkLst>
          <pc:docMk/>
          <pc:sldMk cId="3949864727" sldId="1523"/>
        </pc:sldMkLst>
      </pc:sldChg>
      <pc:sldChg chg="addSp delSp modSp add mod delAnim modAnim">
        <pc:chgData name="Wojciech Krakowiak" userId="86718142a3635522" providerId="LiveId" clId="{57182EC8-79E4-42F1-8917-99EC4EF45A50}" dt="2025-08-08T21:02:07.321" v="241" actId="20577"/>
        <pc:sldMkLst>
          <pc:docMk/>
          <pc:sldMk cId="809742307" sldId="1524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2921004097" sldId="1524"/>
        </pc:sldMkLst>
      </pc:sldChg>
      <pc:sldChg chg="addSp delSp modSp add mod delAnim modAnim">
        <pc:chgData name="Wojciech Krakowiak" userId="86718142a3635522" providerId="LiveId" clId="{57182EC8-79E4-42F1-8917-99EC4EF45A50}" dt="2025-08-08T21:11:35.076" v="267"/>
        <pc:sldMkLst>
          <pc:docMk/>
          <pc:sldMk cId="1535044553" sldId="1525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3187598078" sldId="1525"/>
        </pc:sldMkLst>
      </pc:sldChg>
      <pc:sldChg chg="addSp delSp modSp add mod delAnim modAnim">
        <pc:chgData name="Wojciech Krakowiak" userId="86718142a3635522" providerId="LiveId" clId="{57182EC8-79E4-42F1-8917-99EC4EF45A50}" dt="2025-08-08T21:16:16.938" v="304" actId="20577"/>
        <pc:sldMkLst>
          <pc:docMk/>
          <pc:sldMk cId="107721629" sldId="1526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2599761411" sldId="1526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753834003" sldId="1527"/>
        </pc:sldMkLst>
      </pc:sldChg>
      <pc:sldChg chg="addSp delSp modSp add mod delAnim modAnim">
        <pc:chgData name="Wojciech Krakowiak" userId="86718142a3635522" providerId="LiveId" clId="{57182EC8-79E4-42F1-8917-99EC4EF45A50}" dt="2025-08-08T21:20:00.342" v="351"/>
        <pc:sldMkLst>
          <pc:docMk/>
          <pc:sldMk cId="3765624348" sldId="1527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974528495" sldId="1528"/>
        </pc:sldMkLst>
      </pc:sldChg>
      <pc:sldChg chg="addSp modSp add mod modAnim">
        <pc:chgData name="Wojciech Krakowiak" userId="86718142a3635522" providerId="LiveId" clId="{57182EC8-79E4-42F1-8917-99EC4EF45A50}" dt="2025-08-08T21:20:28.031" v="354"/>
        <pc:sldMkLst>
          <pc:docMk/>
          <pc:sldMk cId="3518820849" sldId="1528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479154106" sldId="1529"/>
        </pc:sldMkLst>
      </pc:sldChg>
      <pc:sldChg chg="addSp delSp modSp add mod delAnim modAnim">
        <pc:chgData name="Wojciech Krakowiak" userId="86718142a3635522" providerId="LiveId" clId="{57182EC8-79E4-42F1-8917-99EC4EF45A50}" dt="2025-08-08T21:23:45.073" v="380"/>
        <pc:sldMkLst>
          <pc:docMk/>
          <pc:sldMk cId="1691934715" sldId="1529"/>
        </pc:sldMkLst>
      </pc:sldChg>
      <pc:sldChg chg="addSp delSp modSp add mod delAnim modAnim">
        <pc:chgData name="Wojciech Krakowiak" userId="86718142a3635522" providerId="LiveId" clId="{57182EC8-79E4-42F1-8917-99EC4EF45A50}" dt="2025-08-08T21:25:06.430" v="403"/>
        <pc:sldMkLst>
          <pc:docMk/>
          <pc:sldMk cId="1518580747" sldId="1530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3187956052" sldId="1530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2179599298" sldId="1531"/>
        </pc:sldMkLst>
      </pc:sldChg>
      <pc:sldChg chg="addSp delSp modSp add mod delAnim modAnim">
        <pc:chgData name="Wojciech Krakowiak" userId="86718142a3635522" providerId="LiveId" clId="{57182EC8-79E4-42F1-8917-99EC4EF45A50}" dt="2025-08-08T21:27:08.184" v="427"/>
        <pc:sldMkLst>
          <pc:docMk/>
          <pc:sldMk cId="3584261345" sldId="1531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175204333" sldId="1532"/>
        </pc:sldMkLst>
      </pc:sldChg>
      <pc:sldChg chg="addSp delSp modSp add mod delAnim modAnim">
        <pc:chgData name="Wojciech Krakowiak" userId="86718142a3635522" providerId="LiveId" clId="{57182EC8-79E4-42F1-8917-99EC4EF45A50}" dt="2025-08-08T21:29:18.594" v="465" actId="20577"/>
        <pc:sldMkLst>
          <pc:docMk/>
          <pc:sldMk cId="2410026978" sldId="1532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2775511017" sldId="1533"/>
        </pc:sldMkLst>
      </pc:sldChg>
      <pc:sldChg chg="addSp delSp modSp add mod delAnim modAnim">
        <pc:chgData name="Wojciech Krakowiak" userId="86718142a3635522" providerId="LiveId" clId="{57182EC8-79E4-42F1-8917-99EC4EF45A50}" dt="2025-08-08T21:32:40.175" v="504"/>
        <pc:sldMkLst>
          <pc:docMk/>
          <pc:sldMk cId="3359000364" sldId="1533"/>
        </pc:sldMkLst>
      </pc:sldChg>
      <pc:sldChg chg="addSp delSp modSp add mod delAnim modAnim">
        <pc:chgData name="Wojciech Krakowiak" userId="86718142a3635522" providerId="LiveId" clId="{57182EC8-79E4-42F1-8917-99EC4EF45A50}" dt="2025-08-08T21:34:55.299" v="527" actId="20577"/>
        <pc:sldMkLst>
          <pc:docMk/>
          <pc:sldMk cId="1691443408" sldId="1534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3559112098" sldId="1534"/>
        </pc:sldMkLst>
      </pc:sldChg>
      <pc:sldChg chg="addSp delSp modSp add mod delAnim modAnim">
        <pc:chgData name="Wojciech Krakowiak" userId="86718142a3635522" providerId="LiveId" clId="{57182EC8-79E4-42F1-8917-99EC4EF45A50}" dt="2025-08-08T21:36:10.461" v="545"/>
        <pc:sldMkLst>
          <pc:docMk/>
          <pc:sldMk cId="423122257" sldId="1535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1529432478" sldId="1535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286058598" sldId="1536"/>
        </pc:sldMkLst>
      </pc:sldChg>
      <pc:sldChg chg="addSp delSp modSp add mod delAnim modAnim">
        <pc:chgData name="Wojciech Krakowiak" userId="86718142a3635522" providerId="LiveId" clId="{57182EC8-79E4-42F1-8917-99EC4EF45A50}" dt="2025-08-08T21:38:11.045" v="565" actId="20577"/>
        <pc:sldMkLst>
          <pc:docMk/>
          <pc:sldMk cId="1075939748" sldId="1536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2371036553" sldId="1537"/>
        </pc:sldMkLst>
      </pc:sldChg>
      <pc:sldChg chg="addSp delSp modSp add mod delAnim modAnim">
        <pc:chgData name="Wojciech Krakowiak" userId="86718142a3635522" providerId="LiveId" clId="{57182EC8-79E4-42F1-8917-99EC4EF45A50}" dt="2025-08-08T21:39:34.813" v="600"/>
        <pc:sldMkLst>
          <pc:docMk/>
          <pc:sldMk cId="3582713726" sldId="1537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123725456" sldId="1538"/>
        </pc:sldMkLst>
      </pc:sldChg>
      <pc:sldChg chg="addSp delSp modSp add mod delAnim modAnim">
        <pc:chgData name="Wojciech Krakowiak" userId="86718142a3635522" providerId="LiveId" clId="{57182EC8-79E4-42F1-8917-99EC4EF45A50}" dt="2025-08-08T21:40:57.890" v="623"/>
        <pc:sldMkLst>
          <pc:docMk/>
          <pc:sldMk cId="1842646357" sldId="1538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41499194" sldId="1539"/>
        </pc:sldMkLst>
      </pc:sldChg>
      <pc:sldChg chg="addSp delSp modSp add mod delAnim modAnim">
        <pc:chgData name="Wojciech Krakowiak" userId="86718142a3635522" providerId="LiveId" clId="{57182EC8-79E4-42F1-8917-99EC4EF45A50}" dt="2025-08-08T21:45:42.422" v="649"/>
        <pc:sldMkLst>
          <pc:docMk/>
          <pc:sldMk cId="2988956865" sldId="1539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615910017" sldId="1540"/>
        </pc:sldMkLst>
      </pc:sldChg>
      <pc:sldChg chg="addSp delSp modSp add mod delAnim modAnim">
        <pc:chgData name="Wojciech Krakowiak" userId="86718142a3635522" providerId="LiveId" clId="{57182EC8-79E4-42F1-8917-99EC4EF45A50}" dt="2025-08-08T21:52:16.309" v="683"/>
        <pc:sldMkLst>
          <pc:docMk/>
          <pc:sldMk cId="1092931648" sldId="1540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2684083685" sldId="1541"/>
        </pc:sldMkLst>
      </pc:sldChg>
      <pc:sldChg chg="addSp delSp modSp add mod delAnim modAnim">
        <pc:chgData name="Wojciech Krakowiak" userId="86718142a3635522" providerId="LiveId" clId="{57182EC8-79E4-42F1-8917-99EC4EF45A50}" dt="2025-08-08T21:54:02.043" v="718"/>
        <pc:sldMkLst>
          <pc:docMk/>
          <pc:sldMk cId="3254379693" sldId="1541"/>
        </pc:sldMkLst>
      </pc:sldChg>
      <pc:sldChg chg="addSp delSp modSp add mod delAnim modAnim">
        <pc:chgData name="Wojciech Krakowiak" userId="86718142a3635522" providerId="LiveId" clId="{57182EC8-79E4-42F1-8917-99EC4EF45A50}" dt="2025-08-08T21:56:02.887" v="744"/>
        <pc:sldMkLst>
          <pc:docMk/>
          <pc:sldMk cId="263149376" sldId="1542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512573894" sldId="1542"/>
        </pc:sldMkLst>
      </pc:sldChg>
      <pc:sldChg chg="addSp delSp modSp add mod delAnim modAnim">
        <pc:chgData name="Wojciech Krakowiak" userId="86718142a3635522" providerId="LiveId" clId="{57182EC8-79E4-42F1-8917-99EC4EF45A50}" dt="2025-08-08T21:57:25.777" v="767"/>
        <pc:sldMkLst>
          <pc:docMk/>
          <pc:sldMk cId="2698936751" sldId="1543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4123982843" sldId="1543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116212426" sldId="1544"/>
        </pc:sldMkLst>
      </pc:sldChg>
      <pc:sldChg chg="addSp delSp modSp add mod delAnim modAnim">
        <pc:chgData name="Wojciech Krakowiak" userId="86718142a3635522" providerId="LiveId" clId="{57182EC8-79E4-42F1-8917-99EC4EF45A50}" dt="2025-08-08T22:00:26.961" v="797" actId="20577"/>
        <pc:sldMkLst>
          <pc:docMk/>
          <pc:sldMk cId="3008002930" sldId="1544"/>
        </pc:sldMkLst>
      </pc:sldChg>
      <pc:sldChg chg="addSp delSp modSp add mod delAnim modAnim">
        <pc:chgData name="Wojciech Krakowiak" userId="86718142a3635522" providerId="LiveId" clId="{57182EC8-79E4-42F1-8917-99EC4EF45A50}" dt="2025-08-08T22:03:35.966" v="831"/>
        <pc:sldMkLst>
          <pc:docMk/>
          <pc:sldMk cId="3770464444" sldId="1545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4234294322" sldId="1545"/>
        </pc:sldMkLst>
      </pc:sldChg>
      <pc:sldChg chg="addSp delSp modSp add mod delAnim modAnim">
        <pc:chgData name="Wojciech Krakowiak" userId="86718142a3635522" providerId="LiveId" clId="{57182EC8-79E4-42F1-8917-99EC4EF45A50}" dt="2025-08-08T22:05:04.831" v="851"/>
        <pc:sldMkLst>
          <pc:docMk/>
          <pc:sldMk cId="772406909" sldId="1546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3685992806" sldId="1546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1277599209" sldId="1547"/>
        </pc:sldMkLst>
      </pc:sldChg>
      <pc:sldChg chg="addSp delSp modSp add mod delAnim modAnim">
        <pc:chgData name="Wojciech Krakowiak" userId="86718142a3635522" providerId="LiveId" clId="{57182EC8-79E4-42F1-8917-99EC4EF45A50}" dt="2025-08-08T22:08:14.316" v="878"/>
        <pc:sldMkLst>
          <pc:docMk/>
          <pc:sldMk cId="2360743962" sldId="1547"/>
        </pc:sldMkLst>
      </pc:sldChg>
      <pc:sldChg chg="addSp delSp modSp add mod delAnim modAnim">
        <pc:chgData name="Wojciech Krakowiak" userId="86718142a3635522" providerId="LiveId" clId="{57182EC8-79E4-42F1-8917-99EC4EF45A50}" dt="2025-08-08T22:11:32.337" v="900"/>
        <pc:sldMkLst>
          <pc:docMk/>
          <pc:sldMk cId="1107274852" sldId="1548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3381416691" sldId="1548"/>
        </pc:sldMkLst>
      </pc:sldChg>
      <pc:sldChg chg="addSp delSp modSp add mod delAnim modAnim">
        <pc:chgData name="Wojciech Krakowiak" userId="86718142a3635522" providerId="LiveId" clId="{57182EC8-79E4-42F1-8917-99EC4EF45A50}" dt="2025-08-08T22:13:26.339" v="918"/>
        <pc:sldMkLst>
          <pc:docMk/>
          <pc:sldMk cId="144131042" sldId="1549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3294841418" sldId="1549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720204056" sldId="1550"/>
        </pc:sldMkLst>
      </pc:sldChg>
      <pc:sldChg chg="addSp delSp modSp add mod delAnim modAnim">
        <pc:chgData name="Wojciech Krakowiak" userId="86718142a3635522" providerId="LiveId" clId="{57182EC8-79E4-42F1-8917-99EC4EF45A50}" dt="2025-08-09T13:39:53.195" v="955"/>
        <pc:sldMkLst>
          <pc:docMk/>
          <pc:sldMk cId="1564829287" sldId="1550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1068380829" sldId="1551"/>
        </pc:sldMkLst>
      </pc:sldChg>
      <pc:sldChg chg="addSp modSp add mod modAnim">
        <pc:chgData name="Wojciech Krakowiak" userId="86718142a3635522" providerId="LiveId" clId="{57182EC8-79E4-42F1-8917-99EC4EF45A50}" dt="2025-08-09T13:42:00.099" v="971"/>
        <pc:sldMkLst>
          <pc:docMk/>
          <pc:sldMk cId="3705649498" sldId="1551"/>
        </pc:sldMkLst>
      </pc:sldChg>
      <pc:sldChg chg="del">
        <pc:chgData name="Wojciech Krakowiak" userId="86718142a3635522" providerId="LiveId" clId="{57182EC8-79E4-42F1-8917-99EC4EF45A50}" dt="2025-08-08T20:42:18.300" v="0" actId="47"/>
        <pc:sldMkLst>
          <pc:docMk/>
          <pc:sldMk cId="18998830" sldId="1552"/>
        </pc:sldMkLst>
      </pc:sldChg>
      <pc:sldChg chg="addSp delSp modSp add mod delAnim modAnim">
        <pc:chgData name="Wojciech Krakowiak" userId="86718142a3635522" providerId="LiveId" clId="{57182EC8-79E4-42F1-8917-99EC4EF45A50}" dt="2025-08-09T13:43:48.587" v="1002"/>
        <pc:sldMkLst>
          <pc:docMk/>
          <pc:sldMk cId="233010712" sldId="1552"/>
        </pc:sldMkLst>
      </pc:sldChg>
      <pc:sldChg chg="addSp delSp modSp add mod delAnim modAnim">
        <pc:chgData name="Wojciech Krakowiak" userId="86718142a3635522" providerId="LiveId" clId="{57182EC8-79E4-42F1-8917-99EC4EF45A50}" dt="2025-08-09T13:48:22.176" v="1029"/>
        <pc:sldMkLst>
          <pc:docMk/>
          <pc:sldMk cId="3724427035" sldId="1553"/>
        </pc:sldMkLst>
      </pc:sldChg>
      <pc:sldChg chg="addSp delSp modSp add mod delAnim modAnim">
        <pc:chgData name="Wojciech Krakowiak" userId="86718142a3635522" providerId="LiveId" clId="{57182EC8-79E4-42F1-8917-99EC4EF45A50}" dt="2025-08-09T13:50:42.807" v="1058"/>
        <pc:sldMkLst>
          <pc:docMk/>
          <pc:sldMk cId="2933269619" sldId="1554"/>
        </pc:sldMkLst>
      </pc:sldChg>
      <pc:sldChg chg="addSp delSp modSp add mod delAnim modAnim">
        <pc:chgData name="Wojciech Krakowiak" userId="86718142a3635522" providerId="LiveId" clId="{57182EC8-79E4-42F1-8917-99EC4EF45A50}" dt="2025-08-09T13:54:49.162" v="1102"/>
        <pc:sldMkLst>
          <pc:docMk/>
          <pc:sldMk cId="2536881096" sldId="1555"/>
        </pc:sldMkLst>
      </pc:sldChg>
      <pc:sldChg chg="addSp delSp modSp add mod delAnim modAnim">
        <pc:chgData name="Wojciech Krakowiak" userId="86718142a3635522" providerId="LiveId" clId="{57182EC8-79E4-42F1-8917-99EC4EF45A50}" dt="2025-08-09T13:55:54.204" v="1128"/>
        <pc:sldMkLst>
          <pc:docMk/>
          <pc:sldMk cId="686568446" sldId="1556"/>
        </pc:sldMkLst>
      </pc:sldChg>
      <pc:sldChg chg="addSp delSp modSp add mod delAnim modAnim">
        <pc:chgData name="Wojciech Krakowiak" userId="86718142a3635522" providerId="LiveId" clId="{57182EC8-79E4-42F1-8917-99EC4EF45A50}" dt="2025-08-09T13:58:04.646" v="1152"/>
        <pc:sldMkLst>
          <pc:docMk/>
          <pc:sldMk cId="3782974213" sldId="1557"/>
        </pc:sldMkLst>
      </pc:sldChg>
      <pc:sldChg chg="addSp delSp modSp add mod ord delAnim modAnim">
        <pc:chgData name="Wojciech Krakowiak" userId="86718142a3635522" providerId="LiveId" clId="{57182EC8-79E4-42F1-8917-99EC4EF45A50}" dt="2025-08-09T13:59:38.586" v="1177" actId="20577"/>
        <pc:sldMkLst>
          <pc:docMk/>
          <pc:sldMk cId="1240566471" sldId="1558"/>
        </pc:sldMkLst>
      </pc:sldChg>
      <pc:sldChg chg="addSp delSp modSp add mod addAnim delAnim modAnim">
        <pc:chgData name="Wojciech Krakowiak" userId="86718142a3635522" providerId="LiveId" clId="{57182EC8-79E4-42F1-8917-99EC4EF45A50}" dt="2025-08-09T14:02:04.196" v="1232"/>
        <pc:sldMkLst>
          <pc:docMk/>
          <pc:sldMk cId="3946031807" sldId="1559"/>
        </pc:sldMkLst>
      </pc:sldChg>
      <pc:sldChg chg="addSp delSp modSp add mod delAnim modAnim">
        <pc:chgData name="Wojciech Krakowiak" userId="86718142a3635522" providerId="LiveId" clId="{57182EC8-79E4-42F1-8917-99EC4EF45A50}" dt="2025-08-09T14:03:38.260" v="1273" actId="20577"/>
        <pc:sldMkLst>
          <pc:docMk/>
          <pc:sldMk cId="3436965044" sldId="1560"/>
        </pc:sldMkLst>
      </pc:sldChg>
      <pc:sldChg chg="addSp delSp modSp add mod delAnim modAnim">
        <pc:chgData name="Wojciech Krakowiak" userId="86718142a3635522" providerId="LiveId" clId="{57182EC8-79E4-42F1-8917-99EC4EF45A50}" dt="2025-08-09T14:04:52.609" v="1305"/>
        <pc:sldMkLst>
          <pc:docMk/>
          <pc:sldMk cId="2675292488" sldId="1561"/>
        </pc:sldMkLst>
      </pc:sldChg>
      <pc:sldChg chg="addSp delSp modSp add mod delAnim modAnim">
        <pc:chgData name="Wojciech Krakowiak" userId="86718142a3635522" providerId="LiveId" clId="{57182EC8-79E4-42F1-8917-99EC4EF45A50}" dt="2025-08-09T14:09:50.745" v="1359"/>
        <pc:sldMkLst>
          <pc:docMk/>
          <pc:sldMk cId="2350889136" sldId="1562"/>
        </pc:sldMkLst>
      </pc:sldChg>
      <pc:sldChg chg="addSp delSp modSp add mod delAnim modAnim">
        <pc:chgData name="Wojciech Krakowiak" userId="86718142a3635522" providerId="LiveId" clId="{57182EC8-79E4-42F1-8917-99EC4EF45A50}" dt="2025-08-09T14:12:39.332" v="1428"/>
        <pc:sldMkLst>
          <pc:docMk/>
          <pc:sldMk cId="320796177" sldId="1563"/>
        </pc:sldMkLst>
      </pc:sldChg>
      <pc:sldChg chg="addSp delSp modSp add mod delAnim modAnim">
        <pc:chgData name="Wojciech Krakowiak" userId="86718142a3635522" providerId="LiveId" clId="{57182EC8-79E4-42F1-8917-99EC4EF45A50}" dt="2025-08-09T14:15:53.361" v="1480"/>
        <pc:sldMkLst>
          <pc:docMk/>
          <pc:sldMk cId="1572623436" sldId="1564"/>
        </pc:sldMkLst>
      </pc:sldChg>
    </pc:docChg>
  </pc:docChgLst>
  <pc:docChgLst>
    <pc:chgData name="Wojciech Krakowiak" userId="86718142a3635522" providerId="LiveId" clId="{26BA3A9B-B69E-46E9-B3AD-45EBD15A9BA9}"/>
    <pc:docChg chg="custSel addSld delSld modSld sldOrd">
      <pc:chgData name="Wojciech Krakowiak" userId="86718142a3635522" providerId="LiveId" clId="{26BA3A9B-B69E-46E9-B3AD-45EBD15A9BA9}" dt="2025-08-06T19:38:43.533" v="1176"/>
      <pc:docMkLst>
        <pc:docMk/>
      </pc:docMkLst>
      <pc:sldChg chg="modSp mod">
        <pc:chgData name="Wojciech Krakowiak" userId="86718142a3635522" providerId="LiveId" clId="{26BA3A9B-B69E-46E9-B3AD-45EBD15A9BA9}" dt="2025-08-06T15:45:08.526" v="260" actId="20577"/>
        <pc:sldMkLst>
          <pc:docMk/>
          <pc:sldMk cId="1582655019" sldId="1193"/>
        </pc:sldMkLst>
      </pc:sldChg>
      <pc:sldChg chg="addSp delSp modSp mod delAnim modAnim">
        <pc:chgData name="Wojciech Krakowiak" userId="86718142a3635522" providerId="LiveId" clId="{26BA3A9B-B69E-46E9-B3AD-45EBD15A9BA9}" dt="2025-08-06T16:04:56.024" v="412"/>
        <pc:sldMkLst>
          <pc:docMk/>
          <pc:sldMk cId="3351162817" sldId="1493"/>
        </pc:sldMkLst>
      </pc:sldChg>
      <pc:sldChg chg="addSp delSp modSp add mod delAnim modAnim">
        <pc:chgData name="Wojciech Krakowiak" userId="86718142a3635522" providerId="LiveId" clId="{26BA3A9B-B69E-46E9-B3AD-45EBD15A9BA9}" dt="2025-08-06T16:06:39.877" v="418"/>
        <pc:sldMkLst>
          <pc:docMk/>
          <pc:sldMk cId="1434113547" sldId="1494"/>
        </pc:sldMkLst>
      </pc:sldChg>
      <pc:sldChg chg="del">
        <pc:chgData name="Wojciech Krakowiak" userId="86718142a3635522" providerId="LiveId" clId="{26BA3A9B-B69E-46E9-B3AD-45EBD15A9BA9}" dt="2025-08-06T15:30:01.754" v="232" actId="47"/>
        <pc:sldMkLst>
          <pc:docMk/>
          <pc:sldMk cId="2826707428" sldId="1494"/>
        </pc:sldMkLst>
      </pc:sldChg>
      <pc:sldChg chg="addSp delSp modSp add mod delAnim modAnim">
        <pc:chgData name="Wojciech Krakowiak" userId="86718142a3635522" providerId="LiveId" clId="{26BA3A9B-B69E-46E9-B3AD-45EBD15A9BA9}" dt="2025-08-06T16:07:24.616" v="421"/>
        <pc:sldMkLst>
          <pc:docMk/>
          <pc:sldMk cId="3293812057" sldId="1495"/>
        </pc:sldMkLst>
      </pc:sldChg>
      <pc:sldChg chg="del">
        <pc:chgData name="Wojciech Krakowiak" userId="86718142a3635522" providerId="LiveId" clId="{26BA3A9B-B69E-46E9-B3AD-45EBD15A9BA9}" dt="2025-08-06T15:30:01.754" v="232" actId="47"/>
        <pc:sldMkLst>
          <pc:docMk/>
          <pc:sldMk cId="3994839688" sldId="1495"/>
        </pc:sldMkLst>
      </pc:sldChg>
      <pc:sldChg chg="addSp delSp modSp add mod delAnim modAnim">
        <pc:chgData name="Wojciech Krakowiak" userId="86718142a3635522" providerId="LiveId" clId="{26BA3A9B-B69E-46E9-B3AD-45EBD15A9BA9}" dt="2025-08-06T16:08:13.654" v="424"/>
        <pc:sldMkLst>
          <pc:docMk/>
          <pc:sldMk cId="717777781" sldId="1496"/>
        </pc:sldMkLst>
      </pc:sldChg>
      <pc:sldChg chg="del">
        <pc:chgData name="Wojciech Krakowiak" userId="86718142a3635522" providerId="LiveId" clId="{26BA3A9B-B69E-46E9-B3AD-45EBD15A9BA9}" dt="2025-08-06T15:30:01.754" v="232" actId="47"/>
        <pc:sldMkLst>
          <pc:docMk/>
          <pc:sldMk cId="3768027299" sldId="1496"/>
        </pc:sldMkLst>
      </pc:sldChg>
      <pc:sldChg chg="addSp modSp del mod modAnim">
        <pc:chgData name="Wojciech Krakowiak" userId="86718142a3635522" providerId="LiveId" clId="{26BA3A9B-B69E-46E9-B3AD-45EBD15A9BA9}" dt="2025-08-06T15:30:01.754" v="232" actId="47"/>
        <pc:sldMkLst>
          <pc:docMk/>
          <pc:sldMk cId="43237198" sldId="1497"/>
        </pc:sldMkLst>
      </pc:sldChg>
      <pc:sldChg chg="addSp modSp add mod modAnim">
        <pc:chgData name="Wojciech Krakowiak" userId="86718142a3635522" providerId="LiveId" clId="{26BA3A9B-B69E-46E9-B3AD-45EBD15A9BA9}" dt="2025-08-06T16:05:52.137" v="415"/>
        <pc:sldMkLst>
          <pc:docMk/>
          <pc:sldMk cId="537751992" sldId="1497"/>
        </pc:sldMkLst>
      </pc:sldChg>
      <pc:sldChg chg="addSp delSp modSp add mod delAnim modAnim">
        <pc:chgData name="Wojciech Krakowiak" userId="86718142a3635522" providerId="LiveId" clId="{26BA3A9B-B69E-46E9-B3AD-45EBD15A9BA9}" dt="2025-08-06T16:16:34.742" v="465" actId="20577"/>
        <pc:sldMkLst>
          <pc:docMk/>
          <pc:sldMk cId="1338240853" sldId="1498"/>
        </pc:sldMkLst>
      </pc:sldChg>
      <pc:sldChg chg="addSp delSp modSp add del mod delAnim modAnim">
        <pc:chgData name="Wojciech Krakowiak" userId="86718142a3635522" providerId="LiveId" clId="{26BA3A9B-B69E-46E9-B3AD-45EBD15A9BA9}" dt="2025-08-06T15:30:01.754" v="232" actId="47"/>
        <pc:sldMkLst>
          <pc:docMk/>
          <pc:sldMk cId="3006842627" sldId="1498"/>
        </pc:sldMkLst>
      </pc:sldChg>
      <pc:sldChg chg="addSp delSp modSp add mod ord delAnim modAnim">
        <pc:chgData name="Wojciech Krakowiak" userId="86718142a3635522" providerId="LiveId" clId="{26BA3A9B-B69E-46E9-B3AD-45EBD15A9BA9}" dt="2025-08-06T16:20:21.873" v="503"/>
        <pc:sldMkLst>
          <pc:docMk/>
          <pc:sldMk cId="295204043" sldId="1499"/>
        </pc:sldMkLst>
      </pc:sldChg>
      <pc:sldChg chg="addSp delSp modSp add del mod delAnim modAnim">
        <pc:chgData name="Wojciech Krakowiak" userId="86718142a3635522" providerId="LiveId" clId="{26BA3A9B-B69E-46E9-B3AD-45EBD15A9BA9}" dt="2025-08-06T15:30:01.754" v="232" actId="47"/>
        <pc:sldMkLst>
          <pc:docMk/>
          <pc:sldMk cId="2361599004" sldId="1499"/>
        </pc:sldMkLst>
      </pc:sldChg>
      <pc:sldChg chg="addSp delSp modSp add mod delAnim modAnim">
        <pc:chgData name="Wojciech Krakowiak" userId="86718142a3635522" providerId="LiveId" clId="{26BA3A9B-B69E-46E9-B3AD-45EBD15A9BA9}" dt="2025-08-06T16:22:37.676" v="528" actId="20577"/>
        <pc:sldMkLst>
          <pc:docMk/>
          <pc:sldMk cId="343986235" sldId="1500"/>
        </pc:sldMkLst>
      </pc:sldChg>
      <pc:sldChg chg="addSp delSp modSp add del mod delAnim modAnim">
        <pc:chgData name="Wojciech Krakowiak" userId="86718142a3635522" providerId="LiveId" clId="{26BA3A9B-B69E-46E9-B3AD-45EBD15A9BA9}" dt="2025-08-06T15:30:01.754" v="232" actId="47"/>
        <pc:sldMkLst>
          <pc:docMk/>
          <pc:sldMk cId="3297848511" sldId="1500"/>
        </pc:sldMkLst>
      </pc:sldChg>
      <pc:sldChg chg="addSp delSp modSp add mod delAnim modAnim">
        <pc:chgData name="Wojciech Krakowiak" userId="86718142a3635522" providerId="LiveId" clId="{26BA3A9B-B69E-46E9-B3AD-45EBD15A9BA9}" dt="2025-08-06T16:27:51.063" v="547"/>
        <pc:sldMkLst>
          <pc:docMk/>
          <pc:sldMk cId="2048728724" sldId="1501"/>
        </pc:sldMkLst>
      </pc:sldChg>
      <pc:sldChg chg="addSp delSp modSp add del mod delAnim modAnim">
        <pc:chgData name="Wojciech Krakowiak" userId="86718142a3635522" providerId="LiveId" clId="{26BA3A9B-B69E-46E9-B3AD-45EBD15A9BA9}" dt="2025-08-06T15:30:01.754" v="232" actId="47"/>
        <pc:sldMkLst>
          <pc:docMk/>
          <pc:sldMk cId="4125144861" sldId="1501"/>
        </pc:sldMkLst>
      </pc:sldChg>
      <pc:sldChg chg="addSp delSp modSp add del mod delAnim modAnim">
        <pc:chgData name="Wojciech Krakowiak" userId="86718142a3635522" providerId="LiveId" clId="{26BA3A9B-B69E-46E9-B3AD-45EBD15A9BA9}" dt="2025-08-06T15:30:01.754" v="232" actId="47"/>
        <pc:sldMkLst>
          <pc:docMk/>
          <pc:sldMk cId="261605351" sldId="1502"/>
        </pc:sldMkLst>
      </pc:sldChg>
      <pc:sldChg chg="addSp delSp modSp add mod delAnim modAnim">
        <pc:chgData name="Wojciech Krakowiak" userId="86718142a3635522" providerId="LiveId" clId="{26BA3A9B-B69E-46E9-B3AD-45EBD15A9BA9}" dt="2025-08-06T16:29:18.531" v="568" actId="20577"/>
        <pc:sldMkLst>
          <pc:docMk/>
          <pc:sldMk cId="439995690" sldId="1502"/>
        </pc:sldMkLst>
      </pc:sldChg>
      <pc:sldChg chg="addSp delSp modSp add mod delAnim modAnim">
        <pc:chgData name="Wojciech Krakowiak" userId="86718142a3635522" providerId="LiveId" clId="{26BA3A9B-B69E-46E9-B3AD-45EBD15A9BA9}" dt="2025-08-06T16:31:22.921" v="611"/>
        <pc:sldMkLst>
          <pc:docMk/>
          <pc:sldMk cId="2566925495" sldId="1503"/>
        </pc:sldMkLst>
      </pc:sldChg>
      <pc:sldChg chg="addSp delSp modSp add del mod delAnim modAnim">
        <pc:chgData name="Wojciech Krakowiak" userId="86718142a3635522" providerId="LiveId" clId="{26BA3A9B-B69E-46E9-B3AD-45EBD15A9BA9}" dt="2025-08-06T15:30:01.754" v="232" actId="47"/>
        <pc:sldMkLst>
          <pc:docMk/>
          <pc:sldMk cId="4252460294" sldId="1503"/>
        </pc:sldMkLst>
      </pc:sldChg>
      <pc:sldChg chg="addSp delSp modSp add mod delAnim modAnim">
        <pc:chgData name="Wojciech Krakowiak" userId="86718142a3635522" providerId="LiveId" clId="{26BA3A9B-B69E-46E9-B3AD-45EBD15A9BA9}" dt="2025-08-06T16:33:23.032" v="655"/>
        <pc:sldMkLst>
          <pc:docMk/>
          <pc:sldMk cId="1515942496" sldId="1504"/>
        </pc:sldMkLst>
      </pc:sldChg>
      <pc:sldChg chg="del">
        <pc:chgData name="Wojciech Krakowiak" userId="86718142a3635522" providerId="LiveId" clId="{26BA3A9B-B69E-46E9-B3AD-45EBD15A9BA9}" dt="2025-08-06T15:30:01.754" v="232" actId="47"/>
        <pc:sldMkLst>
          <pc:docMk/>
          <pc:sldMk cId="1881858433" sldId="1504"/>
        </pc:sldMkLst>
      </pc:sldChg>
      <pc:sldChg chg="addSp delSp modSp add mod delAnim modAnim">
        <pc:chgData name="Wojciech Krakowiak" userId="86718142a3635522" providerId="LiveId" clId="{26BA3A9B-B69E-46E9-B3AD-45EBD15A9BA9}" dt="2025-08-06T16:35:19.031" v="678"/>
        <pc:sldMkLst>
          <pc:docMk/>
          <pc:sldMk cId="591800698" sldId="1505"/>
        </pc:sldMkLst>
      </pc:sldChg>
      <pc:sldChg chg="del">
        <pc:chgData name="Wojciech Krakowiak" userId="86718142a3635522" providerId="LiveId" clId="{26BA3A9B-B69E-46E9-B3AD-45EBD15A9BA9}" dt="2025-08-06T15:30:01.754" v="232" actId="47"/>
        <pc:sldMkLst>
          <pc:docMk/>
          <pc:sldMk cId="2328320797" sldId="1505"/>
        </pc:sldMkLst>
      </pc:sldChg>
      <pc:sldChg chg="addSp delSp modSp add mod delAnim modAnim">
        <pc:chgData name="Wojciech Krakowiak" userId="86718142a3635522" providerId="LiveId" clId="{26BA3A9B-B69E-46E9-B3AD-45EBD15A9BA9}" dt="2025-08-06T16:37:37.938" v="695"/>
        <pc:sldMkLst>
          <pc:docMk/>
          <pc:sldMk cId="46624601" sldId="1506"/>
        </pc:sldMkLst>
      </pc:sldChg>
      <pc:sldChg chg="del">
        <pc:chgData name="Wojciech Krakowiak" userId="86718142a3635522" providerId="LiveId" clId="{26BA3A9B-B69E-46E9-B3AD-45EBD15A9BA9}" dt="2025-08-06T15:30:01.754" v="232" actId="47"/>
        <pc:sldMkLst>
          <pc:docMk/>
          <pc:sldMk cId="1897061910" sldId="1506"/>
        </pc:sldMkLst>
      </pc:sldChg>
      <pc:sldChg chg="addSp delSp modSp add mod ord delAnim modAnim">
        <pc:chgData name="Wojciech Krakowiak" userId="86718142a3635522" providerId="LiveId" clId="{26BA3A9B-B69E-46E9-B3AD-45EBD15A9BA9}" dt="2025-08-06T17:14:42.645" v="745"/>
        <pc:sldMkLst>
          <pc:docMk/>
          <pc:sldMk cId="945104450" sldId="1507"/>
        </pc:sldMkLst>
      </pc:sldChg>
      <pc:sldChg chg="addSp delSp modSp add mod delAnim modAnim">
        <pc:chgData name="Wojciech Krakowiak" userId="86718142a3635522" providerId="LiveId" clId="{26BA3A9B-B69E-46E9-B3AD-45EBD15A9BA9}" dt="2025-08-06T17:16:55.717" v="764"/>
        <pc:sldMkLst>
          <pc:docMk/>
          <pc:sldMk cId="180236047" sldId="1508"/>
        </pc:sldMkLst>
      </pc:sldChg>
      <pc:sldChg chg="addSp delSp modSp add mod delAnim modAnim">
        <pc:chgData name="Wojciech Krakowiak" userId="86718142a3635522" providerId="LiveId" clId="{26BA3A9B-B69E-46E9-B3AD-45EBD15A9BA9}" dt="2025-08-06T17:19:24.061" v="792" actId="20577"/>
        <pc:sldMkLst>
          <pc:docMk/>
          <pc:sldMk cId="797792494" sldId="1509"/>
        </pc:sldMkLst>
      </pc:sldChg>
      <pc:sldChg chg="addSp delSp modSp add mod delAnim modAnim">
        <pc:chgData name="Wojciech Krakowiak" userId="86718142a3635522" providerId="LiveId" clId="{26BA3A9B-B69E-46E9-B3AD-45EBD15A9BA9}" dt="2025-08-06T17:21:31.549" v="816"/>
        <pc:sldMkLst>
          <pc:docMk/>
          <pc:sldMk cId="3653694606" sldId="1510"/>
        </pc:sldMkLst>
      </pc:sldChg>
      <pc:sldChg chg="addSp delSp modSp add mod delAnim modAnim">
        <pc:chgData name="Wojciech Krakowiak" userId="86718142a3635522" providerId="LiveId" clId="{26BA3A9B-B69E-46E9-B3AD-45EBD15A9BA9}" dt="2025-08-06T17:23:55.682" v="834"/>
        <pc:sldMkLst>
          <pc:docMk/>
          <pc:sldMk cId="1163690542" sldId="1511"/>
        </pc:sldMkLst>
      </pc:sldChg>
      <pc:sldChg chg="addSp delSp modSp add mod delAnim modAnim">
        <pc:chgData name="Wojciech Krakowiak" userId="86718142a3635522" providerId="LiveId" clId="{26BA3A9B-B69E-46E9-B3AD-45EBD15A9BA9}" dt="2025-08-06T17:26:15.106" v="854"/>
        <pc:sldMkLst>
          <pc:docMk/>
          <pc:sldMk cId="2957986592" sldId="1512"/>
        </pc:sldMkLst>
      </pc:sldChg>
      <pc:sldChg chg="addSp delSp modSp add mod delAnim modAnim">
        <pc:chgData name="Wojciech Krakowiak" userId="86718142a3635522" providerId="LiveId" clId="{26BA3A9B-B69E-46E9-B3AD-45EBD15A9BA9}" dt="2025-08-06T17:27:56.224" v="875"/>
        <pc:sldMkLst>
          <pc:docMk/>
          <pc:sldMk cId="2184095661" sldId="1513"/>
        </pc:sldMkLst>
      </pc:sldChg>
      <pc:sldChg chg="addSp delSp modSp add mod delAnim modAnim">
        <pc:chgData name="Wojciech Krakowiak" userId="86718142a3635522" providerId="LiveId" clId="{26BA3A9B-B69E-46E9-B3AD-45EBD15A9BA9}" dt="2025-08-06T17:30:44.977" v="895"/>
        <pc:sldMkLst>
          <pc:docMk/>
          <pc:sldMk cId="2778521383" sldId="1514"/>
        </pc:sldMkLst>
      </pc:sldChg>
      <pc:sldChg chg="addSp delSp modSp add mod delAnim modAnim">
        <pc:chgData name="Wojciech Krakowiak" userId="86718142a3635522" providerId="LiveId" clId="{26BA3A9B-B69E-46E9-B3AD-45EBD15A9BA9}" dt="2025-08-06T17:32:16.557" v="919"/>
        <pc:sldMkLst>
          <pc:docMk/>
          <pc:sldMk cId="1466764462" sldId="1515"/>
        </pc:sldMkLst>
      </pc:sldChg>
      <pc:sldChg chg="addSp delSp modSp add mod delAnim modAnim">
        <pc:chgData name="Wojciech Krakowiak" userId="86718142a3635522" providerId="LiveId" clId="{26BA3A9B-B69E-46E9-B3AD-45EBD15A9BA9}" dt="2025-08-06T19:16:42.423" v="964"/>
        <pc:sldMkLst>
          <pc:docMk/>
          <pc:sldMk cId="2026589744" sldId="1516"/>
        </pc:sldMkLst>
      </pc:sldChg>
      <pc:sldChg chg="addSp delSp modSp add mod delAnim modAnim">
        <pc:chgData name="Wojciech Krakowiak" userId="86718142a3635522" providerId="LiveId" clId="{26BA3A9B-B69E-46E9-B3AD-45EBD15A9BA9}" dt="2025-08-06T19:20:37.769" v="989"/>
        <pc:sldMkLst>
          <pc:docMk/>
          <pc:sldMk cId="2328546754" sldId="1517"/>
        </pc:sldMkLst>
      </pc:sldChg>
      <pc:sldChg chg="addSp delSp modSp add mod delAnim modAnim">
        <pc:chgData name="Wojciech Krakowiak" userId="86718142a3635522" providerId="LiveId" clId="{26BA3A9B-B69E-46E9-B3AD-45EBD15A9BA9}" dt="2025-08-06T19:23:02.223" v="1023"/>
        <pc:sldMkLst>
          <pc:docMk/>
          <pc:sldMk cId="4124471447" sldId="1518"/>
        </pc:sldMkLst>
      </pc:sldChg>
      <pc:sldChg chg="addSp delSp modSp add mod delAnim modAnim">
        <pc:chgData name="Wojciech Krakowiak" userId="86718142a3635522" providerId="LiveId" clId="{26BA3A9B-B69E-46E9-B3AD-45EBD15A9BA9}" dt="2025-08-06T19:32:25.386" v="1104"/>
        <pc:sldMkLst>
          <pc:docMk/>
          <pc:sldMk cId="3252105673" sldId="1519"/>
        </pc:sldMkLst>
      </pc:sldChg>
      <pc:sldChg chg="addSp delSp modSp add mod ord delAnim modAnim">
        <pc:chgData name="Wojciech Krakowiak" userId="86718142a3635522" providerId="LiveId" clId="{26BA3A9B-B69E-46E9-B3AD-45EBD15A9BA9}" dt="2025-08-06T19:34:30.322" v="1147"/>
        <pc:sldMkLst>
          <pc:docMk/>
          <pc:sldMk cId="923050901" sldId="1520"/>
        </pc:sldMkLst>
      </pc:sldChg>
      <pc:sldChg chg="addSp delSp modSp add mod delAnim modAnim">
        <pc:chgData name="Wojciech Krakowiak" userId="86718142a3635522" providerId="LiveId" clId="{26BA3A9B-B69E-46E9-B3AD-45EBD15A9BA9}" dt="2025-08-06T19:38:43.533" v="1176"/>
        <pc:sldMkLst>
          <pc:docMk/>
          <pc:sldMk cId="1314697153" sldId="1521"/>
        </pc:sldMkLst>
      </pc:sldChg>
    </pc:docChg>
  </pc:docChgLst>
  <pc:docChgLst>
    <pc:chgData name="Wojtek Krakowiak" userId="f72a0bb3b8a70e05" providerId="LiveId" clId="{E9941910-17E4-4B3E-8C1B-B01F7187D8AC}"/>
    <pc:docChg chg="delSld modSection">
      <pc:chgData name="Wojtek Krakowiak" userId="f72a0bb3b8a70e05" providerId="LiveId" clId="{E9941910-17E4-4B3E-8C1B-B01F7187D8AC}" dt="2025-08-26T12:38:17.526" v="0" actId="2696"/>
      <pc:docMkLst>
        <pc:docMk/>
      </pc:docMkLst>
      <pc:sldChg chg="del">
        <pc:chgData name="Wojtek Krakowiak" userId="f72a0bb3b8a70e05" providerId="LiveId" clId="{E9941910-17E4-4B3E-8C1B-B01F7187D8AC}" dt="2025-08-26T12:38:17.526" v="0" actId="2696"/>
        <pc:sldMkLst>
          <pc:docMk/>
          <pc:sldMk cId="844853157" sldId="1520"/>
        </pc:sldMkLst>
      </pc:sldChg>
    </pc:docChg>
  </pc:docChgLst>
  <pc:docChgLst>
    <pc:chgData name="Wojciech Krakowiak" userId="86718142a3635522" providerId="LiveId" clId="{AB5808AE-38A2-4056-AA0F-A990E352C5B3}"/>
    <pc:docChg chg="custSel addSld delSld modSld addSection delSection modSection">
      <pc:chgData name="Wojciech Krakowiak" userId="86718142a3635522" providerId="LiveId" clId="{AB5808AE-38A2-4056-AA0F-A990E352C5B3}" dt="2025-08-07T21:06:56.720" v="612"/>
      <pc:docMkLst>
        <pc:docMk/>
      </pc:docMkLst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1582655019" sldId="1193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3351162817" sldId="1493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2923714345" sldId="1494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3879418980" sldId="1495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1615440704" sldId="1496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3002751801" sldId="1497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1608991960" sldId="1498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859021544" sldId="1499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2374385916" sldId="1500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4047178957" sldId="1501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2450104661" sldId="1502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1377354214" sldId="1503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2679945972" sldId="1504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1499869797" sldId="1505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3997477956" sldId="1506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2557866051" sldId="1507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1295262911" sldId="1508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368616366" sldId="1509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3033493955" sldId="1510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2247227194" sldId="1511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4031900596" sldId="1512"/>
        </pc:sldMkLst>
      </pc:sldChg>
      <pc:sldChg chg="addSp delSp modSp add del mod delAnim modAnim">
        <pc:chgData name="Wojciech Krakowiak" userId="86718142a3635522" providerId="LiveId" clId="{AB5808AE-38A2-4056-AA0F-A990E352C5B3}" dt="2025-08-07T20:31:38.286" v="92" actId="47"/>
        <pc:sldMkLst>
          <pc:docMk/>
          <pc:sldMk cId="4263054168" sldId="1513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2792818846" sldId="1514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4052836498" sldId="1515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1723638585" sldId="1516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3708931672" sldId="1517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1090871490" sldId="1518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3238333630" sldId="1519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2245216708" sldId="1520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2041272216" sldId="1521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2537983298" sldId="1522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1491185883" sldId="1523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2921004097" sldId="1524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3187598078" sldId="1525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2599761411" sldId="1526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753834003" sldId="1527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974528495" sldId="1528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479154106" sldId="1529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3187956052" sldId="1530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2179599298" sldId="1531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175204333" sldId="1532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2775511017" sldId="1533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3559112098" sldId="1534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1529432478" sldId="1535"/>
        </pc:sldMkLst>
      </pc:sldChg>
      <pc:sldChg chg="addSp delSp modSp add mod delAnim modAnim">
        <pc:chgData name="Wojciech Krakowiak" userId="86718142a3635522" providerId="LiveId" clId="{AB5808AE-38A2-4056-AA0F-A990E352C5B3}" dt="2025-08-07T20:27:26.429" v="67"/>
        <pc:sldMkLst>
          <pc:docMk/>
          <pc:sldMk cId="286058598" sldId="1536"/>
        </pc:sldMkLst>
      </pc:sldChg>
      <pc:sldChg chg="addSp delSp modSp add del mod delAnim modAnim">
        <pc:chgData name="Wojciech Krakowiak" userId="86718142a3635522" providerId="LiveId" clId="{AB5808AE-38A2-4056-AA0F-A990E352C5B3}" dt="2025-08-07T20:31:38.286" v="92" actId="47"/>
        <pc:sldMkLst>
          <pc:docMk/>
          <pc:sldMk cId="711987445" sldId="1537"/>
        </pc:sldMkLst>
      </pc:sldChg>
      <pc:sldChg chg="addSp delSp modSp add mod delAnim modAnim">
        <pc:chgData name="Wojciech Krakowiak" userId="86718142a3635522" providerId="LiveId" clId="{AB5808AE-38A2-4056-AA0F-A990E352C5B3}" dt="2025-08-07T20:32:42.476" v="118" actId="20577"/>
        <pc:sldMkLst>
          <pc:docMk/>
          <pc:sldMk cId="2371036553" sldId="1537"/>
        </pc:sldMkLst>
      </pc:sldChg>
      <pc:sldChg chg="addSp delSp modSp add mod delAnim modAnim">
        <pc:chgData name="Wojciech Krakowiak" userId="86718142a3635522" providerId="LiveId" clId="{AB5808AE-38A2-4056-AA0F-A990E352C5B3}" dt="2025-08-07T20:34:03.385" v="166"/>
        <pc:sldMkLst>
          <pc:docMk/>
          <pc:sldMk cId="123725456" sldId="1538"/>
        </pc:sldMkLst>
      </pc:sldChg>
      <pc:sldChg chg="addSp delSp modSp add mod delAnim modAnim">
        <pc:chgData name="Wojciech Krakowiak" userId="86718142a3635522" providerId="LiveId" clId="{AB5808AE-38A2-4056-AA0F-A990E352C5B3}" dt="2025-08-07T20:36:52.103" v="213"/>
        <pc:sldMkLst>
          <pc:docMk/>
          <pc:sldMk cId="41499194" sldId="1539"/>
        </pc:sldMkLst>
      </pc:sldChg>
      <pc:sldChg chg="addSp delSp modSp add mod delAnim modAnim">
        <pc:chgData name="Wojciech Krakowiak" userId="86718142a3635522" providerId="LiveId" clId="{AB5808AE-38A2-4056-AA0F-A990E352C5B3}" dt="2025-08-07T20:38:16.089" v="240"/>
        <pc:sldMkLst>
          <pc:docMk/>
          <pc:sldMk cId="615910017" sldId="1540"/>
        </pc:sldMkLst>
      </pc:sldChg>
      <pc:sldChg chg="addSp delSp modSp add mod delAnim modAnim">
        <pc:chgData name="Wojciech Krakowiak" userId="86718142a3635522" providerId="LiveId" clId="{AB5808AE-38A2-4056-AA0F-A990E352C5B3}" dt="2025-08-07T20:39:36.834" v="265"/>
        <pc:sldMkLst>
          <pc:docMk/>
          <pc:sldMk cId="2684083685" sldId="1541"/>
        </pc:sldMkLst>
      </pc:sldChg>
      <pc:sldChg chg="addSp delSp modSp add mod delAnim modAnim">
        <pc:chgData name="Wojciech Krakowiak" userId="86718142a3635522" providerId="LiveId" clId="{AB5808AE-38A2-4056-AA0F-A990E352C5B3}" dt="2025-08-07T20:42:28.610" v="294"/>
        <pc:sldMkLst>
          <pc:docMk/>
          <pc:sldMk cId="512573894" sldId="1542"/>
        </pc:sldMkLst>
      </pc:sldChg>
      <pc:sldChg chg="addSp delSp modSp add mod delAnim modAnim">
        <pc:chgData name="Wojciech Krakowiak" userId="86718142a3635522" providerId="LiveId" clId="{AB5808AE-38A2-4056-AA0F-A990E352C5B3}" dt="2025-08-07T20:44:45.035" v="330" actId="313"/>
        <pc:sldMkLst>
          <pc:docMk/>
          <pc:sldMk cId="4123982843" sldId="1543"/>
        </pc:sldMkLst>
      </pc:sldChg>
      <pc:sldChg chg="addSp delSp modSp add mod delAnim modAnim">
        <pc:chgData name="Wojciech Krakowiak" userId="86718142a3635522" providerId="LiveId" clId="{AB5808AE-38A2-4056-AA0F-A990E352C5B3}" dt="2025-08-07T20:46:01.803" v="375" actId="20577"/>
        <pc:sldMkLst>
          <pc:docMk/>
          <pc:sldMk cId="116212426" sldId="1544"/>
        </pc:sldMkLst>
      </pc:sldChg>
      <pc:sldChg chg="addSp delSp modSp add mod delAnim modAnim">
        <pc:chgData name="Wojciech Krakowiak" userId="86718142a3635522" providerId="LiveId" clId="{AB5808AE-38A2-4056-AA0F-A990E352C5B3}" dt="2025-08-07T20:47:46.197" v="407"/>
        <pc:sldMkLst>
          <pc:docMk/>
          <pc:sldMk cId="4234294322" sldId="1545"/>
        </pc:sldMkLst>
      </pc:sldChg>
      <pc:sldChg chg="addSp delSp modSp add mod delAnim modAnim">
        <pc:chgData name="Wojciech Krakowiak" userId="86718142a3635522" providerId="LiveId" clId="{AB5808AE-38A2-4056-AA0F-A990E352C5B3}" dt="2025-08-07T20:50:28.933" v="430"/>
        <pc:sldMkLst>
          <pc:docMk/>
          <pc:sldMk cId="3685992806" sldId="1546"/>
        </pc:sldMkLst>
      </pc:sldChg>
      <pc:sldChg chg="addSp delSp modSp add mod delAnim modAnim">
        <pc:chgData name="Wojciech Krakowiak" userId="86718142a3635522" providerId="LiveId" clId="{AB5808AE-38A2-4056-AA0F-A990E352C5B3}" dt="2025-08-07T20:52:48.836" v="453"/>
        <pc:sldMkLst>
          <pc:docMk/>
          <pc:sldMk cId="1277599209" sldId="1547"/>
        </pc:sldMkLst>
      </pc:sldChg>
      <pc:sldChg chg="addSp delSp modSp add mod delAnim modAnim">
        <pc:chgData name="Wojciech Krakowiak" userId="86718142a3635522" providerId="LiveId" clId="{AB5808AE-38A2-4056-AA0F-A990E352C5B3}" dt="2025-08-07T20:54:00.058" v="474"/>
        <pc:sldMkLst>
          <pc:docMk/>
          <pc:sldMk cId="3381416691" sldId="1548"/>
        </pc:sldMkLst>
      </pc:sldChg>
      <pc:sldChg chg="addSp delSp modSp add mod delAnim modAnim">
        <pc:chgData name="Wojciech Krakowiak" userId="86718142a3635522" providerId="LiveId" clId="{AB5808AE-38A2-4056-AA0F-A990E352C5B3}" dt="2025-08-07T20:55:45.326" v="494"/>
        <pc:sldMkLst>
          <pc:docMk/>
          <pc:sldMk cId="3294841418" sldId="1549"/>
        </pc:sldMkLst>
      </pc:sldChg>
      <pc:sldChg chg="addSp delSp modSp add mod delAnim modAnim">
        <pc:chgData name="Wojciech Krakowiak" userId="86718142a3635522" providerId="LiveId" clId="{AB5808AE-38A2-4056-AA0F-A990E352C5B3}" dt="2025-08-07T20:58:13.119" v="520"/>
        <pc:sldMkLst>
          <pc:docMk/>
          <pc:sldMk cId="720204056" sldId="1550"/>
        </pc:sldMkLst>
      </pc:sldChg>
      <pc:sldChg chg="addSp delSp modSp add mod delAnim modAnim">
        <pc:chgData name="Wojciech Krakowiak" userId="86718142a3635522" providerId="LiveId" clId="{AB5808AE-38A2-4056-AA0F-A990E352C5B3}" dt="2025-08-07T21:00:54.230" v="550"/>
        <pc:sldMkLst>
          <pc:docMk/>
          <pc:sldMk cId="1068380829" sldId="1551"/>
        </pc:sldMkLst>
      </pc:sldChg>
      <pc:sldChg chg="addSp delSp modSp add mod delAnim modAnim">
        <pc:chgData name="Wojciech Krakowiak" userId="86718142a3635522" providerId="LiveId" clId="{AB5808AE-38A2-4056-AA0F-A990E352C5B3}" dt="2025-08-07T21:06:56.720" v="612"/>
        <pc:sldMkLst>
          <pc:docMk/>
          <pc:sldMk cId="18998830" sldId="1552"/>
        </pc:sldMkLst>
      </pc:sldChg>
    </pc:docChg>
  </pc:docChgLst>
  <pc:docChgLst>
    <pc:chgData name="Wojtek Krakowiak" userId="f72a0bb3b8a70e05" providerId="LiveId" clId="{EB2AAE5E-F441-4B21-A173-D9609660A338}"/>
    <pc:docChg chg="custSel addSld delSld modSld modSection">
      <pc:chgData name="Wojtek Krakowiak" userId="f72a0bb3b8a70e05" providerId="LiveId" clId="{EB2AAE5E-F441-4B21-A173-D9609660A338}" dt="2025-10-12T16:10:09.054" v="299"/>
      <pc:docMkLst>
        <pc:docMk/>
      </pc:docMkLst>
      <pc:sldChg chg="modSp mod">
        <pc:chgData name="Wojtek Krakowiak" userId="f72a0bb3b8a70e05" providerId="LiveId" clId="{EB2AAE5E-F441-4B21-A173-D9609660A338}" dt="2025-10-12T10:28:51.211" v="2" actId="14100"/>
        <pc:sldMkLst>
          <pc:docMk/>
          <pc:sldMk cId="2792818846" sldId="1514"/>
        </pc:sldMkLst>
        <pc:spChg chg="mod">
          <ac:chgData name="Wojtek Krakowiak" userId="f72a0bb3b8a70e05" providerId="LiveId" clId="{EB2AAE5E-F441-4B21-A173-D9609660A338}" dt="2025-10-12T10:28:51.211" v="2" actId="14100"/>
          <ac:spMkLst>
            <pc:docMk/>
            <pc:sldMk cId="2792818846" sldId="1514"/>
            <ac:spMk id="2" creationId="{D0CF59C9-6B33-4CB8-855B-43D2F5A16BB8}"/>
          </ac:spMkLst>
        </pc:spChg>
      </pc:sldChg>
      <pc:sldChg chg="addSp delSp modSp add mod delAnim modAnim">
        <pc:chgData name="Wojtek Krakowiak" userId="f72a0bb3b8a70e05" providerId="LiveId" clId="{EB2AAE5E-F441-4B21-A173-D9609660A338}" dt="2025-10-12T13:25:23.969" v="58"/>
        <pc:sldMkLst>
          <pc:docMk/>
          <pc:sldMk cId="1333602233" sldId="1565"/>
        </pc:sldMkLst>
        <pc:spChg chg="mod">
          <ac:chgData name="Wojtek Krakowiak" userId="f72a0bb3b8a70e05" providerId="LiveId" clId="{EB2AAE5E-F441-4B21-A173-D9609660A338}" dt="2025-10-12T12:34:37.420" v="50" actId="20577"/>
          <ac:spMkLst>
            <pc:docMk/>
            <pc:sldMk cId="1333602233" sldId="1565"/>
            <ac:spMk id="2" creationId="{997D9B29-7ACE-1300-F701-7CC98C4959A9}"/>
          </ac:spMkLst>
        </pc:spChg>
        <pc:spChg chg="mod">
          <ac:chgData name="Wojtek Krakowiak" userId="f72a0bb3b8a70e05" providerId="LiveId" clId="{EB2AAE5E-F441-4B21-A173-D9609660A338}" dt="2025-10-12T12:34:44.729" v="55" actId="20577"/>
          <ac:spMkLst>
            <pc:docMk/>
            <pc:sldMk cId="1333602233" sldId="1565"/>
            <ac:spMk id="3" creationId="{D9425BDD-5CA8-B012-D96E-24F693C1F2BD}"/>
          </ac:spMkLst>
        </pc:spChg>
        <pc:picChg chg="add mod">
          <ac:chgData name="Wojtek Krakowiak" userId="f72a0bb3b8a70e05" providerId="LiveId" clId="{EB2AAE5E-F441-4B21-A173-D9609660A338}" dt="2025-10-12T13:25:21.397" v="56"/>
          <ac:picMkLst>
            <pc:docMk/>
            <pc:sldMk cId="1333602233" sldId="1565"/>
            <ac:picMk id="4" creationId="{3139A85F-3122-E3EE-4817-83F61630F421}"/>
          </ac:picMkLst>
        </pc:picChg>
        <pc:picChg chg="del">
          <ac:chgData name="Wojtek Krakowiak" userId="f72a0bb3b8a70e05" providerId="LiveId" clId="{EB2AAE5E-F441-4B21-A173-D9609660A338}" dt="2025-10-12T12:34:31.548" v="43" actId="478"/>
          <ac:picMkLst>
            <pc:docMk/>
            <pc:sldMk cId="1333602233" sldId="1565"/>
            <ac:picMk id="5" creationId="{BA81E581-731D-59A7-D04C-86B100F38DF2}"/>
          </ac:picMkLst>
        </pc:picChg>
      </pc:sldChg>
      <pc:sldChg chg="addSp delSp modSp add del mod delAnim modAnim">
        <pc:chgData name="Wojtek Krakowiak" userId="f72a0bb3b8a70e05" providerId="LiveId" clId="{EB2AAE5E-F441-4B21-A173-D9609660A338}" dt="2025-10-12T11:07:21.053" v="40" actId="2696"/>
        <pc:sldMkLst>
          <pc:docMk/>
          <pc:sldMk cId="1637354470" sldId="1565"/>
        </pc:sldMkLst>
        <pc:spChg chg="mod">
          <ac:chgData name="Wojtek Krakowiak" userId="f72a0bb3b8a70e05" providerId="LiveId" clId="{EB2AAE5E-F441-4B21-A173-D9609660A338}" dt="2025-10-12T11:01:45.122" v="14" actId="20577"/>
          <ac:spMkLst>
            <pc:docMk/>
            <pc:sldMk cId="1637354470" sldId="1565"/>
            <ac:spMk id="2" creationId="{997D9B29-7ACE-1300-F701-7CC98C4959A9}"/>
          </ac:spMkLst>
        </pc:spChg>
        <pc:spChg chg="mod">
          <ac:chgData name="Wojtek Krakowiak" userId="f72a0bb3b8a70e05" providerId="LiveId" clId="{EB2AAE5E-F441-4B21-A173-D9609660A338}" dt="2025-10-12T11:02:46.379" v="31" actId="20577"/>
          <ac:spMkLst>
            <pc:docMk/>
            <pc:sldMk cId="1637354470" sldId="1565"/>
            <ac:spMk id="3" creationId="{D9425BDD-5CA8-B012-D96E-24F693C1F2BD}"/>
          </ac:spMkLst>
        </pc:spChg>
        <pc:picChg chg="add mod">
          <ac:chgData name="Wojtek Krakowiak" userId="f72a0bb3b8a70e05" providerId="LiveId" clId="{EB2AAE5E-F441-4B21-A173-D9609660A338}" dt="2025-10-12T11:03:11.815" v="32"/>
          <ac:picMkLst>
            <pc:docMk/>
            <pc:sldMk cId="1637354470" sldId="1565"/>
            <ac:picMk id="4" creationId="{2ED14811-4DCB-CFCD-9232-BBDC349148E4}"/>
          </ac:picMkLst>
        </pc:picChg>
        <pc:picChg chg="del">
          <ac:chgData name="Wojtek Krakowiak" userId="f72a0bb3b8a70e05" providerId="LiveId" clId="{EB2AAE5E-F441-4B21-A173-D9609660A338}" dt="2025-10-12T11:00:04.282" v="5" actId="478"/>
          <ac:picMkLst>
            <pc:docMk/>
            <pc:sldMk cId="1637354470" sldId="1565"/>
            <ac:picMk id="5" creationId="{BA81E581-731D-59A7-D04C-86B100F38DF2}"/>
          </ac:picMkLst>
        </pc:picChg>
      </pc:sldChg>
      <pc:sldChg chg="delSp modSp add del mod delAnim modAnim">
        <pc:chgData name="Wojtek Krakowiak" userId="f72a0bb3b8a70e05" providerId="LiveId" clId="{EB2AAE5E-F441-4B21-A173-D9609660A338}" dt="2025-10-12T11:07:16.067" v="39" actId="47"/>
        <pc:sldMkLst>
          <pc:docMk/>
          <pc:sldMk cId="540345487" sldId="1566"/>
        </pc:sldMkLst>
        <pc:spChg chg="mod">
          <ac:chgData name="Wojtek Krakowiak" userId="f72a0bb3b8a70e05" providerId="LiveId" clId="{EB2AAE5E-F441-4B21-A173-D9609660A338}" dt="2025-10-12T11:03:42.915" v="36" actId="20577"/>
          <ac:spMkLst>
            <pc:docMk/>
            <pc:sldMk cId="540345487" sldId="1566"/>
            <ac:spMk id="2" creationId="{997D9B29-7ACE-1300-F701-7CC98C4959A9}"/>
          </ac:spMkLst>
        </pc:spChg>
        <pc:spChg chg="mod">
          <ac:chgData name="Wojtek Krakowiak" userId="f72a0bb3b8a70e05" providerId="LiveId" clId="{EB2AAE5E-F441-4B21-A173-D9609660A338}" dt="2025-10-12T11:03:44.450" v="38" actId="20577"/>
          <ac:spMkLst>
            <pc:docMk/>
            <pc:sldMk cId="540345487" sldId="1566"/>
            <ac:spMk id="3" creationId="{D9425BDD-5CA8-B012-D96E-24F693C1F2BD}"/>
          </ac:spMkLst>
        </pc:spChg>
        <pc:picChg chg="del">
          <ac:chgData name="Wojtek Krakowiak" userId="f72a0bb3b8a70e05" providerId="LiveId" clId="{EB2AAE5E-F441-4B21-A173-D9609660A338}" dt="2025-10-12T11:03:43.456" v="37" actId="478"/>
          <ac:picMkLst>
            <pc:docMk/>
            <pc:sldMk cId="540345487" sldId="1566"/>
            <ac:picMk id="4" creationId="{2ED14811-4DCB-CFCD-9232-BBDC349148E4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3:27:40.006" v="76"/>
        <pc:sldMkLst>
          <pc:docMk/>
          <pc:sldMk cId="2714215516" sldId="1566"/>
        </pc:sldMkLst>
        <pc:spChg chg="mod">
          <ac:chgData name="Wojtek Krakowiak" userId="f72a0bb3b8a70e05" providerId="LiveId" clId="{EB2AAE5E-F441-4B21-A173-D9609660A338}" dt="2025-10-12T13:27:08.332" v="73" actId="20577"/>
          <ac:spMkLst>
            <pc:docMk/>
            <pc:sldMk cId="2714215516" sldId="1566"/>
            <ac:spMk id="2" creationId="{997D9B29-7ACE-1300-F701-7CC98C4959A9}"/>
          </ac:spMkLst>
        </pc:spChg>
        <pc:spChg chg="mod">
          <ac:chgData name="Wojtek Krakowiak" userId="f72a0bb3b8a70e05" providerId="LiveId" clId="{EB2AAE5E-F441-4B21-A173-D9609660A338}" dt="2025-10-12T13:27:01.465" v="67" actId="20577"/>
          <ac:spMkLst>
            <pc:docMk/>
            <pc:sldMk cId="2714215516" sldId="1566"/>
            <ac:spMk id="3" creationId="{D9425BDD-5CA8-B012-D96E-24F693C1F2BD}"/>
          </ac:spMkLst>
        </pc:spChg>
        <pc:picChg chg="del">
          <ac:chgData name="Wojtek Krakowiak" userId="f72a0bb3b8a70e05" providerId="LiveId" clId="{EB2AAE5E-F441-4B21-A173-D9609660A338}" dt="2025-10-12T13:25:30.733" v="61" actId="478"/>
          <ac:picMkLst>
            <pc:docMk/>
            <pc:sldMk cId="2714215516" sldId="1566"/>
            <ac:picMk id="4" creationId="{3139A85F-3122-E3EE-4817-83F61630F421}"/>
          </ac:picMkLst>
        </pc:picChg>
        <pc:picChg chg="add mod">
          <ac:chgData name="Wojtek Krakowiak" userId="f72a0bb3b8a70e05" providerId="LiveId" clId="{EB2AAE5E-F441-4B21-A173-D9609660A338}" dt="2025-10-12T13:27:37.994" v="74"/>
          <ac:picMkLst>
            <pc:docMk/>
            <pc:sldMk cId="2714215516" sldId="1566"/>
            <ac:picMk id="5" creationId="{926A1B5B-8E82-5574-89C2-13A51BE676D1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3:30:48.780" v="95"/>
        <pc:sldMkLst>
          <pc:docMk/>
          <pc:sldMk cId="79021782" sldId="1567"/>
        </pc:sldMkLst>
        <pc:spChg chg="mod">
          <ac:chgData name="Wojtek Krakowiak" userId="f72a0bb3b8a70e05" providerId="LiveId" clId="{EB2AAE5E-F441-4B21-A173-D9609660A338}" dt="2025-10-12T13:28:19.266" v="86" actId="20577"/>
          <ac:spMkLst>
            <pc:docMk/>
            <pc:sldMk cId="79021782" sldId="1567"/>
            <ac:spMk id="2" creationId="{997D9B29-7ACE-1300-F701-7CC98C4959A9}"/>
          </ac:spMkLst>
        </pc:spChg>
        <pc:spChg chg="mod">
          <ac:chgData name="Wojtek Krakowiak" userId="f72a0bb3b8a70e05" providerId="LiveId" clId="{EB2AAE5E-F441-4B21-A173-D9609660A338}" dt="2025-10-12T13:30:22.843" v="92" actId="20577"/>
          <ac:spMkLst>
            <pc:docMk/>
            <pc:sldMk cId="79021782" sldId="1567"/>
            <ac:spMk id="3" creationId="{D9425BDD-5CA8-B012-D96E-24F693C1F2BD}"/>
          </ac:spMkLst>
        </pc:spChg>
        <pc:picChg chg="add mod">
          <ac:chgData name="Wojtek Krakowiak" userId="f72a0bb3b8a70e05" providerId="LiveId" clId="{EB2AAE5E-F441-4B21-A173-D9609660A338}" dt="2025-10-12T13:30:46.366" v="93"/>
          <ac:picMkLst>
            <pc:docMk/>
            <pc:sldMk cId="79021782" sldId="1567"/>
            <ac:picMk id="4" creationId="{BD576926-B5C5-7CE7-56A7-A351775ED765}"/>
          </ac:picMkLst>
        </pc:picChg>
        <pc:picChg chg="del">
          <ac:chgData name="Wojtek Krakowiak" userId="f72a0bb3b8a70e05" providerId="LiveId" clId="{EB2AAE5E-F441-4B21-A173-D9609660A338}" dt="2025-10-12T13:27:45.984" v="79" actId="478"/>
          <ac:picMkLst>
            <pc:docMk/>
            <pc:sldMk cId="79021782" sldId="1567"/>
            <ac:picMk id="5" creationId="{926A1B5B-8E82-5574-89C2-13A51BE676D1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3:39:01.084" v="124"/>
        <pc:sldMkLst>
          <pc:docMk/>
          <pc:sldMk cId="1569799924" sldId="1568"/>
        </pc:sldMkLst>
        <pc:spChg chg="mod">
          <ac:chgData name="Wojtek Krakowiak" userId="f72a0bb3b8a70e05" providerId="LiveId" clId="{EB2AAE5E-F441-4B21-A173-D9609660A338}" dt="2025-10-12T13:38:27.246" v="121" actId="20577"/>
          <ac:spMkLst>
            <pc:docMk/>
            <pc:sldMk cId="1569799924" sldId="1568"/>
            <ac:spMk id="2" creationId="{997D9B29-7ACE-1300-F701-7CC98C4959A9}"/>
          </ac:spMkLst>
        </pc:spChg>
        <pc:spChg chg="mod">
          <ac:chgData name="Wojtek Krakowiak" userId="f72a0bb3b8a70e05" providerId="LiveId" clId="{EB2AAE5E-F441-4B21-A173-D9609660A338}" dt="2025-10-12T13:38:12.665" v="108" actId="20577"/>
          <ac:spMkLst>
            <pc:docMk/>
            <pc:sldMk cId="1569799924" sldId="1568"/>
            <ac:spMk id="3" creationId="{D9425BDD-5CA8-B012-D96E-24F693C1F2BD}"/>
          </ac:spMkLst>
        </pc:spChg>
        <pc:picChg chg="del">
          <ac:chgData name="Wojtek Krakowiak" userId="f72a0bb3b8a70e05" providerId="LiveId" clId="{EB2AAE5E-F441-4B21-A173-D9609660A338}" dt="2025-10-12T13:38:07.567" v="98" actId="478"/>
          <ac:picMkLst>
            <pc:docMk/>
            <pc:sldMk cId="1569799924" sldId="1568"/>
            <ac:picMk id="4" creationId="{BD576926-B5C5-7CE7-56A7-A351775ED765}"/>
          </ac:picMkLst>
        </pc:picChg>
        <pc:picChg chg="add mod">
          <ac:chgData name="Wojtek Krakowiak" userId="f72a0bb3b8a70e05" providerId="LiveId" clId="{EB2AAE5E-F441-4B21-A173-D9609660A338}" dt="2025-10-12T13:38:58.086" v="122"/>
          <ac:picMkLst>
            <pc:docMk/>
            <pc:sldMk cId="1569799924" sldId="1568"/>
            <ac:picMk id="5" creationId="{39DA835E-E92C-19B4-AC9F-D502A72EB9C9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6:00:07.783" v="148"/>
        <pc:sldMkLst>
          <pc:docMk/>
          <pc:sldMk cId="1427755995" sldId="1569"/>
        </pc:sldMkLst>
        <pc:spChg chg="mod">
          <ac:chgData name="Wojtek Krakowiak" userId="f72a0bb3b8a70e05" providerId="LiveId" clId="{EB2AAE5E-F441-4B21-A173-D9609660A338}" dt="2025-10-12T15:59:43.534" v="145" actId="20577"/>
          <ac:spMkLst>
            <pc:docMk/>
            <pc:sldMk cId="1427755995" sldId="1569"/>
            <ac:spMk id="2" creationId="{997D9B29-7ACE-1300-F701-7CC98C4959A9}"/>
          </ac:spMkLst>
        </pc:spChg>
        <pc:spChg chg="mod">
          <ac:chgData name="Wojtek Krakowiak" userId="f72a0bb3b8a70e05" providerId="LiveId" clId="{EB2AAE5E-F441-4B21-A173-D9609660A338}" dt="2025-10-12T15:59:33.429" v="137" actId="20577"/>
          <ac:spMkLst>
            <pc:docMk/>
            <pc:sldMk cId="1427755995" sldId="1569"/>
            <ac:spMk id="3" creationId="{D9425BDD-5CA8-B012-D96E-24F693C1F2BD}"/>
          </ac:spMkLst>
        </pc:spChg>
        <pc:picChg chg="add mod">
          <ac:chgData name="Wojtek Krakowiak" userId="f72a0bb3b8a70e05" providerId="LiveId" clId="{EB2AAE5E-F441-4B21-A173-D9609660A338}" dt="2025-10-12T16:00:05.104" v="146"/>
          <ac:picMkLst>
            <pc:docMk/>
            <pc:sldMk cId="1427755995" sldId="1569"/>
            <ac:picMk id="4" creationId="{ACA3E8EB-04D0-8D8E-E8E4-AE2A527021EF}"/>
          </ac:picMkLst>
        </pc:picChg>
        <pc:picChg chg="del">
          <ac:chgData name="Wojtek Krakowiak" userId="f72a0bb3b8a70e05" providerId="LiveId" clId="{EB2AAE5E-F441-4B21-A173-D9609660A338}" dt="2025-10-12T15:59:27.196" v="127" actId="478"/>
          <ac:picMkLst>
            <pc:docMk/>
            <pc:sldMk cId="1427755995" sldId="1569"/>
            <ac:picMk id="5" creationId="{39DA835E-E92C-19B4-AC9F-D502A72EB9C9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6:01:18.712" v="166"/>
        <pc:sldMkLst>
          <pc:docMk/>
          <pc:sldMk cId="1512027127" sldId="1570"/>
        </pc:sldMkLst>
        <pc:spChg chg="mod">
          <ac:chgData name="Wojtek Krakowiak" userId="f72a0bb3b8a70e05" providerId="LiveId" clId="{EB2AAE5E-F441-4B21-A173-D9609660A338}" dt="2025-10-12T16:00:42.385" v="157" actId="20577"/>
          <ac:spMkLst>
            <pc:docMk/>
            <pc:sldMk cId="1512027127" sldId="1570"/>
            <ac:spMk id="2" creationId="{997D9B29-7ACE-1300-F701-7CC98C4959A9}"/>
          </ac:spMkLst>
        </pc:spChg>
        <pc:spChg chg="mod">
          <ac:chgData name="Wojtek Krakowiak" userId="f72a0bb3b8a70e05" providerId="LiveId" clId="{EB2AAE5E-F441-4B21-A173-D9609660A338}" dt="2025-10-12T16:00:56.829" v="163" actId="20577"/>
          <ac:spMkLst>
            <pc:docMk/>
            <pc:sldMk cId="1512027127" sldId="1570"/>
            <ac:spMk id="3" creationId="{D9425BDD-5CA8-B012-D96E-24F693C1F2BD}"/>
          </ac:spMkLst>
        </pc:spChg>
        <pc:picChg chg="del">
          <ac:chgData name="Wojtek Krakowiak" userId="f72a0bb3b8a70e05" providerId="LiveId" clId="{EB2AAE5E-F441-4B21-A173-D9609660A338}" dt="2025-10-12T16:00:29.992" v="151" actId="478"/>
          <ac:picMkLst>
            <pc:docMk/>
            <pc:sldMk cId="1512027127" sldId="1570"/>
            <ac:picMk id="4" creationId="{ACA3E8EB-04D0-8D8E-E8E4-AE2A527021EF}"/>
          </ac:picMkLst>
        </pc:picChg>
        <pc:picChg chg="add mod">
          <ac:chgData name="Wojtek Krakowiak" userId="f72a0bb3b8a70e05" providerId="LiveId" clId="{EB2AAE5E-F441-4B21-A173-D9609660A338}" dt="2025-10-12T16:01:16.002" v="164"/>
          <ac:picMkLst>
            <pc:docMk/>
            <pc:sldMk cId="1512027127" sldId="1570"/>
            <ac:picMk id="5" creationId="{89B305FE-5EB3-C8CF-7DF9-46BF7B87CC19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6:02:20.892" v="187"/>
        <pc:sldMkLst>
          <pc:docMk/>
          <pc:sldMk cId="423329311" sldId="1571"/>
        </pc:sldMkLst>
        <pc:spChg chg="mod">
          <ac:chgData name="Wojtek Krakowiak" userId="f72a0bb3b8a70e05" providerId="LiveId" clId="{EB2AAE5E-F441-4B21-A173-D9609660A338}" dt="2025-10-12T16:01:50.843" v="184" actId="20577"/>
          <ac:spMkLst>
            <pc:docMk/>
            <pc:sldMk cId="423329311" sldId="1571"/>
            <ac:spMk id="2" creationId="{997D9B29-7ACE-1300-F701-7CC98C4959A9}"/>
          </ac:spMkLst>
        </pc:spChg>
        <pc:spChg chg="mod">
          <ac:chgData name="Wojtek Krakowiak" userId="f72a0bb3b8a70e05" providerId="LiveId" clId="{EB2AAE5E-F441-4B21-A173-D9609660A338}" dt="2025-10-12T16:01:40.970" v="177" actId="20577"/>
          <ac:spMkLst>
            <pc:docMk/>
            <pc:sldMk cId="423329311" sldId="1571"/>
            <ac:spMk id="3" creationId="{D9425BDD-5CA8-B012-D96E-24F693C1F2BD}"/>
          </ac:spMkLst>
        </pc:spChg>
        <pc:picChg chg="add mod">
          <ac:chgData name="Wojtek Krakowiak" userId="f72a0bb3b8a70e05" providerId="LiveId" clId="{EB2AAE5E-F441-4B21-A173-D9609660A338}" dt="2025-10-12T16:02:17.943" v="185"/>
          <ac:picMkLst>
            <pc:docMk/>
            <pc:sldMk cId="423329311" sldId="1571"/>
            <ac:picMk id="4" creationId="{4EE28F27-629B-A979-0D55-E6A50AEFF244}"/>
          </ac:picMkLst>
        </pc:picChg>
        <pc:picChg chg="del">
          <ac:chgData name="Wojtek Krakowiak" userId="f72a0bb3b8a70e05" providerId="LiveId" clId="{EB2AAE5E-F441-4B21-A173-D9609660A338}" dt="2025-10-12T16:01:26.780" v="169" actId="478"/>
          <ac:picMkLst>
            <pc:docMk/>
            <pc:sldMk cId="423329311" sldId="1571"/>
            <ac:picMk id="5" creationId="{89B305FE-5EB3-C8CF-7DF9-46BF7B87CC19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6:03:23.745" v="207"/>
        <pc:sldMkLst>
          <pc:docMk/>
          <pc:sldMk cId="1542163374" sldId="1572"/>
        </pc:sldMkLst>
        <pc:spChg chg="mod">
          <ac:chgData name="Wojtek Krakowiak" userId="f72a0bb3b8a70e05" providerId="LiveId" clId="{EB2AAE5E-F441-4B21-A173-D9609660A338}" dt="2025-10-12T16:02:43.953" v="198" actId="20577"/>
          <ac:spMkLst>
            <pc:docMk/>
            <pc:sldMk cId="1542163374" sldId="1572"/>
            <ac:spMk id="2" creationId="{997D9B29-7ACE-1300-F701-7CC98C4959A9}"/>
          </ac:spMkLst>
        </pc:spChg>
        <pc:spChg chg="mod">
          <ac:chgData name="Wojtek Krakowiak" userId="f72a0bb3b8a70e05" providerId="LiveId" clId="{EB2AAE5E-F441-4B21-A173-D9609660A338}" dt="2025-10-12T16:02:58.472" v="204" actId="313"/>
          <ac:spMkLst>
            <pc:docMk/>
            <pc:sldMk cId="1542163374" sldId="1572"/>
            <ac:spMk id="3" creationId="{D9425BDD-5CA8-B012-D96E-24F693C1F2BD}"/>
          </ac:spMkLst>
        </pc:spChg>
        <pc:picChg chg="del">
          <ac:chgData name="Wojtek Krakowiak" userId="f72a0bb3b8a70e05" providerId="LiveId" clId="{EB2AAE5E-F441-4B21-A173-D9609660A338}" dt="2025-10-12T16:02:30.750" v="190" actId="478"/>
          <ac:picMkLst>
            <pc:docMk/>
            <pc:sldMk cId="1542163374" sldId="1572"/>
            <ac:picMk id="4" creationId="{4EE28F27-629B-A979-0D55-E6A50AEFF244}"/>
          </ac:picMkLst>
        </pc:picChg>
        <pc:picChg chg="add mod">
          <ac:chgData name="Wojtek Krakowiak" userId="f72a0bb3b8a70e05" providerId="LiveId" clId="{EB2AAE5E-F441-4B21-A173-D9609660A338}" dt="2025-10-12T16:03:20.492" v="205"/>
          <ac:picMkLst>
            <pc:docMk/>
            <pc:sldMk cId="1542163374" sldId="1572"/>
            <ac:picMk id="5" creationId="{8B4C1285-B2E2-CD29-0D08-AE117997A4CD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6:06:25.170" v="228"/>
        <pc:sldMkLst>
          <pc:docMk/>
          <pc:sldMk cId="88339009" sldId="1573"/>
        </pc:sldMkLst>
        <pc:spChg chg="mod">
          <ac:chgData name="Wojtek Krakowiak" userId="f72a0bb3b8a70e05" providerId="LiveId" clId="{EB2AAE5E-F441-4B21-A173-D9609660A338}" dt="2025-10-12T16:04:57.450" v="224" actId="20577"/>
          <ac:spMkLst>
            <pc:docMk/>
            <pc:sldMk cId="88339009" sldId="1573"/>
            <ac:spMk id="2" creationId="{997D9B29-7ACE-1300-F701-7CC98C4959A9}"/>
          </ac:spMkLst>
        </pc:spChg>
        <pc:spChg chg="mod">
          <ac:chgData name="Wojtek Krakowiak" userId="f72a0bb3b8a70e05" providerId="LiveId" clId="{EB2AAE5E-F441-4B21-A173-D9609660A338}" dt="2025-10-12T16:05:00.186" v="225" actId="20577"/>
          <ac:spMkLst>
            <pc:docMk/>
            <pc:sldMk cId="88339009" sldId="1573"/>
            <ac:spMk id="3" creationId="{D9425BDD-5CA8-B012-D96E-24F693C1F2BD}"/>
          </ac:spMkLst>
        </pc:spChg>
        <pc:picChg chg="add mod">
          <ac:chgData name="Wojtek Krakowiak" userId="f72a0bb3b8a70e05" providerId="LiveId" clId="{EB2AAE5E-F441-4B21-A173-D9609660A338}" dt="2025-10-12T16:06:23.549" v="226"/>
          <ac:picMkLst>
            <pc:docMk/>
            <pc:sldMk cId="88339009" sldId="1573"/>
            <ac:picMk id="4" creationId="{69E02F5A-E900-B957-8EA4-864343FE02E9}"/>
          </ac:picMkLst>
        </pc:picChg>
        <pc:picChg chg="del">
          <ac:chgData name="Wojtek Krakowiak" userId="f72a0bb3b8a70e05" providerId="LiveId" clId="{EB2AAE5E-F441-4B21-A173-D9609660A338}" dt="2025-10-12T16:04:31.545" v="210" actId="478"/>
          <ac:picMkLst>
            <pc:docMk/>
            <pc:sldMk cId="88339009" sldId="1573"/>
            <ac:picMk id="5" creationId="{8B4C1285-B2E2-CD29-0D08-AE117997A4CD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6:07:23.928" v="246"/>
        <pc:sldMkLst>
          <pc:docMk/>
          <pc:sldMk cId="4117103959" sldId="1574"/>
        </pc:sldMkLst>
        <pc:spChg chg="mod">
          <ac:chgData name="Wojtek Krakowiak" userId="f72a0bb3b8a70e05" providerId="LiveId" clId="{EB2AAE5E-F441-4B21-A173-D9609660A338}" dt="2025-10-12T16:06:46.348" v="236" actId="20577"/>
          <ac:spMkLst>
            <pc:docMk/>
            <pc:sldMk cId="4117103959" sldId="1574"/>
            <ac:spMk id="2" creationId="{997D9B29-7ACE-1300-F701-7CC98C4959A9}"/>
          </ac:spMkLst>
        </pc:spChg>
        <pc:spChg chg="mod">
          <ac:chgData name="Wojtek Krakowiak" userId="f72a0bb3b8a70e05" providerId="LiveId" clId="{EB2AAE5E-F441-4B21-A173-D9609660A338}" dt="2025-10-12T16:07:00.192" v="243" actId="20577"/>
          <ac:spMkLst>
            <pc:docMk/>
            <pc:sldMk cId="4117103959" sldId="1574"/>
            <ac:spMk id="3" creationId="{D9425BDD-5CA8-B012-D96E-24F693C1F2BD}"/>
          </ac:spMkLst>
        </pc:spChg>
        <pc:picChg chg="del">
          <ac:chgData name="Wojtek Krakowiak" userId="f72a0bb3b8a70e05" providerId="LiveId" clId="{EB2AAE5E-F441-4B21-A173-D9609660A338}" dt="2025-10-12T16:06:35.595" v="231" actId="478"/>
          <ac:picMkLst>
            <pc:docMk/>
            <pc:sldMk cId="4117103959" sldId="1574"/>
            <ac:picMk id="4" creationId="{69E02F5A-E900-B957-8EA4-864343FE02E9}"/>
          </ac:picMkLst>
        </pc:picChg>
        <pc:picChg chg="add mod">
          <ac:chgData name="Wojtek Krakowiak" userId="f72a0bb3b8a70e05" providerId="LiveId" clId="{EB2AAE5E-F441-4B21-A173-D9609660A338}" dt="2025-10-12T16:07:21.526" v="244"/>
          <ac:picMkLst>
            <pc:docMk/>
            <pc:sldMk cId="4117103959" sldId="1574"/>
            <ac:picMk id="5" creationId="{057A0673-5045-A3CE-B125-327483F106D9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6:09:15.706" v="281"/>
        <pc:sldMkLst>
          <pc:docMk/>
          <pc:sldMk cId="2352498997" sldId="1575"/>
        </pc:sldMkLst>
        <pc:spChg chg="mod">
          <ac:chgData name="Wojtek Krakowiak" userId="f72a0bb3b8a70e05" providerId="LiveId" clId="{EB2AAE5E-F441-4B21-A173-D9609660A338}" dt="2025-10-12T16:08:54.152" v="278" actId="20577"/>
          <ac:spMkLst>
            <pc:docMk/>
            <pc:sldMk cId="2352498997" sldId="1575"/>
            <ac:spMk id="2" creationId="{997D9B29-7ACE-1300-F701-7CC98C4959A9}"/>
          </ac:spMkLst>
        </pc:spChg>
        <pc:spChg chg="mod">
          <ac:chgData name="Wojtek Krakowiak" userId="f72a0bb3b8a70e05" providerId="LiveId" clId="{EB2AAE5E-F441-4B21-A173-D9609660A338}" dt="2025-10-12T16:08:38.473" v="255" actId="20577"/>
          <ac:spMkLst>
            <pc:docMk/>
            <pc:sldMk cId="2352498997" sldId="1575"/>
            <ac:spMk id="3" creationId="{D9425BDD-5CA8-B012-D96E-24F693C1F2BD}"/>
          </ac:spMkLst>
        </pc:spChg>
        <pc:picChg chg="add mod">
          <ac:chgData name="Wojtek Krakowiak" userId="f72a0bb3b8a70e05" providerId="LiveId" clId="{EB2AAE5E-F441-4B21-A173-D9609660A338}" dt="2025-10-12T16:09:14.393" v="279"/>
          <ac:picMkLst>
            <pc:docMk/>
            <pc:sldMk cId="2352498997" sldId="1575"/>
            <ac:picMk id="4" creationId="{59294574-2DBD-AFAF-C838-A159BAE5B214}"/>
          </ac:picMkLst>
        </pc:picChg>
        <pc:picChg chg="del">
          <ac:chgData name="Wojtek Krakowiak" userId="f72a0bb3b8a70e05" providerId="LiveId" clId="{EB2AAE5E-F441-4B21-A173-D9609660A338}" dt="2025-10-12T16:08:27.970" v="249" actId="478"/>
          <ac:picMkLst>
            <pc:docMk/>
            <pc:sldMk cId="2352498997" sldId="1575"/>
            <ac:picMk id="5" creationId="{057A0673-5045-A3CE-B125-327483F106D9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6:10:09.054" v="299"/>
        <pc:sldMkLst>
          <pc:docMk/>
          <pc:sldMk cId="748937281" sldId="1576"/>
        </pc:sldMkLst>
        <pc:spChg chg="mod">
          <ac:chgData name="Wojtek Krakowiak" userId="f72a0bb3b8a70e05" providerId="LiveId" clId="{EB2AAE5E-F441-4B21-A173-D9609660A338}" dt="2025-10-12T16:09:45.707" v="291" actId="20577"/>
          <ac:spMkLst>
            <pc:docMk/>
            <pc:sldMk cId="748937281" sldId="1576"/>
            <ac:spMk id="2" creationId="{997D9B29-7ACE-1300-F701-7CC98C4959A9}"/>
          </ac:spMkLst>
        </pc:spChg>
        <pc:spChg chg="mod">
          <ac:chgData name="Wojtek Krakowiak" userId="f72a0bb3b8a70e05" providerId="LiveId" clId="{EB2AAE5E-F441-4B21-A173-D9609660A338}" dt="2025-10-12T16:09:51.586" v="296" actId="20577"/>
          <ac:spMkLst>
            <pc:docMk/>
            <pc:sldMk cId="748937281" sldId="1576"/>
            <ac:spMk id="3" creationId="{D9425BDD-5CA8-B012-D96E-24F693C1F2BD}"/>
          </ac:spMkLst>
        </pc:spChg>
        <pc:picChg chg="del">
          <ac:chgData name="Wojtek Krakowiak" userId="f72a0bb3b8a70e05" providerId="LiveId" clId="{EB2AAE5E-F441-4B21-A173-D9609660A338}" dt="2025-10-12T16:09:36.587" v="284" actId="478"/>
          <ac:picMkLst>
            <pc:docMk/>
            <pc:sldMk cId="748937281" sldId="1576"/>
            <ac:picMk id="4" creationId="{59294574-2DBD-AFAF-C838-A159BAE5B214}"/>
          </ac:picMkLst>
        </pc:picChg>
        <pc:picChg chg="add mod">
          <ac:chgData name="Wojtek Krakowiak" userId="f72a0bb3b8a70e05" providerId="LiveId" clId="{EB2AAE5E-F441-4B21-A173-D9609660A338}" dt="2025-10-12T16:10:07.496" v="297"/>
          <ac:picMkLst>
            <pc:docMk/>
            <pc:sldMk cId="748937281" sldId="1576"/>
            <ac:picMk id="5" creationId="{4761C881-9E75-040B-7173-9C142613767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921EC4-EAB7-419D-AA92-EFAC71305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D8CD32E-B3EF-4BB7-9087-FC556C55F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6FCF072-E0AD-4995-98D1-01A463F4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9B94581-9053-4885-B747-4D11B2E6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7BA141-90D4-43B5-9B79-7A8AABB0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665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DD083A-9D1C-4C91-8895-277BB6D1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C2F94E-197F-458C-89E9-645E34458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1A9D01-F8E9-42EA-8AD3-75E9CD20D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88CF2E2-CFAC-46E6-89E8-39C59614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25D68F7-E4B8-45BB-8727-11113F3C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51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60989D-EFA5-4607-92FF-E385F6FDC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4E1CDF6-D6EC-4826-8B2F-3254DBDEA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6F4F5DB-9700-4A7F-A0E7-2492A5E6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41039D-DF05-49CF-A8FD-9A8B6F46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8F514A1-F403-4980-B0C9-D835C922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029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133645-71B7-4FDF-B8A2-C358D10E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6AD115-62A8-480B-9189-D21B5D8A5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537C153-4A2E-40B5-BF02-F37834FC3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A1D1747-4492-4F86-B2B4-9BB3DE75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C896157-A8DE-4AE4-8B1B-96D37B85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FEDC477-749B-49B4-8961-D95D1775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561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79C183-58E0-4563-8923-57E4C009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3939FEC-2F86-4F31-B6CE-7BDCC3D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3A0FE68-72DC-435D-9B3C-BC87508D2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68FCC60-2FC3-4416-9280-B2830AD7F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43D7FFB-743E-4928-B03A-73906F964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BC21A3E-20EB-4EF9-A82E-59819C59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B9B477A-B893-4728-8482-EA09CCC0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460F094-BD17-41E5-9B47-242D6D76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719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5CE496-3EF6-41F7-BE77-AACC0415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7CDEC83-A9B2-41F2-8ADB-AEBBF805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A6E95F5-49ED-4580-93DB-17D9B7FA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DB566B7-385E-4399-A212-E9826A3E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605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4A1314F-3186-488E-B0CB-88508AC8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54470DD-8D47-472A-BF52-7AE7CA35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2B53DDE-F168-4046-B429-B122A26A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928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F6BAB2-D8A8-4CA3-AE67-CB2E0B34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AE51AC-D673-4C65-876F-046396EB6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A8059E8-E8EE-4BB0-B805-CBACC8C15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FC63BB4-7F61-424C-9401-36DDA2BD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994D591-0C14-4392-9C0C-49D47122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EE5004B-242E-4092-82D7-40380C8B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854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3D500E-FFB6-4CDB-A916-56D4656D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281F8F2-61CA-4B6E-89E3-B97E14321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2FE05F1-0449-4938-A7F8-5C2AAABAF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DA18418-67F1-4A0E-BF45-EF08C711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F83B392-697C-4783-8E2B-73ECE0E3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B6F4653-AABB-453E-AA1D-AF66E592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066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B1117E-8896-4BC5-888B-D0F219F1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28A6BE3-47EB-4249-BAFF-DD88A45D3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3943FC2-91BB-4722-B87D-A5A5E4FE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A55E191-6AAF-483E-A725-BF34D370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EA161D8-5EFB-4508-8020-B270250B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114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B19B07B-0F2E-4E22-B09F-E907431F1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D294D7A-3F4D-4658-8B10-D21C3E559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6C8A2C7-C2CF-46AD-BB86-552A1EF3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8E4453A-B8EE-4217-BB76-A99C0E58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D2B9351-4178-4F4C-A78A-5A1C4CD8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497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63EC774-FCE7-4A08-947F-DE2E6EA7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A9C1E8E-6FC5-4D10-877B-4CA71B645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20E9AD8-D556-4904-812A-C674D2EDF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B8D0-A159-4557-B63A-419B24A74F77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2D19AAE-A1E3-4581-83E0-0A7CC09D5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A93E77-A5E0-4146-90E8-ABB933EE5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435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2.mp3"/><Relationship Id="rId1" Type="http://schemas.microsoft.com/office/2007/relationships/media" Target="../media/media22.mp3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3.mp3"/><Relationship Id="rId1" Type="http://schemas.microsoft.com/office/2007/relationships/media" Target="../media/media23.mp3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4.mp3"/><Relationship Id="rId1" Type="http://schemas.microsoft.com/office/2007/relationships/media" Target="../media/media24.mp3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5.mp3"/><Relationship Id="rId1" Type="http://schemas.microsoft.com/office/2007/relationships/media" Target="../media/media25.mp3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6.mp3"/><Relationship Id="rId1" Type="http://schemas.microsoft.com/office/2007/relationships/media" Target="../media/media26.mp3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7.mp3"/><Relationship Id="rId1" Type="http://schemas.microsoft.com/office/2007/relationships/media" Target="../media/media27.mp3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8.mp3"/><Relationship Id="rId1" Type="http://schemas.microsoft.com/office/2007/relationships/media" Target="../media/media28.mp3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9.mp3"/><Relationship Id="rId1" Type="http://schemas.microsoft.com/office/2007/relationships/media" Target="../media/media29.mp3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0.mp3"/><Relationship Id="rId1" Type="http://schemas.microsoft.com/office/2007/relationships/media" Target="../media/media30.mp3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1.mp3"/><Relationship Id="rId1" Type="http://schemas.microsoft.com/office/2007/relationships/media" Target="../media/media31.mp3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2.mp3"/><Relationship Id="rId1" Type="http://schemas.microsoft.com/office/2007/relationships/media" Target="../media/media32.mp3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3.mp3"/><Relationship Id="rId1" Type="http://schemas.microsoft.com/office/2007/relationships/media" Target="../media/media33.mp3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4.mp3"/><Relationship Id="rId1" Type="http://schemas.microsoft.com/office/2007/relationships/media" Target="../media/media34.mp3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5.mp3"/><Relationship Id="rId1" Type="http://schemas.microsoft.com/office/2007/relationships/media" Target="../media/media35.mp3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6.mp3"/><Relationship Id="rId1" Type="http://schemas.microsoft.com/office/2007/relationships/media" Target="../media/media36.mp3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7.mp3"/><Relationship Id="rId1" Type="http://schemas.microsoft.com/office/2007/relationships/media" Target="../media/media37.mp3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8.mp3"/><Relationship Id="rId1" Type="http://schemas.microsoft.com/office/2007/relationships/media" Target="../media/media38.mp3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9.mp3"/><Relationship Id="rId1" Type="http://schemas.microsoft.com/office/2007/relationships/media" Target="../media/media39.mp3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0.mp3"/><Relationship Id="rId1" Type="http://schemas.microsoft.com/office/2007/relationships/media" Target="../media/media40.mp3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1.mp3"/><Relationship Id="rId1" Type="http://schemas.microsoft.com/office/2007/relationships/media" Target="../media/media41.mp3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2.mp3"/><Relationship Id="rId1" Type="http://schemas.microsoft.com/office/2007/relationships/media" Target="../media/media42.mp3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3.mp3"/><Relationship Id="rId1" Type="http://schemas.microsoft.com/office/2007/relationships/media" Target="../media/media43.mp3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4.mp3"/><Relationship Id="rId1" Type="http://schemas.microsoft.com/office/2007/relationships/media" Target="../media/media44.mp3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5.mp3"/><Relationship Id="rId1" Type="http://schemas.microsoft.com/office/2007/relationships/media" Target="../media/media45.mp3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6.mp3"/><Relationship Id="rId1" Type="http://schemas.microsoft.com/office/2007/relationships/media" Target="../media/media46.mp3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7.mp3"/><Relationship Id="rId1" Type="http://schemas.microsoft.com/office/2007/relationships/media" Target="../media/media47.mp3"/><Relationship Id="rId4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8.mp3"/><Relationship Id="rId1" Type="http://schemas.microsoft.com/office/2007/relationships/media" Target="../media/media48.mp3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9.mp3"/><Relationship Id="rId1" Type="http://schemas.microsoft.com/office/2007/relationships/media" Target="../media/media49.mp3"/><Relationship Id="rId4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0.mp3"/><Relationship Id="rId1" Type="http://schemas.microsoft.com/office/2007/relationships/media" Target="../media/media50.mp3"/><Relationship Id="rId4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1.mp3"/><Relationship Id="rId1" Type="http://schemas.microsoft.com/office/2007/relationships/media" Target="../media/media51.mp3"/><Relationship Id="rId4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2.mp3"/><Relationship Id="rId1" Type="http://schemas.microsoft.com/office/2007/relationships/media" Target="../media/media52.mp3"/><Relationship Id="rId4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3.mp3"/><Relationship Id="rId1" Type="http://schemas.microsoft.com/office/2007/relationships/media" Target="../media/media53.mp3"/><Relationship Id="rId4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4.mp3"/><Relationship Id="rId1" Type="http://schemas.microsoft.com/office/2007/relationships/media" Target="../media/media54.mp3"/><Relationship Id="rId4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5.mp3"/><Relationship Id="rId1" Type="http://schemas.microsoft.com/office/2007/relationships/media" Target="../media/media55.mp3"/><Relationship Id="rId4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6.mp3"/><Relationship Id="rId1" Type="http://schemas.microsoft.com/office/2007/relationships/media" Target="../media/media56.mp3"/><Relationship Id="rId4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7.mp3"/><Relationship Id="rId1" Type="http://schemas.microsoft.com/office/2007/relationships/media" Target="../media/media57.mp3"/><Relationship Id="rId4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8.mp3"/><Relationship Id="rId1" Type="http://schemas.microsoft.com/office/2007/relationships/media" Target="../media/media58.mp3"/><Relationship Id="rId4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9.mp3"/><Relationship Id="rId1" Type="http://schemas.microsoft.com/office/2007/relationships/media" Target="../media/media59.mp3"/><Relationship Id="rId4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0.mp3"/><Relationship Id="rId1" Type="http://schemas.microsoft.com/office/2007/relationships/media" Target="../media/media60.mp3"/><Relationship Id="rId4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1.mp3"/><Relationship Id="rId1" Type="http://schemas.microsoft.com/office/2007/relationships/media" Target="../media/media61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5" y="643181"/>
            <a:ext cx="11131290" cy="5393636"/>
          </a:xfrm>
        </p:spPr>
        <p:txBody>
          <a:bodyPr>
            <a:normAutofit fontScale="90000"/>
          </a:bodyPr>
          <a:lstStyle/>
          <a:p>
            <a:r>
              <a:rPr lang="pl-PL" sz="9600" b="1" dirty="0">
                <a:latin typeface="+mn-lt"/>
              </a:rPr>
              <a:t>Klasa 2</a:t>
            </a:r>
            <a:r>
              <a:rPr lang="en-US" sz="9600" b="1" dirty="0">
                <a:latin typeface="+mn-lt"/>
              </a:rPr>
              <a:t> LO</a:t>
            </a:r>
            <a:br>
              <a:rPr lang="pl-PL" sz="9600" b="1" dirty="0">
                <a:latin typeface="+mn-lt"/>
              </a:rPr>
            </a:br>
            <a:r>
              <a:rPr lang="es-ES" sz="9600" b="1" dirty="0">
                <a:latin typeface="+mn-lt"/>
              </a:rPr>
              <a:t>La comida y bebida</a:t>
            </a:r>
            <a:br>
              <a:rPr lang="pl-PL" sz="9600" b="1" dirty="0">
                <a:latin typeface="+mn-lt"/>
              </a:rPr>
            </a:br>
            <a:br>
              <a:rPr lang="pl-PL" sz="7300" b="1" dirty="0">
                <a:latin typeface="+mn-lt"/>
              </a:rPr>
            </a:br>
            <a:br>
              <a:rPr lang="pl-PL" sz="7300" b="1" dirty="0">
                <a:latin typeface="+mn-lt"/>
              </a:rPr>
            </a:br>
            <a:endParaRPr lang="pl-PL" sz="73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92818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Zupa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sopa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27ACCFE-CC56-7D7B-0249-1289E6BE19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836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6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Pomidor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tomate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B3B23DE-CD5E-CD0E-7126-F4DEA5E82B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48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Ogórek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pepino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49213F9-1FD6-7185-4B36-D48AE4CF8C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70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Oliwa z oliwek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aceite de oliva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86A170A-EA57-73C3-263D-FB0F1FCB893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002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4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Pieprz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pimienta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DA277FE-EF62-5271-452E-50B4B04E2D8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688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Czosnek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ajo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1AC5F79-9321-46CE-5792-5863A95F655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926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Ocet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vinagre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15D937A-45F7-C70C-4CD6-1EC36CDD1E2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73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Sól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sal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BD9F66F-D952-C8A4-D6FA-34578CD2986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864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Ryż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arroz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8294E00-CED6-CE3D-F078-2E0061A45BE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74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Szafran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azafrán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FA1739F-AEB1-B2BC-C9EA-84E6637232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044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Owoce morza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marisco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9C5BD10-9243-8AA5-72F6-00A3ECAF10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2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Ciecierzyca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garbanzo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82DC88E-82E0-AFD4-34D1-53916FFE55B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624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67A9-7ED9-5D18-9411-3E5063FC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F30EE-0E99-733A-78C6-3DBB83D6B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Mięso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B176FA-7940-2DA8-A5A6-239F660D4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carne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257E273-ABE7-00F3-5E85-6BFA777DD4E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820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67A9-7ED9-5D18-9411-3E5063FC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F30EE-0E99-733A-78C6-3DBB83D6B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Cielęcina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B176FA-7940-2DA8-A5A6-239F660D4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ternera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20C9842-6795-25E4-43AD-3D1712CB86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93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67A9-7ED9-5D18-9411-3E5063FC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F30EE-0E99-733A-78C6-3DBB83D6B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Szynka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B176FA-7940-2DA8-A5A6-239F660D4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jamón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0737A48-FE86-5CC1-D6A9-8CE4DFE9E39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58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67A9-7ED9-5D18-9411-3E5063FC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F30EE-0E99-733A-78C6-3DBB83D6B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Ziemniak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B176FA-7940-2DA8-A5A6-239F660D4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patata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FE7A650-590E-F978-8004-B7B0C6BDE26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261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67A9-7ED9-5D18-9411-3E5063FC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F30EE-0E99-733A-78C6-3DBB83D6B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Warzywo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B176FA-7940-2DA8-A5A6-239F660D4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verdura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D8E148E-AB5D-A7EB-AE63-1D615617A28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026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67A9-7ED9-5D18-9411-3E5063FC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F30EE-0E99-733A-78C6-3DBB83D6B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Omlet (w Hiszpanii)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B176FA-7940-2DA8-A5A6-239F660D4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tortilla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DA44A52-A877-53E6-C308-8D5F88845E5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00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67A9-7ED9-5D18-9411-3E5063FC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F30EE-0E99-733A-78C6-3DBB83D6B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Sałata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B176FA-7940-2DA8-A5A6-239F660D4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lechuga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748E04F-8146-60AF-46F9-8E3F2EFEC8C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443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67A9-7ED9-5D18-9411-3E5063FC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F30EE-0E99-733A-78C6-3DBB83D6B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Ser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B176FA-7940-2DA8-A5A6-239F660D4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queso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2CBC328-ABDA-DAE4-5B4A-6992D50EB2D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2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67A9-7ED9-5D18-9411-3E5063FC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F30EE-0E99-733A-78C6-3DBB83D6B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Jajko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B176FA-7940-2DA8-A5A6-239F660D4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huevo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DFF1BB9-B513-9D65-961E-49AE374AE7D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93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67A9-7ED9-5D18-9411-3E5063FC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F30EE-0E99-733A-78C6-3DBB83D6B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Jajko na twardo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B176FA-7940-2DA8-A5A6-239F660D4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huevo duro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3633397-9CA0-C219-7D60-D478541DEFF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713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67A9-7ED9-5D18-9411-3E5063FC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F30EE-0E99-733A-78C6-3DBB83D6B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Boczek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B176FA-7940-2DA8-A5A6-239F660D4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bacón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FC3C033-B5DA-9CDB-2D25-65CC7CE0B9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64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67A9-7ED9-5D18-9411-3E5063FC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F30EE-0E99-733A-78C6-3DBB83D6B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Papryka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B176FA-7940-2DA8-A5A6-239F660D4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091911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pimiento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FDC1AA3-5FDA-1391-31FA-534EF392601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956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67A9-7ED9-5D18-9411-3E5063FC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F30EE-0E99-733A-78C6-3DBB83D6B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Wołowina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B176FA-7940-2DA8-A5A6-239F660D4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091911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carne de res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BB9B253-E783-69B4-1AF7-E27E860324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31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67A9-7ED9-5D18-9411-3E5063FC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F30EE-0E99-733A-78C6-3DBB83D6B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Kalmar/Kałamarnica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B176FA-7940-2DA8-A5A6-239F660D4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091911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calmar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72B3D5E-AA4C-FEBB-75C8-782CE776264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379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67A9-7ED9-5D18-9411-3E5063FC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F30EE-0E99-733A-78C6-3DBB83D6B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Cebula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B176FA-7940-2DA8-A5A6-239F660D4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091911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cebolla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940B5A5-3E6E-CB94-6ABA-523BD46E13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49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67A9-7ED9-5D18-9411-3E5063FC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F30EE-0E99-733A-78C6-3DBB83D6B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Przepis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B176FA-7940-2DA8-A5A6-239F660D4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091911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receta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DB3F13F-F539-C9FD-34FC-7A43F34E7D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3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67A9-7ED9-5D18-9411-3E5063FC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F30EE-0E99-733A-78C6-3DBB83D6B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Marchewka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B176FA-7940-2DA8-A5A6-239F660D4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091911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zanahoria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13248D0-529C-31BC-6F76-7F6783734C9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002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67A9-7ED9-5D18-9411-3E5063FC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F30EE-0E99-733A-78C6-3DBB83D6B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Ciasto (takie cake)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B176FA-7940-2DA8-A5A6-239F660D4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091911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tarta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3646979-9543-F90E-C472-8CC1F3D78B8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464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67A9-7ED9-5D18-9411-3E5063FC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F30EE-0E99-733A-78C6-3DBB83D6B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Mleko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B176FA-7940-2DA8-A5A6-239F660D4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091911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leche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42569B0-0E12-8DEE-A3EA-CD7AA2252B4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406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67A9-7ED9-5D18-9411-3E5063FC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F30EE-0E99-733A-78C6-3DBB83D6B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Masło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B176FA-7940-2DA8-A5A6-239F660D4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es-ES" sz="7200" b="1" dirty="0">
                <a:solidFill>
                  <a:srgbClr val="FF0000"/>
                </a:solidFill>
              </a:rPr>
              <a:t>mantequilla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F6AFCC5-A6B7-8552-DA80-13BA8D3DFDD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74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67A9-7ED9-5D18-9411-3E5063FC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F30EE-0E99-733A-78C6-3DBB83D6B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Bułka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B176FA-7940-2DA8-A5A6-239F660D4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bollo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76FD2F9-F23D-1E23-063E-1EA05ED024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27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67A9-7ED9-5D18-9411-3E5063FC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F30EE-0E99-733A-78C6-3DBB83D6B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Kawa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B176FA-7940-2DA8-A5A6-239F660D4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café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05F5CD0-2CDD-058D-3B9C-167EA542ED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3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67A9-7ED9-5D18-9411-3E5063FC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F30EE-0E99-733A-78C6-3DBB83D6B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Sałatka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BB176FA-7940-2DA8-A5A6-239F660D4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ensalada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F739852-467F-E44D-9A5E-C87565C2525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829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Chleb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pan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7729A7E-496B-519B-0424-3921926366C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649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Deser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postre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3D73C59-F212-A6A1-919C-AD6D436B52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10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Frytki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Las fritas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6F401E2-FA73-CE27-3CCF-7E58367563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42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Śniadanie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desayuno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D80EC49-6F98-65EE-62A4-CD1007067A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26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Pierwsze danie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primer plato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716F287-7E56-2330-0F50-21B0AA66BF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881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8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Drugie danie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segundo plato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D50AC28-FB5D-6CBF-F064-A3962BD0FC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6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1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Obiad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almuerzo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ABB0C4B-B09E-B511-D64B-FC4CB26AB21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56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Kolacja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cena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0123504-5751-E7D8-A55D-67B2FDD7534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974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Jeść śniadanie (śniadaniować)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Desayunar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64FAA09-26B6-88F1-F379-788B1B93837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031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Jeść obiad (obiadować)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Almorzar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D538031-71B1-A095-8F79-836F38D4C2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65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Jeść kolację (kolacjować)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Cenar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FAC9C37-C245-0D78-F92E-FDD224CC05F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29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Jeść podwieczorek (podwieczorkować)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Merendar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34D037C-4C3F-C8AB-37F5-E57F1165A45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889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Jeść deser (deserować) </a:t>
            </a:r>
            <a:r>
              <a:rPr lang="pl-PL" sz="7200" b="1" dirty="0">
                <a:solidFill>
                  <a:srgbClr val="FF0000"/>
                </a:solidFill>
                <a:latin typeface="+mn-lt"/>
              </a:rPr>
              <a:t>!!!Rzadko używane!!!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Postrear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D5E6DA0-6551-2BD8-3861-83D598C7EB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96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Jajko na miękko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huevo blando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A81E581-731D-59A7-D04C-86B100F38DF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62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3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Słodki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Dulce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139A85F-3122-E3EE-4817-83F61630F42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0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Kwaśny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Agrio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26A1B5B-8E82-5574-89C2-13A51BE676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215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1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Gorzki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Amargo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D576926-B5C5-7CE7-56A7-A351775ED76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21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Słodko kwaśny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Agridulce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9DA835E-E92C-19B4-AC9F-D502A72EB9C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79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Mąka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harina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CA3E8EB-04D0-8D8E-E8E4-AE2A527021E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755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Kroić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Cortar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9B305FE-5EB3-C8CF-7DF9-46BF7B87CC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027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Mieszać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Mezclar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EE28F27-629B-A979-0D55-E6A50AEFF2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9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Gotować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Hervir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B4C1285-B2E2-CD29-0D08-AE117997A4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163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8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Smażyć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Freír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9E02F5A-E900-B957-8EA4-864343FE02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3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3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Piec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Hornear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57A0673-5045-A3CE-B125-327483F106D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03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Siekać (drobno kroić)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Picar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9294574-2DBD-AFAF-C838-A159BAE5B21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498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Ubijać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Batir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761C881-9E75-040B-7173-9C142613767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937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1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6693</TotalTime>
  <Words>234</Words>
  <Application>Microsoft Office PowerPoint</Application>
  <PresentationFormat>Panoramiczny</PresentationFormat>
  <Paragraphs>123</Paragraphs>
  <Slides>62</Slides>
  <Notes>0</Notes>
  <HiddenSlides>0</HiddenSlides>
  <MMClips>61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62</vt:i4>
      </vt:variant>
    </vt:vector>
  </HeadingPairs>
  <TitlesOfParts>
    <vt:vector size="66" baseType="lpstr">
      <vt:lpstr>Arial</vt:lpstr>
      <vt:lpstr>Calibri</vt:lpstr>
      <vt:lpstr>Calibri Light</vt:lpstr>
      <vt:lpstr>Motyw pakietu Office</vt:lpstr>
      <vt:lpstr>Klasa 2 LO La comida y bebida   </vt:lpstr>
      <vt:lpstr>Zupa</vt:lpstr>
      <vt:lpstr>Pomidor</vt:lpstr>
      <vt:lpstr>Ogórek</vt:lpstr>
      <vt:lpstr>Oliwa z oliwek</vt:lpstr>
      <vt:lpstr>Pieprz</vt:lpstr>
      <vt:lpstr>Czosnek</vt:lpstr>
      <vt:lpstr>Ocet</vt:lpstr>
      <vt:lpstr>Sól</vt:lpstr>
      <vt:lpstr>Ryż</vt:lpstr>
      <vt:lpstr>Szafran</vt:lpstr>
      <vt:lpstr>Owoce morza</vt:lpstr>
      <vt:lpstr>Ciecierzyca</vt:lpstr>
      <vt:lpstr>Mięso</vt:lpstr>
      <vt:lpstr>Cielęcina</vt:lpstr>
      <vt:lpstr>Szynka</vt:lpstr>
      <vt:lpstr>Ziemniak</vt:lpstr>
      <vt:lpstr>Warzywo</vt:lpstr>
      <vt:lpstr>Omlet (w Hiszpanii)</vt:lpstr>
      <vt:lpstr>Sałata</vt:lpstr>
      <vt:lpstr>Ser</vt:lpstr>
      <vt:lpstr>Jajko</vt:lpstr>
      <vt:lpstr>Jajko na twardo</vt:lpstr>
      <vt:lpstr>Boczek</vt:lpstr>
      <vt:lpstr>Papryka</vt:lpstr>
      <vt:lpstr>Wołowina</vt:lpstr>
      <vt:lpstr>Kalmar/Kałamarnica</vt:lpstr>
      <vt:lpstr>Cebula</vt:lpstr>
      <vt:lpstr>Przepis</vt:lpstr>
      <vt:lpstr>Marchewka</vt:lpstr>
      <vt:lpstr>Ciasto (takie cake)</vt:lpstr>
      <vt:lpstr>Mleko</vt:lpstr>
      <vt:lpstr>Masło</vt:lpstr>
      <vt:lpstr>Bułka</vt:lpstr>
      <vt:lpstr>Kawa</vt:lpstr>
      <vt:lpstr>Sałatka</vt:lpstr>
      <vt:lpstr>Chleb</vt:lpstr>
      <vt:lpstr>Deser</vt:lpstr>
      <vt:lpstr>Frytki</vt:lpstr>
      <vt:lpstr>Śniadanie</vt:lpstr>
      <vt:lpstr>Pierwsze danie</vt:lpstr>
      <vt:lpstr>Drugie danie</vt:lpstr>
      <vt:lpstr>Obiad</vt:lpstr>
      <vt:lpstr>Kolacja </vt:lpstr>
      <vt:lpstr>Jeść śniadanie (śniadaniować)</vt:lpstr>
      <vt:lpstr>Jeść obiad (obiadować)</vt:lpstr>
      <vt:lpstr>Jeść kolację (kolacjować)</vt:lpstr>
      <vt:lpstr>Jeść podwieczorek (podwieczorkować)</vt:lpstr>
      <vt:lpstr>Jeść deser (deserować) !!!Rzadko używane!!!</vt:lpstr>
      <vt:lpstr>Jajko na miękko</vt:lpstr>
      <vt:lpstr>Słodki</vt:lpstr>
      <vt:lpstr>Kwaśny</vt:lpstr>
      <vt:lpstr>Gorzki</vt:lpstr>
      <vt:lpstr>Słodko kwaśny</vt:lpstr>
      <vt:lpstr>Mąka</vt:lpstr>
      <vt:lpstr>Kroić</vt:lpstr>
      <vt:lpstr>Mieszać</vt:lpstr>
      <vt:lpstr>Gotować</vt:lpstr>
      <vt:lpstr>Smażyć</vt:lpstr>
      <vt:lpstr>Piec</vt:lpstr>
      <vt:lpstr>Siekać (drobno kroić)</vt:lpstr>
      <vt:lpstr>Ubijać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Tomasz Krakowiak</dc:creator>
  <cp:lastModifiedBy>Wojtek Krakowiak</cp:lastModifiedBy>
  <cp:revision>1192</cp:revision>
  <dcterms:created xsi:type="dcterms:W3CDTF">2018-09-30T05:35:06Z</dcterms:created>
  <dcterms:modified xsi:type="dcterms:W3CDTF">2025-10-12T16:10:18Z</dcterms:modified>
</cp:coreProperties>
</file>