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493" r:id="rId3"/>
    <p:sldId id="1497" r:id="rId4"/>
    <p:sldId id="1494" r:id="rId5"/>
    <p:sldId id="1495" r:id="rId6"/>
    <p:sldId id="1496" r:id="rId7"/>
    <p:sldId id="1498" r:id="rId8"/>
    <p:sldId id="1499" r:id="rId9"/>
    <p:sldId id="1500" r:id="rId10"/>
    <p:sldId id="1501" r:id="rId11"/>
    <p:sldId id="1502" r:id="rId12"/>
    <p:sldId id="1503" r:id="rId13"/>
    <p:sldId id="1504" r:id="rId14"/>
    <p:sldId id="1505" r:id="rId15"/>
    <p:sldId id="1506" r:id="rId16"/>
    <p:sldId id="1507" r:id="rId17"/>
    <p:sldId id="1508" r:id="rId18"/>
    <p:sldId id="1509" r:id="rId19"/>
    <p:sldId id="1510" r:id="rId20"/>
    <p:sldId id="1511" r:id="rId21"/>
    <p:sldId id="1512" r:id="rId22"/>
    <p:sldId id="1513" r:id="rId23"/>
    <p:sldId id="1514" r:id="rId24"/>
    <p:sldId id="1515" r:id="rId25"/>
    <p:sldId id="1516" r:id="rId26"/>
    <p:sldId id="1520" r:id="rId27"/>
    <p:sldId id="1517" r:id="rId28"/>
    <p:sldId id="1518" r:id="rId29"/>
    <p:sldId id="1519" r:id="rId30"/>
    <p:sldId id="1521" r:id="rId3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22CDF2-25ED-4EB4-B645-5BB23A2D7B08}" v="6" dt="2025-08-26T12:35:42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ciech Krakowiak" userId="86718142a3635522" providerId="LiveId" clId="{26BA3A9B-B69E-46E9-B3AD-45EBD15A9BA9}"/>
    <pc:docChg chg="custSel addSld delSld modSld sldOrd">
      <pc:chgData name="Wojciech Krakowiak" userId="86718142a3635522" providerId="LiveId" clId="{26BA3A9B-B69E-46E9-B3AD-45EBD15A9BA9}" dt="2025-08-06T19:38:43.533" v="1176"/>
      <pc:docMkLst>
        <pc:docMk/>
      </pc:docMkLst>
      <pc:sldChg chg="modSp mod">
        <pc:chgData name="Wojciech Krakowiak" userId="86718142a3635522" providerId="LiveId" clId="{26BA3A9B-B69E-46E9-B3AD-45EBD15A9BA9}" dt="2025-08-06T15:45:08.526" v="260" actId="20577"/>
        <pc:sldMkLst>
          <pc:docMk/>
          <pc:sldMk cId="1582655019" sldId="1193"/>
        </pc:sldMkLst>
        <pc:spChg chg="mod">
          <ac:chgData name="Wojciech Krakowiak" userId="86718142a3635522" providerId="LiveId" clId="{26BA3A9B-B69E-46E9-B3AD-45EBD15A9BA9}" dt="2025-08-06T15:45:08.526" v="260" actId="20577"/>
          <ac:spMkLst>
            <pc:docMk/>
            <pc:sldMk cId="1582655019" sldId="1193"/>
            <ac:spMk id="2" creationId="{D0CF59C9-6B33-4CB8-855B-43D2F5A16BB8}"/>
          </ac:spMkLst>
        </pc:spChg>
      </pc:sldChg>
      <pc:sldChg chg="addSp delSp modSp mod delAnim modAnim">
        <pc:chgData name="Wojciech Krakowiak" userId="86718142a3635522" providerId="LiveId" clId="{26BA3A9B-B69E-46E9-B3AD-45EBD15A9BA9}" dt="2025-08-06T16:04:56.024" v="412"/>
        <pc:sldMkLst>
          <pc:docMk/>
          <pc:sldMk cId="3351162817" sldId="1493"/>
        </pc:sldMkLst>
        <pc:spChg chg="mod">
          <ac:chgData name="Wojciech Krakowiak" userId="86718142a3635522" providerId="LiveId" clId="{26BA3A9B-B69E-46E9-B3AD-45EBD15A9BA9}" dt="2025-08-06T15:59:21.291" v="331" actId="20577"/>
          <ac:spMkLst>
            <pc:docMk/>
            <pc:sldMk cId="3351162817" sldId="1493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03:15.854" v="399" actId="20577"/>
          <ac:spMkLst>
            <pc:docMk/>
            <pc:sldMk cId="3351162817" sldId="1493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04:53.198" v="410"/>
          <ac:picMkLst>
            <pc:docMk/>
            <pc:sldMk cId="3351162817" sldId="1493"/>
            <ac:picMk id="6" creationId="{587656B6-554E-4FD0-191E-24210FD9041A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6:06:39.877" v="418"/>
        <pc:sldMkLst>
          <pc:docMk/>
          <pc:sldMk cId="1434113547" sldId="1494"/>
        </pc:sldMkLst>
        <pc:spChg chg="mod">
          <ac:chgData name="Wojciech Krakowiak" userId="86718142a3635522" providerId="LiveId" clId="{26BA3A9B-B69E-46E9-B3AD-45EBD15A9BA9}" dt="2025-08-06T15:52:06.018" v="279" actId="20577"/>
          <ac:spMkLst>
            <pc:docMk/>
            <pc:sldMk cId="1434113547" sldId="1494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03:06.289" v="391" actId="20577"/>
          <ac:spMkLst>
            <pc:docMk/>
            <pc:sldMk cId="1434113547" sldId="1494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06:37.014" v="416"/>
          <ac:picMkLst>
            <pc:docMk/>
            <pc:sldMk cId="1434113547" sldId="1494"/>
            <ac:picMk id="6" creationId="{72236AA9-F7D2-3A3B-94F5-CCB5388ABA70}"/>
          </ac:picMkLst>
        </pc:picChg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2826707428" sldId="1494"/>
        </pc:sldMkLst>
      </pc:sldChg>
      <pc:sldChg chg="addSp delSp modSp add mod delAnim modAnim">
        <pc:chgData name="Wojciech Krakowiak" userId="86718142a3635522" providerId="LiveId" clId="{26BA3A9B-B69E-46E9-B3AD-45EBD15A9BA9}" dt="2025-08-06T16:07:24.616" v="421"/>
        <pc:sldMkLst>
          <pc:docMk/>
          <pc:sldMk cId="3293812057" sldId="1495"/>
        </pc:sldMkLst>
        <pc:spChg chg="mod">
          <ac:chgData name="Wojciech Krakowiak" userId="86718142a3635522" providerId="LiveId" clId="{26BA3A9B-B69E-46E9-B3AD-45EBD15A9BA9}" dt="2025-08-06T15:54:24.429" v="302" actId="20577"/>
          <ac:spMkLst>
            <pc:docMk/>
            <pc:sldMk cId="3293812057" sldId="1495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03:37.903" v="404" actId="20577"/>
          <ac:spMkLst>
            <pc:docMk/>
            <pc:sldMk cId="3293812057" sldId="1495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07:21.401" v="419"/>
          <ac:picMkLst>
            <pc:docMk/>
            <pc:sldMk cId="3293812057" sldId="1495"/>
            <ac:picMk id="6" creationId="{061434D9-63EE-7970-7E0D-398C46AB29EE}"/>
          </ac:picMkLst>
        </pc:picChg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3994839688" sldId="1495"/>
        </pc:sldMkLst>
      </pc:sldChg>
      <pc:sldChg chg="addSp delSp modSp add mod delAnim modAnim">
        <pc:chgData name="Wojciech Krakowiak" userId="86718142a3635522" providerId="LiveId" clId="{26BA3A9B-B69E-46E9-B3AD-45EBD15A9BA9}" dt="2025-08-06T16:08:13.654" v="424"/>
        <pc:sldMkLst>
          <pc:docMk/>
          <pc:sldMk cId="717777781" sldId="1496"/>
        </pc:sldMkLst>
        <pc:spChg chg="mod">
          <ac:chgData name="Wojciech Krakowiak" userId="86718142a3635522" providerId="LiveId" clId="{26BA3A9B-B69E-46E9-B3AD-45EBD15A9BA9}" dt="2025-08-06T16:00:41.424" v="380" actId="20577"/>
          <ac:spMkLst>
            <pc:docMk/>
            <pc:sldMk cId="717777781" sldId="1496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03:56.791" v="409" actId="20577"/>
          <ac:spMkLst>
            <pc:docMk/>
            <pc:sldMk cId="717777781" sldId="1496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08:10.776" v="422"/>
          <ac:picMkLst>
            <pc:docMk/>
            <pc:sldMk cId="717777781" sldId="1496"/>
            <ac:picMk id="5" creationId="{3CDDC413-2CDE-1266-2F25-2A7919EED04B}"/>
          </ac:picMkLst>
        </pc:picChg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3768027299" sldId="1496"/>
        </pc:sldMkLst>
      </pc:sldChg>
      <pc:sldChg chg="addSp modSp del mod modAnim">
        <pc:chgData name="Wojciech Krakowiak" userId="86718142a3635522" providerId="LiveId" clId="{26BA3A9B-B69E-46E9-B3AD-45EBD15A9BA9}" dt="2025-08-06T15:30:01.754" v="232" actId="47"/>
        <pc:sldMkLst>
          <pc:docMk/>
          <pc:sldMk cId="43237198" sldId="1497"/>
        </pc:sldMkLst>
      </pc:sldChg>
      <pc:sldChg chg="addSp modSp add mod modAnim">
        <pc:chgData name="Wojciech Krakowiak" userId="86718142a3635522" providerId="LiveId" clId="{26BA3A9B-B69E-46E9-B3AD-45EBD15A9BA9}" dt="2025-08-06T16:05:52.137" v="415"/>
        <pc:sldMkLst>
          <pc:docMk/>
          <pc:sldMk cId="537751992" sldId="1497"/>
        </pc:sldMkLst>
        <pc:spChg chg="mod">
          <ac:chgData name="Wojciech Krakowiak" userId="86718142a3635522" providerId="LiveId" clId="{26BA3A9B-B69E-46E9-B3AD-45EBD15A9BA9}" dt="2025-08-06T15:59:54.787" v="350" actId="20577"/>
          <ac:spMkLst>
            <pc:docMk/>
            <pc:sldMk cId="537751992" sldId="1497"/>
            <ac:spMk id="2" creationId="{F7BF065E-EDD1-A9D7-2DD9-54BA197CEC76}"/>
          </ac:spMkLst>
        </pc:spChg>
        <pc:spChg chg="mod">
          <ac:chgData name="Wojciech Krakowiak" userId="86718142a3635522" providerId="LiveId" clId="{26BA3A9B-B69E-46E9-B3AD-45EBD15A9BA9}" dt="2025-08-06T16:00:27.881" v="377" actId="20577"/>
          <ac:spMkLst>
            <pc:docMk/>
            <pc:sldMk cId="537751992" sldId="1497"/>
            <ac:spMk id="3" creationId="{1E155733-D461-D0C4-6F97-42676E6531B9}"/>
          </ac:spMkLst>
        </pc:spChg>
        <pc:picChg chg="add mod">
          <ac:chgData name="Wojciech Krakowiak" userId="86718142a3635522" providerId="LiveId" clId="{26BA3A9B-B69E-46E9-B3AD-45EBD15A9BA9}" dt="2025-08-06T16:05:49.620" v="413"/>
          <ac:picMkLst>
            <pc:docMk/>
            <pc:sldMk cId="537751992" sldId="1497"/>
            <ac:picMk id="4" creationId="{3A874F5C-4F02-12A8-E043-66678FBA41A5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6:16:34.742" v="465" actId="20577"/>
        <pc:sldMkLst>
          <pc:docMk/>
          <pc:sldMk cId="1338240853" sldId="1498"/>
        </pc:sldMkLst>
        <pc:spChg chg="mod">
          <ac:chgData name="Wojciech Krakowiak" userId="86718142a3635522" providerId="LiveId" clId="{26BA3A9B-B69E-46E9-B3AD-45EBD15A9BA9}" dt="2025-08-06T16:16:34.742" v="465" actId="20577"/>
          <ac:spMkLst>
            <pc:docMk/>
            <pc:sldMk cId="1338240853" sldId="1498"/>
            <ac:spMk id="2" creationId="{D0CF59C9-6B33-4CB8-855B-43D2F5A16BB8}"/>
          </ac:spMkLst>
        </pc:spChg>
        <pc:spChg chg="add mod">
          <ac:chgData name="Wojciech Krakowiak" userId="86718142a3635522" providerId="LiveId" clId="{26BA3A9B-B69E-46E9-B3AD-45EBD15A9BA9}" dt="2025-08-06T16:16:09.660" v="438" actId="20577"/>
          <ac:spMkLst>
            <pc:docMk/>
            <pc:sldMk cId="1338240853" sldId="1498"/>
            <ac:spMk id="4" creationId="{557C9A79-AA96-6046-7FA3-D347C776DDA6}"/>
          </ac:spMkLst>
        </pc:spChg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3006842627" sldId="1498"/>
        </pc:sldMkLst>
      </pc:sldChg>
      <pc:sldChg chg="addSp delSp modSp add mod ord delAnim modAnim">
        <pc:chgData name="Wojciech Krakowiak" userId="86718142a3635522" providerId="LiveId" clId="{26BA3A9B-B69E-46E9-B3AD-45EBD15A9BA9}" dt="2025-08-06T16:20:21.873" v="503"/>
        <pc:sldMkLst>
          <pc:docMk/>
          <pc:sldMk cId="295204043" sldId="1499"/>
        </pc:sldMkLst>
        <pc:spChg chg="mod">
          <ac:chgData name="Wojciech Krakowiak" userId="86718142a3635522" providerId="LiveId" clId="{26BA3A9B-B69E-46E9-B3AD-45EBD15A9BA9}" dt="2025-08-06T16:19:18.706" v="490" actId="2711"/>
          <ac:spMkLst>
            <pc:docMk/>
            <pc:sldMk cId="295204043" sldId="1499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19:31.589" v="500" actId="20577"/>
          <ac:spMkLst>
            <pc:docMk/>
            <pc:sldMk cId="295204043" sldId="1499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20:19.435" v="501"/>
          <ac:picMkLst>
            <pc:docMk/>
            <pc:sldMk cId="295204043" sldId="1499"/>
            <ac:picMk id="4" creationId="{B8E6EEFB-CFD7-09E6-C68A-5FBF4918B841}"/>
          </ac:picMkLst>
        </pc:picChg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2361599004" sldId="1499"/>
        </pc:sldMkLst>
      </pc:sldChg>
      <pc:sldChg chg="addSp delSp modSp add mod delAnim modAnim">
        <pc:chgData name="Wojciech Krakowiak" userId="86718142a3635522" providerId="LiveId" clId="{26BA3A9B-B69E-46E9-B3AD-45EBD15A9BA9}" dt="2025-08-06T16:22:37.676" v="528" actId="20577"/>
        <pc:sldMkLst>
          <pc:docMk/>
          <pc:sldMk cId="343986235" sldId="1500"/>
        </pc:sldMkLst>
        <pc:spChg chg="mod">
          <ac:chgData name="Wojciech Krakowiak" userId="86718142a3635522" providerId="LiveId" clId="{26BA3A9B-B69E-46E9-B3AD-45EBD15A9BA9}" dt="2025-08-06T16:22:37.676" v="528" actId="20577"/>
          <ac:spMkLst>
            <pc:docMk/>
            <pc:sldMk cId="343986235" sldId="1500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21:57.375" v="514" actId="20577"/>
          <ac:spMkLst>
            <pc:docMk/>
            <pc:sldMk cId="343986235" sldId="1500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22:04.082" v="515"/>
          <ac:picMkLst>
            <pc:docMk/>
            <pc:sldMk cId="343986235" sldId="1500"/>
            <ac:picMk id="5" creationId="{BC075D2B-B03F-5B58-E913-AD18F5A0EDD5}"/>
          </ac:picMkLst>
        </pc:picChg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3297848511" sldId="1500"/>
        </pc:sldMkLst>
      </pc:sldChg>
      <pc:sldChg chg="addSp delSp modSp add mod delAnim modAnim">
        <pc:chgData name="Wojciech Krakowiak" userId="86718142a3635522" providerId="LiveId" clId="{26BA3A9B-B69E-46E9-B3AD-45EBD15A9BA9}" dt="2025-08-06T16:27:51.063" v="547"/>
        <pc:sldMkLst>
          <pc:docMk/>
          <pc:sldMk cId="2048728724" sldId="1501"/>
        </pc:sldMkLst>
        <pc:spChg chg="mod">
          <ac:chgData name="Wojciech Krakowiak" userId="86718142a3635522" providerId="LiveId" clId="{26BA3A9B-B69E-46E9-B3AD-45EBD15A9BA9}" dt="2025-08-06T16:26:42.180" v="536" actId="20577"/>
          <ac:spMkLst>
            <pc:docMk/>
            <pc:sldMk cId="2048728724" sldId="1501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27:14.017" v="544" actId="20577"/>
          <ac:spMkLst>
            <pc:docMk/>
            <pc:sldMk cId="2048728724" sldId="1501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27:48.581" v="545"/>
          <ac:picMkLst>
            <pc:docMk/>
            <pc:sldMk cId="2048728724" sldId="1501"/>
            <ac:picMk id="4" creationId="{EF45532D-89F0-FE2E-6BEB-DBF26333458E}"/>
          </ac:picMkLst>
        </pc:picChg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4125144861" sldId="1501"/>
        </pc:sldMkLst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261605351" sldId="1502"/>
        </pc:sldMkLst>
      </pc:sldChg>
      <pc:sldChg chg="addSp delSp modSp add mod delAnim modAnim">
        <pc:chgData name="Wojciech Krakowiak" userId="86718142a3635522" providerId="LiveId" clId="{26BA3A9B-B69E-46E9-B3AD-45EBD15A9BA9}" dt="2025-08-06T16:29:18.531" v="568" actId="20577"/>
        <pc:sldMkLst>
          <pc:docMk/>
          <pc:sldMk cId="439995690" sldId="1502"/>
        </pc:sldMkLst>
        <pc:spChg chg="mod">
          <ac:chgData name="Wojciech Krakowiak" userId="86718142a3635522" providerId="LiveId" clId="{26BA3A9B-B69E-46E9-B3AD-45EBD15A9BA9}" dt="2025-08-06T16:29:18.531" v="568" actId="20577"/>
          <ac:spMkLst>
            <pc:docMk/>
            <pc:sldMk cId="439995690" sldId="1502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28:15.952" v="561" actId="20577"/>
          <ac:spMkLst>
            <pc:docMk/>
            <pc:sldMk cId="439995690" sldId="1502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29:03.033" v="562"/>
          <ac:picMkLst>
            <pc:docMk/>
            <pc:sldMk cId="439995690" sldId="1502"/>
            <ac:picMk id="5" creationId="{066FFD1C-5FD6-3E44-241D-292C5C4D51F3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6:31:22.921" v="611"/>
        <pc:sldMkLst>
          <pc:docMk/>
          <pc:sldMk cId="2566925495" sldId="1503"/>
        </pc:sldMkLst>
        <pc:spChg chg="mod">
          <ac:chgData name="Wojciech Krakowiak" userId="86718142a3635522" providerId="LiveId" clId="{26BA3A9B-B69E-46E9-B3AD-45EBD15A9BA9}" dt="2025-08-06T16:30:29.841" v="600" actId="20577"/>
          <ac:spMkLst>
            <pc:docMk/>
            <pc:sldMk cId="2566925495" sldId="1503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30:39.962" v="608" actId="20577"/>
          <ac:spMkLst>
            <pc:docMk/>
            <pc:sldMk cId="2566925495" sldId="1503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31:20.410" v="609"/>
          <ac:picMkLst>
            <pc:docMk/>
            <pc:sldMk cId="2566925495" sldId="1503"/>
            <ac:picMk id="4" creationId="{B7CE68B5-D906-4892-2CEF-B35847F4247F}"/>
          </ac:picMkLst>
        </pc:picChg>
      </pc:sldChg>
      <pc:sldChg chg="addSp delSp modSp add del mod delAnim modAnim">
        <pc:chgData name="Wojciech Krakowiak" userId="86718142a3635522" providerId="LiveId" clId="{26BA3A9B-B69E-46E9-B3AD-45EBD15A9BA9}" dt="2025-08-06T15:30:01.754" v="232" actId="47"/>
        <pc:sldMkLst>
          <pc:docMk/>
          <pc:sldMk cId="4252460294" sldId="1503"/>
        </pc:sldMkLst>
      </pc:sldChg>
      <pc:sldChg chg="addSp delSp modSp add mod delAnim modAnim">
        <pc:chgData name="Wojciech Krakowiak" userId="86718142a3635522" providerId="LiveId" clId="{26BA3A9B-B69E-46E9-B3AD-45EBD15A9BA9}" dt="2025-08-06T16:33:23.032" v="655"/>
        <pc:sldMkLst>
          <pc:docMk/>
          <pc:sldMk cId="1515942496" sldId="1504"/>
        </pc:sldMkLst>
        <pc:spChg chg="mod">
          <ac:chgData name="Wojciech Krakowiak" userId="86718142a3635522" providerId="LiveId" clId="{26BA3A9B-B69E-46E9-B3AD-45EBD15A9BA9}" dt="2025-08-06T16:32:21.463" v="645" actId="20577"/>
          <ac:spMkLst>
            <pc:docMk/>
            <pc:sldMk cId="1515942496" sldId="1504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32:47.702" v="652" actId="20577"/>
          <ac:spMkLst>
            <pc:docMk/>
            <pc:sldMk cId="1515942496" sldId="1504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33:20.387" v="653"/>
          <ac:picMkLst>
            <pc:docMk/>
            <pc:sldMk cId="1515942496" sldId="1504"/>
            <ac:picMk id="5" creationId="{6C2070C2-7899-2E45-997B-9D43C783E065}"/>
          </ac:picMkLst>
        </pc:picChg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1881858433" sldId="1504"/>
        </pc:sldMkLst>
      </pc:sldChg>
      <pc:sldChg chg="addSp delSp modSp add mod delAnim modAnim">
        <pc:chgData name="Wojciech Krakowiak" userId="86718142a3635522" providerId="LiveId" clId="{26BA3A9B-B69E-46E9-B3AD-45EBD15A9BA9}" dt="2025-08-06T16:35:19.031" v="678"/>
        <pc:sldMkLst>
          <pc:docMk/>
          <pc:sldMk cId="591800698" sldId="1505"/>
        </pc:sldMkLst>
        <pc:spChg chg="mod">
          <ac:chgData name="Wojciech Krakowiak" userId="86718142a3635522" providerId="LiveId" clId="{26BA3A9B-B69E-46E9-B3AD-45EBD15A9BA9}" dt="2025-08-06T16:34:39.337" v="675" actId="20577"/>
          <ac:spMkLst>
            <pc:docMk/>
            <pc:sldMk cId="591800698" sldId="1505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34:28.401" v="666" actId="20577"/>
          <ac:spMkLst>
            <pc:docMk/>
            <pc:sldMk cId="591800698" sldId="1505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35:16.054" v="676"/>
          <ac:picMkLst>
            <pc:docMk/>
            <pc:sldMk cId="591800698" sldId="1505"/>
            <ac:picMk id="4" creationId="{70EADE6B-6210-918F-BD1C-EEAEA3FBB134}"/>
          </ac:picMkLst>
        </pc:picChg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2328320797" sldId="1505"/>
        </pc:sldMkLst>
      </pc:sldChg>
      <pc:sldChg chg="addSp delSp modSp add mod delAnim modAnim">
        <pc:chgData name="Wojciech Krakowiak" userId="86718142a3635522" providerId="LiveId" clId="{26BA3A9B-B69E-46E9-B3AD-45EBD15A9BA9}" dt="2025-08-06T16:37:37.938" v="695"/>
        <pc:sldMkLst>
          <pc:docMk/>
          <pc:sldMk cId="46624601" sldId="1506"/>
        </pc:sldMkLst>
        <pc:spChg chg="mod">
          <ac:chgData name="Wojciech Krakowiak" userId="86718142a3635522" providerId="LiveId" clId="{26BA3A9B-B69E-46E9-B3AD-45EBD15A9BA9}" dt="2025-08-06T16:36:42.499" v="683" actId="20577"/>
          <ac:spMkLst>
            <pc:docMk/>
            <pc:sldMk cId="46624601" sldId="1506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6:36:57.597" v="692" actId="20577"/>
          <ac:spMkLst>
            <pc:docMk/>
            <pc:sldMk cId="46624601" sldId="1506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6:37:35.327" v="693"/>
          <ac:picMkLst>
            <pc:docMk/>
            <pc:sldMk cId="46624601" sldId="1506"/>
            <ac:picMk id="5" creationId="{4D03A702-8AD1-FBF9-5472-DDC911E6808A}"/>
          </ac:picMkLst>
        </pc:picChg>
      </pc:sldChg>
      <pc:sldChg chg="del">
        <pc:chgData name="Wojciech Krakowiak" userId="86718142a3635522" providerId="LiveId" clId="{26BA3A9B-B69E-46E9-B3AD-45EBD15A9BA9}" dt="2025-08-06T15:30:01.754" v="232" actId="47"/>
        <pc:sldMkLst>
          <pc:docMk/>
          <pc:sldMk cId="1897061910" sldId="1506"/>
        </pc:sldMkLst>
      </pc:sldChg>
      <pc:sldChg chg="addSp delSp modSp add mod ord delAnim modAnim">
        <pc:chgData name="Wojciech Krakowiak" userId="86718142a3635522" providerId="LiveId" clId="{26BA3A9B-B69E-46E9-B3AD-45EBD15A9BA9}" dt="2025-08-06T17:14:42.645" v="745"/>
        <pc:sldMkLst>
          <pc:docMk/>
          <pc:sldMk cId="945104450" sldId="1507"/>
        </pc:sldMkLst>
        <pc:spChg chg="mod">
          <ac:chgData name="Wojciech Krakowiak" userId="86718142a3635522" providerId="LiveId" clId="{26BA3A9B-B69E-46E9-B3AD-45EBD15A9BA9}" dt="2025-08-06T17:07:26.905" v="735" actId="20577"/>
          <ac:spMkLst>
            <pc:docMk/>
            <pc:sldMk cId="945104450" sldId="1507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08:29.102" v="739" actId="20577"/>
          <ac:spMkLst>
            <pc:docMk/>
            <pc:sldMk cId="945104450" sldId="1507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08:23.123" v="736"/>
          <ac:picMkLst>
            <pc:docMk/>
            <pc:sldMk cId="945104450" sldId="1507"/>
            <ac:picMk id="4" creationId="{3A712BDA-DBFD-3B1E-CB73-32FBB94F28AB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16:55.717" v="764"/>
        <pc:sldMkLst>
          <pc:docMk/>
          <pc:sldMk cId="180236047" sldId="1508"/>
        </pc:sldMkLst>
        <pc:spChg chg="mod">
          <ac:chgData name="Wojciech Krakowiak" userId="86718142a3635522" providerId="LiveId" clId="{26BA3A9B-B69E-46E9-B3AD-45EBD15A9BA9}" dt="2025-08-06T17:14:55.590" v="750" actId="20577"/>
          <ac:spMkLst>
            <pc:docMk/>
            <pc:sldMk cId="180236047" sldId="1508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16:14.527" v="761" actId="20577"/>
          <ac:spMkLst>
            <pc:docMk/>
            <pc:sldMk cId="180236047" sldId="1508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16:52.324" v="762"/>
          <ac:picMkLst>
            <pc:docMk/>
            <pc:sldMk cId="180236047" sldId="1508"/>
            <ac:picMk id="5" creationId="{0ECCE2C7-F6F4-0E3C-00A0-D0625D19FA75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19:24.061" v="792" actId="20577"/>
        <pc:sldMkLst>
          <pc:docMk/>
          <pc:sldMk cId="797792494" sldId="1509"/>
        </pc:sldMkLst>
        <pc:spChg chg="mod">
          <ac:chgData name="Wojciech Krakowiak" userId="86718142a3635522" providerId="LiveId" clId="{26BA3A9B-B69E-46E9-B3AD-45EBD15A9BA9}" dt="2025-08-06T17:19:24.061" v="792" actId="20577"/>
          <ac:spMkLst>
            <pc:docMk/>
            <pc:sldMk cId="797792494" sldId="1509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17:41.214" v="778" actId="20577"/>
          <ac:spMkLst>
            <pc:docMk/>
            <pc:sldMk cId="797792494" sldId="1509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19:02.311" v="786"/>
          <ac:picMkLst>
            <pc:docMk/>
            <pc:sldMk cId="797792494" sldId="1509"/>
            <ac:picMk id="6" creationId="{8D0E3B48-AB56-6C1E-7600-63BB5E6E3600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21:31.549" v="816"/>
        <pc:sldMkLst>
          <pc:docMk/>
          <pc:sldMk cId="3653694606" sldId="1510"/>
        </pc:sldMkLst>
        <pc:spChg chg="mod">
          <ac:chgData name="Wojciech Krakowiak" userId="86718142a3635522" providerId="LiveId" clId="{26BA3A9B-B69E-46E9-B3AD-45EBD15A9BA9}" dt="2025-08-06T17:20:34.828" v="804" actId="2711"/>
          <ac:spMkLst>
            <pc:docMk/>
            <pc:sldMk cId="3653694606" sldId="1510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20:48.699" v="813" actId="20577"/>
          <ac:spMkLst>
            <pc:docMk/>
            <pc:sldMk cId="3653694606" sldId="1510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21:28.880" v="814"/>
          <ac:picMkLst>
            <pc:docMk/>
            <pc:sldMk cId="3653694606" sldId="1510"/>
            <ac:picMk id="4" creationId="{4E972ADE-964D-48A6-780B-6E5A59CE0FA3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23:55.682" v="834"/>
        <pc:sldMkLst>
          <pc:docMk/>
          <pc:sldMk cId="1163690542" sldId="1511"/>
        </pc:sldMkLst>
        <pc:spChg chg="mod">
          <ac:chgData name="Wojciech Krakowiak" userId="86718142a3635522" providerId="LiveId" clId="{26BA3A9B-B69E-46E9-B3AD-45EBD15A9BA9}" dt="2025-08-06T17:23:06.629" v="831" actId="20577"/>
          <ac:spMkLst>
            <pc:docMk/>
            <pc:sldMk cId="1163690542" sldId="1511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22:58.920" v="828" actId="20577"/>
          <ac:spMkLst>
            <pc:docMk/>
            <pc:sldMk cId="1163690542" sldId="1511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23:53.174" v="832"/>
          <ac:picMkLst>
            <pc:docMk/>
            <pc:sldMk cId="1163690542" sldId="1511"/>
            <ac:picMk id="5" creationId="{4C8808B4-9F20-FEDD-5C1D-581EA4668107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26:15.106" v="854"/>
        <pc:sldMkLst>
          <pc:docMk/>
          <pc:sldMk cId="2957986592" sldId="1512"/>
        </pc:sldMkLst>
        <pc:spChg chg="mod">
          <ac:chgData name="Wojciech Krakowiak" userId="86718142a3635522" providerId="LiveId" clId="{26BA3A9B-B69E-46E9-B3AD-45EBD15A9BA9}" dt="2025-08-06T17:24:46.741" v="843" actId="20577"/>
          <ac:spMkLst>
            <pc:docMk/>
            <pc:sldMk cId="2957986592" sldId="1512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24:54.884" v="851" actId="20577"/>
          <ac:spMkLst>
            <pc:docMk/>
            <pc:sldMk cId="2957986592" sldId="1512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26:12.890" v="852"/>
          <ac:picMkLst>
            <pc:docMk/>
            <pc:sldMk cId="2957986592" sldId="1512"/>
            <ac:picMk id="4" creationId="{6DE1CA30-F319-ABFC-5E5F-23009C0EA230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27:56.224" v="875"/>
        <pc:sldMkLst>
          <pc:docMk/>
          <pc:sldMk cId="2184095661" sldId="1513"/>
        </pc:sldMkLst>
        <pc:spChg chg="mod">
          <ac:chgData name="Wojciech Krakowiak" userId="86718142a3635522" providerId="LiveId" clId="{26BA3A9B-B69E-46E9-B3AD-45EBD15A9BA9}" dt="2025-08-06T17:27:07.126" v="872" actId="20577"/>
          <ac:spMkLst>
            <pc:docMk/>
            <pc:sldMk cId="2184095661" sldId="1513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26:58.191" v="866" actId="20577"/>
          <ac:spMkLst>
            <pc:docMk/>
            <pc:sldMk cId="2184095661" sldId="1513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27:54.239" v="873"/>
          <ac:picMkLst>
            <pc:docMk/>
            <pc:sldMk cId="2184095661" sldId="1513"/>
            <ac:picMk id="5" creationId="{0130E3D5-8228-828C-1ADA-84E1F8B321FE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30:44.977" v="895"/>
        <pc:sldMkLst>
          <pc:docMk/>
          <pc:sldMk cId="2778521383" sldId="1514"/>
        </pc:sldMkLst>
        <pc:spChg chg="mod">
          <ac:chgData name="Wojciech Krakowiak" userId="86718142a3635522" providerId="LiveId" clId="{26BA3A9B-B69E-46E9-B3AD-45EBD15A9BA9}" dt="2025-08-06T17:29:30.749" v="885" actId="20577"/>
          <ac:spMkLst>
            <pc:docMk/>
            <pc:sldMk cId="2778521383" sldId="1514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29:39.946" v="892" actId="20577"/>
          <ac:spMkLst>
            <pc:docMk/>
            <pc:sldMk cId="2778521383" sldId="1514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30:42.713" v="893"/>
          <ac:picMkLst>
            <pc:docMk/>
            <pc:sldMk cId="2778521383" sldId="1514"/>
            <ac:picMk id="4" creationId="{5D8D6C4B-B089-1E0A-0A32-D86DBD193922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7:32:16.557" v="919"/>
        <pc:sldMkLst>
          <pc:docMk/>
          <pc:sldMk cId="1466764462" sldId="1515"/>
        </pc:sldMkLst>
        <pc:spChg chg="mod">
          <ac:chgData name="Wojciech Krakowiak" userId="86718142a3635522" providerId="LiveId" clId="{26BA3A9B-B69E-46E9-B3AD-45EBD15A9BA9}" dt="2025-08-06T17:31:24.047" v="916" actId="20577"/>
          <ac:spMkLst>
            <pc:docMk/>
            <pc:sldMk cId="1466764462" sldId="1515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7:31:16.708" v="909" actId="20577"/>
          <ac:spMkLst>
            <pc:docMk/>
            <pc:sldMk cId="1466764462" sldId="1515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7:32:14.224" v="917"/>
          <ac:picMkLst>
            <pc:docMk/>
            <pc:sldMk cId="1466764462" sldId="1515"/>
            <ac:picMk id="5" creationId="{3333B069-C637-7148-A00F-444C694E3633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9:16:42.423" v="964"/>
        <pc:sldMkLst>
          <pc:docMk/>
          <pc:sldMk cId="2026589744" sldId="1516"/>
        </pc:sldMkLst>
        <pc:spChg chg="mod">
          <ac:chgData name="Wojciech Krakowiak" userId="86718142a3635522" providerId="LiveId" clId="{26BA3A9B-B69E-46E9-B3AD-45EBD15A9BA9}" dt="2025-08-06T19:15:05.215" v="944" actId="20577"/>
          <ac:spMkLst>
            <pc:docMk/>
            <pc:sldMk cId="2026589744" sldId="1516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9:15:32.691" v="961" actId="20577"/>
          <ac:spMkLst>
            <pc:docMk/>
            <pc:sldMk cId="2026589744" sldId="1516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9:16:40.429" v="962"/>
          <ac:picMkLst>
            <pc:docMk/>
            <pc:sldMk cId="2026589744" sldId="1516"/>
            <ac:picMk id="4" creationId="{8917E898-1C6D-C108-68DA-BEE9ED40DB41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9:20:37.769" v="989"/>
        <pc:sldMkLst>
          <pc:docMk/>
          <pc:sldMk cId="2328546754" sldId="1517"/>
        </pc:sldMkLst>
        <pc:spChg chg="mod">
          <ac:chgData name="Wojciech Krakowiak" userId="86718142a3635522" providerId="LiveId" clId="{26BA3A9B-B69E-46E9-B3AD-45EBD15A9BA9}" dt="2025-08-06T19:18:22.589" v="986" actId="20577"/>
          <ac:spMkLst>
            <pc:docMk/>
            <pc:sldMk cId="2328546754" sldId="1517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9:18:16.467" v="983" actId="313"/>
          <ac:spMkLst>
            <pc:docMk/>
            <pc:sldMk cId="2328546754" sldId="1517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9:20:36.099" v="987"/>
          <ac:picMkLst>
            <pc:docMk/>
            <pc:sldMk cId="2328546754" sldId="1517"/>
            <ac:picMk id="5" creationId="{F40511B4-5AA6-53D0-72CA-42B8B02DBD6B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9:23:02.223" v="1023"/>
        <pc:sldMkLst>
          <pc:docMk/>
          <pc:sldMk cId="4124471447" sldId="1518"/>
        </pc:sldMkLst>
        <pc:spChg chg="mod">
          <ac:chgData name="Wojciech Krakowiak" userId="86718142a3635522" providerId="LiveId" clId="{26BA3A9B-B69E-46E9-B3AD-45EBD15A9BA9}" dt="2025-08-06T19:22:11.638" v="1003" actId="20577"/>
          <ac:spMkLst>
            <pc:docMk/>
            <pc:sldMk cId="4124471447" sldId="1518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9:22:31.500" v="1020" actId="313"/>
          <ac:spMkLst>
            <pc:docMk/>
            <pc:sldMk cId="4124471447" sldId="1518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9:23:00.557" v="1021"/>
          <ac:picMkLst>
            <pc:docMk/>
            <pc:sldMk cId="4124471447" sldId="1518"/>
            <ac:picMk id="4" creationId="{A06F2E0F-F022-53E1-25C4-C346149A5397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9:32:25.386" v="1104"/>
        <pc:sldMkLst>
          <pc:docMk/>
          <pc:sldMk cId="3252105673" sldId="1519"/>
        </pc:sldMkLst>
        <pc:spChg chg="mod">
          <ac:chgData name="Wojciech Krakowiak" userId="86718142a3635522" providerId="LiveId" clId="{26BA3A9B-B69E-46E9-B3AD-45EBD15A9BA9}" dt="2025-08-06T19:31:03.197" v="1090" actId="20577"/>
          <ac:spMkLst>
            <pc:docMk/>
            <pc:sldMk cId="3252105673" sldId="1519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9:31:18.102" v="1101" actId="20577"/>
          <ac:spMkLst>
            <pc:docMk/>
            <pc:sldMk cId="3252105673" sldId="1519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9:32:23.293" v="1102"/>
          <ac:picMkLst>
            <pc:docMk/>
            <pc:sldMk cId="3252105673" sldId="1519"/>
            <ac:picMk id="5" creationId="{FF25C25D-AFB5-18AD-6E68-D6C43A9805F2}"/>
          </ac:picMkLst>
        </pc:picChg>
      </pc:sldChg>
      <pc:sldChg chg="addSp delSp modSp add mod ord delAnim modAnim">
        <pc:chgData name="Wojciech Krakowiak" userId="86718142a3635522" providerId="LiveId" clId="{26BA3A9B-B69E-46E9-B3AD-45EBD15A9BA9}" dt="2025-08-06T19:34:30.322" v="1147"/>
        <pc:sldMkLst>
          <pc:docMk/>
          <pc:sldMk cId="923050901" sldId="1520"/>
        </pc:sldMkLst>
        <pc:spChg chg="mod">
          <ac:chgData name="Wojciech Krakowiak" userId="86718142a3635522" providerId="LiveId" clId="{26BA3A9B-B69E-46E9-B3AD-45EBD15A9BA9}" dt="2025-08-06T19:33:57.252" v="1144" actId="20577"/>
          <ac:spMkLst>
            <pc:docMk/>
            <pc:sldMk cId="923050901" sldId="1520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9:33:24.979" v="1118" actId="20577"/>
          <ac:spMkLst>
            <pc:docMk/>
            <pc:sldMk cId="923050901" sldId="1520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9:34:28.595" v="1145"/>
          <ac:picMkLst>
            <pc:docMk/>
            <pc:sldMk cId="923050901" sldId="1520"/>
            <ac:picMk id="4" creationId="{4C7DB06D-10F6-AAF7-46AF-590FDA677B58}"/>
          </ac:picMkLst>
        </pc:picChg>
      </pc:sldChg>
      <pc:sldChg chg="addSp delSp modSp add mod delAnim modAnim">
        <pc:chgData name="Wojciech Krakowiak" userId="86718142a3635522" providerId="LiveId" clId="{26BA3A9B-B69E-46E9-B3AD-45EBD15A9BA9}" dt="2025-08-06T19:38:43.533" v="1176"/>
        <pc:sldMkLst>
          <pc:docMk/>
          <pc:sldMk cId="1314697153" sldId="1521"/>
        </pc:sldMkLst>
        <pc:spChg chg="mod">
          <ac:chgData name="Wojciech Krakowiak" userId="86718142a3635522" providerId="LiveId" clId="{26BA3A9B-B69E-46E9-B3AD-45EBD15A9BA9}" dt="2025-08-06T19:38:14.425" v="1172" actId="313"/>
          <ac:spMkLst>
            <pc:docMk/>
            <pc:sldMk cId="1314697153" sldId="1521"/>
            <ac:spMk id="2" creationId="{D0CF59C9-6B33-4CB8-855B-43D2F5A16BB8}"/>
          </ac:spMkLst>
        </pc:spChg>
        <pc:spChg chg="mod">
          <ac:chgData name="Wojciech Krakowiak" userId="86718142a3635522" providerId="LiveId" clId="{26BA3A9B-B69E-46E9-B3AD-45EBD15A9BA9}" dt="2025-08-06T19:38:04.227" v="1171" actId="20577"/>
          <ac:spMkLst>
            <pc:docMk/>
            <pc:sldMk cId="1314697153" sldId="1521"/>
            <ac:spMk id="3" creationId="{39415443-7D6F-4D36-AAC8-D8D539C108C7}"/>
          </ac:spMkLst>
        </pc:spChg>
        <pc:picChg chg="add mod">
          <ac:chgData name="Wojciech Krakowiak" userId="86718142a3635522" providerId="LiveId" clId="{26BA3A9B-B69E-46E9-B3AD-45EBD15A9BA9}" dt="2025-08-06T19:38:41.491" v="1174"/>
          <ac:picMkLst>
            <pc:docMk/>
            <pc:sldMk cId="1314697153" sldId="1521"/>
            <ac:picMk id="4" creationId="{C7D77CF3-CE9F-8A01-443D-783CBE80A0B5}"/>
          </ac:picMkLst>
        </pc:picChg>
      </pc:sldChg>
    </pc:docChg>
  </pc:docChgLst>
  <pc:docChgLst>
    <pc:chgData name="Wojtek Krakowiak" userId="f72a0bb3b8a70e05" providerId="LiveId" clId="{7022CDF2-25ED-4EB4-B645-5BB23A2D7B08}"/>
    <pc:docChg chg="custSel modSld">
      <pc:chgData name="Wojtek Krakowiak" userId="f72a0bb3b8a70e05" providerId="LiveId" clId="{7022CDF2-25ED-4EB4-B645-5BB23A2D7B08}" dt="2025-08-26T12:35:42.184" v="6"/>
      <pc:docMkLst>
        <pc:docMk/>
      </pc:docMkLst>
      <pc:sldChg chg="addSp delSp modSp mod delAnim modAnim">
        <pc:chgData name="Wojtek Krakowiak" userId="f72a0bb3b8a70e05" providerId="LiveId" clId="{7022CDF2-25ED-4EB4-B645-5BB23A2D7B08}" dt="2025-08-26T12:35:42.184" v="6"/>
        <pc:sldMkLst>
          <pc:docMk/>
          <pc:sldMk cId="1338240853" sldId="1498"/>
        </pc:sldMkLst>
        <pc:picChg chg="add del mod">
          <ac:chgData name="Wojtek Krakowiak" userId="f72a0bb3b8a70e05" providerId="LiveId" clId="{7022CDF2-25ED-4EB4-B645-5BB23A2D7B08}" dt="2025-08-26T12:35:09.737" v="3" actId="478"/>
          <ac:picMkLst>
            <pc:docMk/>
            <pc:sldMk cId="1338240853" sldId="1498"/>
            <ac:picMk id="3" creationId="{8578B55C-5809-E659-5EAA-BB27DE3E7749}"/>
          </ac:picMkLst>
        </pc:picChg>
        <pc:picChg chg="add mod">
          <ac:chgData name="Wojtek Krakowiak" userId="f72a0bb3b8a70e05" providerId="LiveId" clId="{7022CDF2-25ED-4EB4-B645-5BB23A2D7B08}" dt="2025-08-26T12:35:40.578" v="4"/>
          <ac:picMkLst>
            <pc:docMk/>
            <pc:sldMk cId="1338240853" sldId="1498"/>
            <ac:picMk id="5" creationId="{46245EB7-1AA2-20FD-BDAF-4AF421AF863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885241"/>
            <a:ext cx="11131290" cy="4151575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1</a:t>
            </a:r>
            <a:r>
              <a:rPr lang="en-US" sz="9600" b="1" dirty="0">
                <a:latin typeface="+mn-lt"/>
              </a:rPr>
              <a:t> LO</a:t>
            </a:r>
            <a:br>
              <a:rPr lang="pl-PL" sz="9600" b="1" dirty="0">
                <a:latin typeface="+mn-lt"/>
              </a:rPr>
            </a:br>
            <a:r>
              <a:rPr lang="es-ES" sz="9600" b="1" dirty="0">
                <a:latin typeface="+mn-lt"/>
              </a:rPr>
              <a:t>Animales</a:t>
            </a:r>
            <a:br>
              <a:rPr lang="pl-PL" sz="73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Ryba (żywa)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pez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87656B6-554E-4FD0-191E-24210FD904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6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E312E-91FF-AB20-801C-CE896FBD9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BF065E-EDD1-A9D7-2DD9-54BA197CE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Ryba (jedzenie)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E155733-D461-D0C4-6F97-42676E653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pescado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A874F5C-4F02-12A8-E043-66678FBA41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5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Koń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caballo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2236AA9-F7D2-3A3B-94F5-CCB5388ABA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1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Pies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perro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61434D9-63EE-7970-7E0D-398C46AB29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1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gato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CDDC413-2CDE-1266-2F25-2A7919EED0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7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Mysz (zwierzę i urządzenie)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7C9A79-AA96-6046-7FA3-D347C776DD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46505" y="5340259"/>
            <a:ext cx="64964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pl-PL" sz="7200" b="1" dirty="0">
                <a:solidFill>
                  <a:srgbClr val="FF0000"/>
                </a:solidFill>
              </a:rPr>
              <a:t>El ratón</a:t>
            </a:r>
            <a:r>
              <a:rPr kumimoji="0" lang="es-ES" altLang="pl-PL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ES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6245EB7-1AA2-20FD-BDAF-4AF421AF86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4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Żółw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tortuga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8E6EEFB-CFD7-09E6-C68A-5FBF4918B8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Papuga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loro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C075D2B-B03F-5B58-E913-AD18F5A0ED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8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Kogut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gallo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F45532D-89F0-FE2E-6BEB-DBF2633345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2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Kura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gallina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66FFD1C-5FD6-3E44-241D-292C5C4D51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9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Kurczak (pisklę i jedzenie)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El pollo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7CE68B5-D906-4892-2CEF-B35847F424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25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Kurczaczek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El pollito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C2070C2-7899-2E45-997B-9D43C783E0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4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Krowa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vaca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0EADE6B-6210-918F-BD1C-EEAEA3FBB1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0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toro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D03A702-8AD1-FBF9-5472-DDC911E680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Pupil (zwierzak domowy)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m</a:t>
            </a:r>
            <a:r>
              <a:rPr lang="pl-PL" sz="7200" b="1" dirty="0">
                <a:solidFill>
                  <a:srgbClr val="FF0000"/>
                </a:solidFill>
              </a:rPr>
              <a:t>s</a:t>
            </a:r>
            <a:r>
              <a:rPr lang="es-ES" sz="7200" b="1" dirty="0">
                <a:solidFill>
                  <a:srgbClr val="FF0000"/>
                </a:solidFill>
              </a:rPr>
              <a:t>acota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A712BDA-DBFD-3B1E-CB73-32FBB94F28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0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Słoń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elefante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ECCE2C7-F6F4-0E3C-00A0-D0625D19FA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Lew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león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D0E3B48-AB56-6C1E-7600-63BB5E6E36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9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Żyrafa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jirafa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E972ADE-964D-48A6-780B-6E5A59CE0F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9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zorro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C8808B4-9F20-FEDD-5C1D-581EA46681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9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Zebra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cebra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DE1CA30-F319-ABFC-5E5F-23009C0EA2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8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Tygrys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tigre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130E3D5-8228-828C-1ADA-84E1F8B321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9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Szczur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rata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D8D6C4B-B089-1E0A-0A32-D86DBD1939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2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Kanarek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canario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333B069-C637-7148-A00F-444C694E36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6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Baran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carnero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917E898-1C6D-C108-68DA-BEE9ED40DB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8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Baran (znak zodiaku)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aries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C7DB06D-10F6-AAF7-46AF-590FDA677B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5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Rak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cáncer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40511B4-5AA6-53D0-72CA-42B8B02DBD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54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Skorpion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escorpión 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06F2E0F-F022-53E1-25C4-C346149A53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47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Skorpion (znak zodiaku)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escorpio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F25C25D-AFB5-18AD-6E68-D6C43A9805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0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Koziorożec (znak zodiaku)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capricornio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7D77CF3-CE9F-8A01-443D-783CBE80A0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9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6277</TotalTime>
  <Words>128</Words>
  <Application>Microsoft Office PowerPoint</Application>
  <PresentationFormat>Panoramiczny</PresentationFormat>
  <Paragraphs>59</Paragraphs>
  <Slides>30</Slides>
  <Notes>0</Notes>
  <HiddenSlides>0</HiddenSlides>
  <MMClips>29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Motyw pakietu Office</vt:lpstr>
      <vt:lpstr>Klasa 1 LO Animales  </vt:lpstr>
      <vt:lpstr>Ryba (żywa)</vt:lpstr>
      <vt:lpstr>Ryba (jedzenie)</vt:lpstr>
      <vt:lpstr>Koń</vt:lpstr>
      <vt:lpstr>Pies</vt:lpstr>
      <vt:lpstr>Kot</vt:lpstr>
      <vt:lpstr>Mysz (zwierzę i urządzenie)</vt:lpstr>
      <vt:lpstr>Żółw</vt:lpstr>
      <vt:lpstr>Papuga</vt:lpstr>
      <vt:lpstr>Kogut</vt:lpstr>
      <vt:lpstr>Kura</vt:lpstr>
      <vt:lpstr>Kurczak (pisklę i jedzenie)</vt:lpstr>
      <vt:lpstr>Kurczaczek</vt:lpstr>
      <vt:lpstr>Krowa</vt:lpstr>
      <vt:lpstr>Byk</vt:lpstr>
      <vt:lpstr>Pupil (zwierzak domowy)</vt:lpstr>
      <vt:lpstr>Słoń </vt:lpstr>
      <vt:lpstr>Lew</vt:lpstr>
      <vt:lpstr>Żyrafa</vt:lpstr>
      <vt:lpstr>Lis</vt:lpstr>
      <vt:lpstr>Zebra</vt:lpstr>
      <vt:lpstr>Tygrys</vt:lpstr>
      <vt:lpstr>Szczur</vt:lpstr>
      <vt:lpstr>Kanarek</vt:lpstr>
      <vt:lpstr>Baran</vt:lpstr>
      <vt:lpstr>Baran (znak zodiaku)</vt:lpstr>
      <vt:lpstr>Rak</vt:lpstr>
      <vt:lpstr>Skorpion</vt:lpstr>
      <vt:lpstr>Skorpion (znak zodiaku)</vt:lpstr>
      <vt:lpstr>Koziorożec (znak zodiaku)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1191</cp:revision>
  <dcterms:created xsi:type="dcterms:W3CDTF">2018-09-30T05:35:06Z</dcterms:created>
  <dcterms:modified xsi:type="dcterms:W3CDTF">2025-08-26T12:35:49Z</dcterms:modified>
</cp:coreProperties>
</file>