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5" r:id="rId5"/>
    <p:sldId id="1496" r:id="rId6"/>
    <p:sldId id="1497" r:id="rId7"/>
    <p:sldId id="1498" r:id="rId8"/>
    <p:sldId id="1499" r:id="rId9"/>
    <p:sldId id="1500" r:id="rId10"/>
    <p:sldId id="1501" r:id="rId11"/>
    <p:sldId id="1502" r:id="rId12"/>
    <p:sldId id="1503" r:id="rId13"/>
    <p:sldId id="1504" r:id="rId14"/>
    <p:sldId id="1505" r:id="rId15"/>
    <p:sldId id="1506" r:id="rId16"/>
    <p:sldId id="1507" r:id="rId17"/>
    <p:sldId id="1508" r:id="rId18"/>
    <p:sldId id="1509" r:id="rId19"/>
    <p:sldId id="1510" r:id="rId20"/>
    <p:sldId id="1511" r:id="rId21"/>
    <p:sldId id="1512" r:id="rId22"/>
    <p:sldId id="1513" r:id="rId23"/>
    <p:sldId id="1514" r:id="rId24"/>
    <p:sldId id="1515" r:id="rId25"/>
    <p:sldId id="1516" r:id="rId26"/>
    <p:sldId id="1517" r:id="rId27"/>
    <p:sldId id="1518" r:id="rId28"/>
    <p:sldId id="1519" r:id="rId29"/>
    <p:sldId id="1520" r:id="rId30"/>
    <p:sldId id="1521" r:id="rId31"/>
    <p:sldId id="1522" r:id="rId32"/>
    <p:sldId id="1523" r:id="rId33"/>
    <p:sldId id="1524" r:id="rId34"/>
    <p:sldId id="1525" r:id="rId35"/>
    <p:sldId id="1526" r:id="rId36"/>
    <p:sldId id="1527" r:id="rId37"/>
    <p:sldId id="1528" r:id="rId38"/>
    <p:sldId id="1529" r:id="rId39"/>
    <p:sldId id="1530" r:id="rId40"/>
    <p:sldId id="1531" r:id="rId41"/>
    <p:sldId id="1532" r:id="rId42"/>
    <p:sldId id="1533" r:id="rId43"/>
    <p:sldId id="1534" r:id="rId44"/>
    <p:sldId id="1535" r:id="rId45"/>
    <p:sldId id="1536" r:id="rId46"/>
    <p:sldId id="1537" r:id="rId47"/>
    <p:sldId id="1538" r:id="rId48"/>
    <p:sldId id="1539" r:id="rId49"/>
    <p:sldId id="1540" r:id="rId5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A3A9B-B69E-46E9-B3AD-45EBD15A9BA9}" v="598" dt="2025-08-06T19:38:43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92" d="100"/>
          <a:sy n="92" d="100"/>
        </p:scale>
        <p:origin x="216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delSld modSld sldOrd">
      <pc:chgData name="Wojciech Krakowiak" userId="86718142a3635522" providerId="LiveId" clId="{26BA3A9B-B69E-46E9-B3AD-45EBD15A9BA9}" dt="2025-08-06T19:38:43.533" v="1176"/>
      <pc:docMkLst>
        <pc:docMk/>
      </pc:docMkLst>
      <pc:sldChg chg="modSp mod">
        <pc:chgData name="Wojciech Krakowiak" userId="86718142a3635522" providerId="LiveId" clId="{26BA3A9B-B69E-46E9-B3AD-45EBD15A9BA9}" dt="2025-08-06T15:45:08.526" v="260" actId="20577"/>
        <pc:sldMkLst>
          <pc:docMk/>
          <pc:sldMk cId="1582655019" sldId="1193"/>
        </pc:sldMkLst>
        <pc:spChg chg="mod">
          <ac:chgData name="Wojciech Krakowiak" userId="86718142a3635522" providerId="LiveId" clId="{26BA3A9B-B69E-46E9-B3AD-45EBD15A9BA9}" dt="2025-08-06T15:45:08.526" v="260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mod delAnim modAnim">
        <pc:chgData name="Wojciech Krakowiak" userId="86718142a3635522" providerId="LiveId" clId="{26BA3A9B-B69E-46E9-B3AD-45EBD15A9BA9}" dt="2025-08-06T16:04:56.024" v="412"/>
        <pc:sldMkLst>
          <pc:docMk/>
          <pc:sldMk cId="3351162817" sldId="1493"/>
        </pc:sldMkLst>
        <pc:spChg chg="mod">
          <ac:chgData name="Wojciech Krakowiak" userId="86718142a3635522" providerId="LiveId" clId="{26BA3A9B-B69E-46E9-B3AD-45EBD15A9BA9}" dt="2025-08-06T15:59:21.291" v="331" actId="20577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15.854" v="399" actId="20577"/>
          <ac:spMkLst>
            <pc:docMk/>
            <pc:sldMk cId="3351162817" sldId="1493"/>
            <ac:spMk id="3" creationId="{39415443-7D6F-4D36-AAC8-D8D539C108C7}"/>
          </ac:spMkLst>
        </pc:spChg>
        <pc:picChg chg="add del mod">
          <ac:chgData name="Wojciech Krakowiak" userId="86718142a3635522" providerId="LiveId" clId="{26BA3A9B-B69E-46E9-B3AD-45EBD15A9BA9}" dt="2025-08-06T15:59:29.842" v="335" actId="478"/>
          <ac:picMkLst>
            <pc:docMk/>
            <pc:sldMk cId="3351162817" sldId="1493"/>
            <ac:picMk id="4" creationId="{6A8AE37B-0D0C-449C-C242-898158E5678B}"/>
          </ac:picMkLst>
        </pc:picChg>
        <pc:picChg chg="del">
          <ac:chgData name="Wojciech Krakowiak" userId="86718142a3635522" providerId="LiveId" clId="{26BA3A9B-B69E-46E9-B3AD-45EBD15A9BA9}" dt="2025-08-06T15:30:11.133" v="234" actId="478"/>
          <ac:picMkLst>
            <pc:docMk/>
            <pc:sldMk cId="3351162817" sldId="1493"/>
            <ac:picMk id="5" creationId="{F7F9DA8B-EB29-0AC1-8004-24DBF309E57C}"/>
          </ac:picMkLst>
        </pc:picChg>
        <pc:picChg chg="add mod">
          <ac:chgData name="Wojciech Krakowiak" userId="86718142a3635522" providerId="LiveId" clId="{26BA3A9B-B69E-46E9-B3AD-45EBD15A9BA9}" dt="2025-08-06T16:04:53.198" v="410"/>
          <ac:picMkLst>
            <pc:docMk/>
            <pc:sldMk cId="3351162817" sldId="1493"/>
            <ac:picMk id="6" creationId="{587656B6-554E-4FD0-191E-24210FD9041A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6:06:39.877" v="418"/>
        <pc:sldMkLst>
          <pc:docMk/>
          <pc:sldMk cId="1434113547" sldId="1494"/>
        </pc:sldMkLst>
        <pc:spChg chg="mod">
          <ac:chgData name="Wojciech Krakowiak" userId="86718142a3635522" providerId="LiveId" clId="{26BA3A9B-B69E-46E9-B3AD-45EBD15A9BA9}" dt="2025-08-06T15:52:06.018" v="279" actId="20577"/>
          <ac:spMkLst>
            <pc:docMk/>
            <pc:sldMk cId="1434113547" sldId="1494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06.289" v="391" actId="20577"/>
          <ac:spMkLst>
            <pc:docMk/>
            <pc:sldMk cId="1434113547" sldId="1494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5:51:25.515" v="275" actId="478"/>
          <ac:picMkLst>
            <pc:docMk/>
            <pc:sldMk cId="1434113547" sldId="1494"/>
            <ac:picMk id="4" creationId="{6A8AE37B-0D0C-449C-C242-898158E5678B}"/>
          </ac:picMkLst>
        </pc:picChg>
        <pc:picChg chg="add del mod">
          <ac:chgData name="Wojciech Krakowiak" userId="86718142a3635522" providerId="LiveId" clId="{26BA3A9B-B69E-46E9-B3AD-45EBD15A9BA9}" dt="2025-08-06T15:59:33.461" v="336" actId="478"/>
          <ac:picMkLst>
            <pc:docMk/>
            <pc:sldMk cId="1434113547" sldId="1494"/>
            <ac:picMk id="5" creationId="{5484FDA0-515A-CA96-30E3-73C19E19F6D7}"/>
          </ac:picMkLst>
        </pc:picChg>
        <pc:picChg chg="add mod">
          <ac:chgData name="Wojciech Krakowiak" userId="86718142a3635522" providerId="LiveId" clId="{26BA3A9B-B69E-46E9-B3AD-45EBD15A9BA9}" dt="2025-08-06T16:06:37.014" v="416"/>
          <ac:picMkLst>
            <pc:docMk/>
            <pc:sldMk cId="1434113547" sldId="1494"/>
            <ac:picMk id="6" creationId="{72236AA9-F7D2-3A3B-94F5-CCB5388ABA70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826707428" sldId="1494"/>
        </pc:sldMkLst>
      </pc:sldChg>
      <pc:sldChg chg="addSp delSp modSp add mod delAnim modAnim">
        <pc:chgData name="Wojciech Krakowiak" userId="86718142a3635522" providerId="LiveId" clId="{26BA3A9B-B69E-46E9-B3AD-45EBD15A9BA9}" dt="2025-08-06T16:07:24.616" v="421"/>
        <pc:sldMkLst>
          <pc:docMk/>
          <pc:sldMk cId="3293812057" sldId="1495"/>
        </pc:sldMkLst>
        <pc:spChg chg="mod">
          <ac:chgData name="Wojciech Krakowiak" userId="86718142a3635522" providerId="LiveId" clId="{26BA3A9B-B69E-46E9-B3AD-45EBD15A9BA9}" dt="2025-08-06T15:54:24.429" v="302" actId="20577"/>
          <ac:spMkLst>
            <pc:docMk/>
            <pc:sldMk cId="3293812057" sldId="1495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37.903" v="404" actId="20577"/>
          <ac:spMkLst>
            <pc:docMk/>
            <pc:sldMk cId="3293812057" sldId="1495"/>
            <ac:spMk id="3" creationId="{39415443-7D6F-4D36-AAC8-D8D539C108C7}"/>
          </ac:spMkLst>
        </pc:spChg>
        <pc:picChg chg="add del mod">
          <ac:chgData name="Wojciech Krakowiak" userId="86718142a3635522" providerId="LiveId" clId="{26BA3A9B-B69E-46E9-B3AD-45EBD15A9BA9}" dt="2025-08-06T15:59:38.107" v="337" actId="478"/>
          <ac:picMkLst>
            <pc:docMk/>
            <pc:sldMk cId="3293812057" sldId="1495"/>
            <ac:picMk id="4" creationId="{39252058-14B3-464E-D69D-471EBE35EA95}"/>
          </ac:picMkLst>
        </pc:picChg>
        <pc:picChg chg="del">
          <ac:chgData name="Wojciech Krakowiak" userId="86718142a3635522" providerId="LiveId" clId="{26BA3A9B-B69E-46E9-B3AD-45EBD15A9BA9}" dt="2025-08-06T15:53:47.646" v="295" actId="478"/>
          <ac:picMkLst>
            <pc:docMk/>
            <pc:sldMk cId="3293812057" sldId="1495"/>
            <ac:picMk id="5" creationId="{5484FDA0-515A-CA96-30E3-73C19E19F6D7}"/>
          </ac:picMkLst>
        </pc:picChg>
        <pc:picChg chg="add mod">
          <ac:chgData name="Wojciech Krakowiak" userId="86718142a3635522" providerId="LiveId" clId="{26BA3A9B-B69E-46E9-B3AD-45EBD15A9BA9}" dt="2025-08-06T16:07:21.401" v="419"/>
          <ac:picMkLst>
            <pc:docMk/>
            <pc:sldMk cId="3293812057" sldId="1495"/>
            <ac:picMk id="6" creationId="{061434D9-63EE-7970-7E0D-398C46AB29EE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994839688" sldId="1495"/>
        </pc:sldMkLst>
      </pc:sldChg>
      <pc:sldChg chg="addSp delSp modSp add mod delAnim modAnim">
        <pc:chgData name="Wojciech Krakowiak" userId="86718142a3635522" providerId="LiveId" clId="{26BA3A9B-B69E-46E9-B3AD-45EBD15A9BA9}" dt="2025-08-06T16:08:13.654" v="424"/>
        <pc:sldMkLst>
          <pc:docMk/>
          <pc:sldMk cId="717777781" sldId="1496"/>
        </pc:sldMkLst>
        <pc:spChg chg="mod">
          <ac:chgData name="Wojciech Krakowiak" userId="86718142a3635522" providerId="LiveId" clId="{26BA3A9B-B69E-46E9-B3AD-45EBD15A9BA9}" dt="2025-08-06T16:00:41.424" v="380" actId="20577"/>
          <ac:spMkLst>
            <pc:docMk/>
            <pc:sldMk cId="717777781" sldId="1496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56.791" v="409" actId="20577"/>
          <ac:spMkLst>
            <pc:docMk/>
            <pc:sldMk cId="717777781" sldId="1496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5:56:12.841" v="313" actId="478"/>
          <ac:picMkLst>
            <pc:docMk/>
            <pc:sldMk cId="717777781" sldId="1496"/>
            <ac:picMk id="4" creationId="{39252058-14B3-464E-D69D-471EBE35EA95}"/>
          </ac:picMkLst>
        </pc:picChg>
        <pc:picChg chg="add mod">
          <ac:chgData name="Wojciech Krakowiak" userId="86718142a3635522" providerId="LiveId" clId="{26BA3A9B-B69E-46E9-B3AD-45EBD15A9BA9}" dt="2025-08-06T16:08:10.776" v="422"/>
          <ac:picMkLst>
            <pc:docMk/>
            <pc:sldMk cId="717777781" sldId="1496"/>
            <ac:picMk id="5" creationId="{3CDDC413-2CDE-1266-2F25-2A7919EED04B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768027299" sldId="1496"/>
        </pc:sldMkLst>
      </pc:sldChg>
      <pc:sldChg chg="addSp modSp del mod modAnim">
        <pc:chgData name="Wojciech Krakowiak" userId="86718142a3635522" providerId="LiveId" clId="{26BA3A9B-B69E-46E9-B3AD-45EBD15A9BA9}" dt="2025-08-06T15:30:01.754" v="232" actId="47"/>
        <pc:sldMkLst>
          <pc:docMk/>
          <pc:sldMk cId="43237198" sldId="1497"/>
        </pc:sldMkLst>
      </pc:sldChg>
      <pc:sldChg chg="addSp modSp add mod modAnim">
        <pc:chgData name="Wojciech Krakowiak" userId="86718142a3635522" providerId="LiveId" clId="{26BA3A9B-B69E-46E9-B3AD-45EBD15A9BA9}" dt="2025-08-06T16:05:52.137" v="415"/>
        <pc:sldMkLst>
          <pc:docMk/>
          <pc:sldMk cId="537751992" sldId="1497"/>
        </pc:sldMkLst>
        <pc:spChg chg="mod">
          <ac:chgData name="Wojciech Krakowiak" userId="86718142a3635522" providerId="LiveId" clId="{26BA3A9B-B69E-46E9-B3AD-45EBD15A9BA9}" dt="2025-08-06T15:59:54.787" v="350" actId="20577"/>
          <ac:spMkLst>
            <pc:docMk/>
            <pc:sldMk cId="537751992" sldId="1497"/>
            <ac:spMk id="2" creationId="{F7BF065E-EDD1-A9D7-2DD9-54BA197CEC76}"/>
          </ac:spMkLst>
        </pc:spChg>
        <pc:spChg chg="mod">
          <ac:chgData name="Wojciech Krakowiak" userId="86718142a3635522" providerId="LiveId" clId="{26BA3A9B-B69E-46E9-B3AD-45EBD15A9BA9}" dt="2025-08-06T16:00:27.881" v="377" actId="20577"/>
          <ac:spMkLst>
            <pc:docMk/>
            <pc:sldMk cId="537751992" sldId="1497"/>
            <ac:spMk id="3" creationId="{1E155733-D461-D0C4-6F97-42676E6531B9}"/>
          </ac:spMkLst>
        </pc:spChg>
        <pc:picChg chg="add mod">
          <ac:chgData name="Wojciech Krakowiak" userId="86718142a3635522" providerId="LiveId" clId="{26BA3A9B-B69E-46E9-B3AD-45EBD15A9BA9}" dt="2025-08-06T16:05:49.620" v="413"/>
          <ac:picMkLst>
            <pc:docMk/>
            <pc:sldMk cId="537751992" sldId="1497"/>
            <ac:picMk id="4" creationId="{3A874F5C-4F02-12A8-E043-66678FBA41A5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6:16:34.742" v="465" actId="20577"/>
        <pc:sldMkLst>
          <pc:docMk/>
          <pc:sldMk cId="1338240853" sldId="1498"/>
        </pc:sldMkLst>
        <pc:spChg chg="mod">
          <ac:chgData name="Wojciech Krakowiak" userId="86718142a3635522" providerId="LiveId" clId="{26BA3A9B-B69E-46E9-B3AD-45EBD15A9BA9}" dt="2025-08-06T16:16:34.742" v="465" actId="20577"/>
          <ac:spMkLst>
            <pc:docMk/>
            <pc:sldMk cId="1338240853" sldId="1498"/>
            <ac:spMk id="2" creationId="{D0CF59C9-6B33-4CB8-855B-43D2F5A16BB8}"/>
          </ac:spMkLst>
        </pc:spChg>
        <pc:spChg chg="del mod">
          <ac:chgData name="Wojciech Krakowiak" userId="86718142a3635522" providerId="LiveId" clId="{26BA3A9B-B69E-46E9-B3AD-45EBD15A9BA9}" dt="2025-08-06T16:14:28.925" v="429"/>
          <ac:spMkLst>
            <pc:docMk/>
            <pc:sldMk cId="1338240853" sldId="1498"/>
            <ac:spMk id="3" creationId="{39415443-7D6F-4D36-AAC8-D8D539C108C7}"/>
          </ac:spMkLst>
        </pc:spChg>
        <pc:spChg chg="add mod">
          <ac:chgData name="Wojciech Krakowiak" userId="86718142a3635522" providerId="LiveId" clId="{26BA3A9B-B69E-46E9-B3AD-45EBD15A9BA9}" dt="2025-08-06T16:16:09.660" v="438" actId="20577"/>
          <ac:spMkLst>
            <pc:docMk/>
            <pc:sldMk cId="1338240853" sldId="1498"/>
            <ac:spMk id="4" creationId="{557C9A79-AA96-6046-7FA3-D347C776DDA6}"/>
          </ac:spMkLst>
        </pc:spChg>
        <pc:picChg chg="del">
          <ac:chgData name="Wojciech Krakowiak" userId="86718142a3635522" providerId="LiveId" clId="{26BA3A9B-B69E-46E9-B3AD-45EBD15A9BA9}" dt="2025-08-06T16:08:44.955" v="428" actId="478"/>
          <ac:picMkLst>
            <pc:docMk/>
            <pc:sldMk cId="1338240853" sldId="1498"/>
            <ac:picMk id="5" creationId="{3CDDC413-2CDE-1266-2F25-2A7919EED04B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006842627" sldId="1498"/>
        </pc:sldMkLst>
      </pc:sldChg>
      <pc:sldChg chg="addSp delSp modSp add mod ord delAnim modAnim">
        <pc:chgData name="Wojciech Krakowiak" userId="86718142a3635522" providerId="LiveId" clId="{26BA3A9B-B69E-46E9-B3AD-45EBD15A9BA9}" dt="2025-08-06T16:20:21.873" v="503"/>
        <pc:sldMkLst>
          <pc:docMk/>
          <pc:sldMk cId="295204043" sldId="1499"/>
        </pc:sldMkLst>
        <pc:spChg chg="mod">
          <ac:chgData name="Wojciech Krakowiak" userId="86718142a3635522" providerId="LiveId" clId="{26BA3A9B-B69E-46E9-B3AD-45EBD15A9BA9}" dt="2025-08-06T16:19:18.706" v="490" actId="2711"/>
          <ac:spMkLst>
            <pc:docMk/>
            <pc:sldMk cId="295204043" sldId="1499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19:31.589" v="500" actId="20577"/>
          <ac:spMkLst>
            <pc:docMk/>
            <pc:sldMk cId="295204043" sldId="1499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20:19.435" v="501"/>
          <ac:picMkLst>
            <pc:docMk/>
            <pc:sldMk cId="295204043" sldId="1499"/>
            <ac:picMk id="4" creationId="{B8E6EEFB-CFD7-09E6-C68A-5FBF4918B841}"/>
          </ac:picMkLst>
        </pc:picChg>
        <pc:picChg chg="del">
          <ac:chgData name="Wojciech Krakowiak" userId="86718142a3635522" providerId="LiveId" clId="{26BA3A9B-B69E-46E9-B3AD-45EBD15A9BA9}" dt="2025-08-06T16:18:26.129" v="470" actId="478"/>
          <ac:picMkLst>
            <pc:docMk/>
            <pc:sldMk cId="295204043" sldId="1499"/>
            <ac:picMk id="5" creationId="{3CDDC413-2CDE-1266-2F25-2A7919EED04B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8-06T16:22:37.676" v="528" actId="20577"/>
        <pc:sldMkLst>
          <pc:docMk/>
          <pc:sldMk cId="343986235" sldId="1500"/>
        </pc:sldMkLst>
        <pc:spChg chg="mod">
          <ac:chgData name="Wojciech Krakowiak" userId="86718142a3635522" providerId="LiveId" clId="{26BA3A9B-B69E-46E9-B3AD-45EBD15A9BA9}" dt="2025-08-06T16:22:37.676" v="528" actId="20577"/>
          <ac:spMkLst>
            <pc:docMk/>
            <pc:sldMk cId="343986235" sldId="1500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21:57.375" v="514" actId="20577"/>
          <ac:spMkLst>
            <pc:docMk/>
            <pc:sldMk cId="343986235" sldId="1500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6:20:35.119" v="506" actId="478"/>
          <ac:picMkLst>
            <pc:docMk/>
            <pc:sldMk cId="343986235" sldId="1500"/>
            <ac:picMk id="4" creationId="{B8E6EEFB-CFD7-09E6-C68A-5FBF4918B841}"/>
          </ac:picMkLst>
        </pc:picChg>
        <pc:picChg chg="add mod">
          <ac:chgData name="Wojciech Krakowiak" userId="86718142a3635522" providerId="LiveId" clId="{26BA3A9B-B69E-46E9-B3AD-45EBD15A9BA9}" dt="2025-08-06T16:22:04.082" v="515"/>
          <ac:picMkLst>
            <pc:docMk/>
            <pc:sldMk cId="343986235" sldId="1500"/>
            <ac:picMk id="5" creationId="{BC075D2B-B03F-5B58-E913-AD18F5A0EDD5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8-06T16:27:51.063" v="547"/>
        <pc:sldMkLst>
          <pc:docMk/>
          <pc:sldMk cId="2048728724" sldId="1501"/>
        </pc:sldMkLst>
        <pc:spChg chg="mod">
          <ac:chgData name="Wojciech Krakowiak" userId="86718142a3635522" providerId="LiveId" clId="{26BA3A9B-B69E-46E9-B3AD-45EBD15A9BA9}" dt="2025-08-06T16:26:42.180" v="536" actId="20577"/>
          <ac:spMkLst>
            <pc:docMk/>
            <pc:sldMk cId="2048728724" sldId="1501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27:14.017" v="544" actId="20577"/>
          <ac:spMkLst>
            <pc:docMk/>
            <pc:sldMk cId="2048728724" sldId="1501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27:48.581" v="545"/>
          <ac:picMkLst>
            <pc:docMk/>
            <pc:sldMk cId="2048728724" sldId="1501"/>
            <ac:picMk id="4" creationId="{EF45532D-89F0-FE2E-6BEB-DBF26333458E}"/>
          </ac:picMkLst>
        </pc:picChg>
        <pc:picChg chg="del">
          <ac:chgData name="Wojciech Krakowiak" userId="86718142a3635522" providerId="LiveId" clId="{26BA3A9B-B69E-46E9-B3AD-45EBD15A9BA9}" dt="2025-08-06T16:22:57.620" v="530" actId="478"/>
          <ac:picMkLst>
            <pc:docMk/>
            <pc:sldMk cId="2048728724" sldId="1501"/>
            <ac:picMk id="5" creationId="{BC075D2B-B03F-5B58-E913-AD18F5A0EDD5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125144861" sldId="1501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8-06T16:29:18.531" v="568" actId="20577"/>
        <pc:sldMkLst>
          <pc:docMk/>
          <pc:sldMk cId="439995690" sldId="1502"/>
        </pc:sldMkLst>
        <pc:spChg chg="mod">
          <ac:chgData name="Wojciech Krakowiak" userId="86718142a3635522" providerId="LiveId" clId="{26BA3A9B-B69E-46E9-B3AD-45EBD15A9BA9}" dt="2025-08-06T16:29:18.531" v="568" actId="20577"/>
          <ac:spMkLst>
            <pc:docMk/>
            <pc:sldMk cId="439995690" sldId="1502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28:15.952" v="561" actId="20577"/>
          <ac:spMkLst>
            <pc:docMk/>
            <pc:sldMk cId="439995690" sldId="1502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6:28:03.646" v="550" actId="478"/>
          <ac:picMkLst>
            <pc:docMk/>
            <pc:sldMk cId="439995690" sldId="1502"/>
            <ac:picMk id="4" creationId="{EF45532D-89F0-FE2E-6BEB-DBF26333458E}"/>
          </ac:picMkLst>
        </pc:picChg>
        <pc:picChg chg="add mod">
          <ac:chgData name="Wojciech Krakowiak" userId="86718142a3635522" providerId="LiveId" clId="{26BA3A9B-B69E-46E9-B3AD-45EBD15A9BA9}" dt="2025-08-06T16:29:03.033" v="562"/>
          <ac:picMkLst>
            <pc:docMk/>
            <pc:sldMk cId="439995690" sldId="1502"/>
            <ac:picMk id="5" creationId="{066FFD1C-5FD6-3E44-241D-292C5C4D51F3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6:31:22.921" v="611"/>
        <pc:sldMkLst>
          <pc:docMk/>
          <pc:sldMk cId="2566925495" sldId="1503"/>
        </pc:sldMkLst>
        <pc:spChg chg="mod">
          <ac:chgData name="Wojciech Krakowiak" userId="86718142a3635522" providerId="LiveId" clId="{26BA3A9B-B69E-46E9-B3AD-45EBD15A9BA9}" dt="2025-08-06T16:30:29.841" v="600" actId="20577"/>
          <ac:spMkLst>
            <pc:docMk/>
            <pc:sldMk cId="2566925495" sldId="1503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0:39.962" v="608" actId="20577"/>
          <ac:spMkLst>
            <pc:docMk/>
            <pc:sldMk cId="2566925495" sldId="1503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31:20.410" v="609"/>
          <ac:picMkLst>
            <pc:docMk/>
            <pc:sldMk cId="2566925495" sldId="1503"/>
            <ac:picMk id="4" creationId="{B7CE68B5-D906-4892-2CEF-B35847F4247F}"/>
          </ac:picMkLst>
        </pc:picChg>
        <pc:picChg chg="del">
          <ac:chgData name="Wojciech Krakowiak" userId="86718142a3635522" providerId="LiveId" clId="{26BA3A9B-B69E-46E9-B3AD-45EBD15A9BA9}" dt="2025-08-06T16:29:41.453" v="571" actId="478"/>
          <ac:picMkLst>
            <pc:docMk/>
            <pc:sldMk cId="2566925495" sldId="1503"/>
            <ac:picMk id="5" creationId="{066FFD1C-5FD6-3E44-241D-292C5C4D51F3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252460294" sldId="1503"/>
        </pc:sldMkLst>
      </pc:sldChg>
      <pc:sldChg chg="addSp delSp modSp add mod delAnim modAnim">
        <pc:chgData name="Wojciech Krakowiak" userId="86718142a3635522" providerId="LiveId" clId="{26BA3A9B-B69E-46E9-B3AD-45EBD15A9BA9}" dt="2025-08-06T16:33:23.032" v="655"/>
        <pc:sldMkLst>
          <pc:docMk/>
          <pc:sldMk cId="1515942496" sldId="1504"/>
        </pc:sldMkLst>
        <pc:spChg chg="mod">
          <ac:chgData name="Wojciech Krakowiak" userId="86718142a3635522" providerId="LiveId" clId="{26BA3A9B-B69E-46E9-B3AD-45EBD15A9BA9}" dt="2025-08-06T16:32:21.463" v="645" actId="20577"/>
          <ac:spMkLst>
            <pc:docMk/>
            <pc:sldMk cId="1515942496" sldId="1504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2:47.702" v="652" actId="20577"/>
          <ac:spMkLst>
            <pc:docMk/>
            <pc:sldMk cId="1515942496" sldId="1504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6:32:25.106" v="646" actId="478"/>
          <ac:picMkLst>
            <pc:docMk/>
            <pc:sldMk cId="1515942496" sldId="1504"/>
            <ac:picMk id="4" creationId="{B7CE68B5-D906-4892-2CEF-B35847F4247F}"/>
          </ac:picMkLst>
        </pc:picChg>
        <pc:picChg chg="add mod">
          <ac:chgData name="Wojciech Krakowiak" userId="86718142a3635522" providerId="LiveId" clId="{26BA3A9B-B69E-46E9-B3AD-45EBD15A9BA9}" dt="2025-08-06T16:33:20.387" v="653"/>
          <ac:picMkLst>
            <pc:docMk/>
            <pc:sldMk cId="1515942496" sldId="1504"/>
            <ac:picMk id="5" creationId="{6C2070C2-7899-2E45-997B-9D43C783E065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81858433" sldId="1504"/>
        </pc:sldMkLst>
      </pc:sldChg>
      <pc:sldChg chg="addSp delSp modSp add mod delAnim modAnim">
        <pc:chgData name="Wojciech Krakowiak" userId="86718142a3635522" providerId="LiveId" clId="{26BA3A9B-B69E-46E9-B3AD-45EBD15A9BA9}" dt="2025-08-06T16:35:19.031" v="678"/>
        <pc:sldMkLst>
          <pc:docMk/>
          <pc:sldMk cId="591800698" sldId="1505"/>
        </pc:sldMkLst>
        <pc:spChg chg="mod">
          <ac:chgData name="Wojciech Krakowiak" userId="86718142a3635522" providerId="LiveId" clId="{26BA3A9B-B69E-46E9-B3AD-45EBD15A9BA9}" dt="2025-08-06T16:34:39.337" v="675" actId="20577"/>
          <ac:spMkLst>
            <pc:docMk/>
            <pc:sldMk cId="591800698" sldId="1505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4:28.401" v="666" actId="20577"/>
          <ac:spMkLst>
            <pc:docMk/>
            <pc:sldMk cId="591800698" sldId="1505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35:16.054" v="676"/>
          <ac:picMkLst>
            <pc:docMk/>
            <pc:sldMk cId="591800698" sldId="1505"/>
            <ac:picMk id="4" creationId="{70EADE6B-6210-918F-BD1C-EEAEA3FBB134}"/>
          </ac:picMkLst>
        </pc:picChg>
        <pc:picChg chg="del">
          <ac:chgData name="Wojciech Krakowiak" userId="86718142a3635522" providerId="LiveId" clId="{26BA3A9B-B69E-46E9-B3AD-45EBD15A9BA9}" dt="2025-08-06T16:34:17.090" v="658" actId="478"/>
          <ac:picMkLst>
            <pc:docMk/>
            <pc:sldMk cId="591800698" sldId="1505"/>
            <ac:picMk id="5" creationId="{6C2070C2-7899-2E45-997B-9D43C783E065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328320797" sldId="1505"/>
        </pc:sldMkLst>
      </pc:sldChg>
      <pc:sldChg chg="addSp delSp modSp add mod delAnim modAnim">
        <pc:chgData name="Wojciech Krakowiak" userId="86718142a3635522" providerId="LiveId" clId="{26BA3A9B-B69E-46E9-B3AD-45EBD15A9BA9}" dt="2025-08-06T16:37:37.938" v="695"/>
        <pc:sldMkLst>
          <pc:docMk/>
          <pc:sldMk cId="46624601" sldId="1506"/>
        </pc:sldMkLst>
        <pc:spChg chg="mod">
          <ac:chgData name="Wojciech Krakowiak" userId="86718142a3635522" providerId="LiveId" clId="{26BA3A9B-B69E-46E9-B3AD-45EBD15A9BA9}" dt="2025-08-06T16:36:42.499" v="683" actId="20577"/>
          <ac:spMkLst>
            <pc:docMk/>
            <pc:sldMk cId="46624601" sldId="1506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6:57.597" v="692" actId="20577"/>
          <ac:spMkLst>
            <pc:docMk/>
            <pc:sldMk cId="46624601" sldId="1506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6:36:44.952" v="684" actId="478"/>
          <ac:picMkLst>
            <pc:docMk/>
            <pc:sldMk cId="46624601" sldId="1506"/>
            <ac:picMk id="4" creationId="{70EADE6B-6210-918F-BD1C-EEAEA3FBB134}"/>
          </ac:picMkLst>
        </pc:picChg>
        <pc:picChg chg="add mod">
          <ac:chgData name="Wojciech Krakowiak" userId="86718142a3635522" providerId="LiveId" clId="{26BA3A9B-B69E-46E9-B3AD-45EBD15A9BA9}" dt="2025-08-06T16:37:35.327" v="693"/>
          <ac:picMkLst>
            <pc:docMk/>
            <pc:sldMk cId="46624601" sldId="1506"/>
            <ac:picMk id="5" creationId="{4D03A702-8AD1-FBF9-5472-DDC911E6808A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97061910" sldId="1506"/>
        </pc:sldMkLst>
      </pc:sldChg>
      <pc:sldChg chg="addSp delSp modSp add mod ord delAnim modAnim">
        <pc:chgData name="Wojciech Krakowiak" userId="86718142a3635522" providerId="LiveId" clId="{26BA3A9B-B69E-46E9-B3AD-45EBD15A9BA9}" dt="2025-08-06T17:14:42.645" v="745"/>
        <pc:sldMkLst>
          <pc:docMk/>
          <pc:sldMk cId="945104450" sldId="1507"/>
        </pc:sldMkLst>
        <pc:spChg chg="mod">
          <ac:chgData name="Wojciech Krakowiak" userId="86718142a3635522" providerId="LiveId" clId="{26BA3A9B-B69E-46E9-B3AD-45EBD15A9BA9}" dt="2025-08-06T17:07:26.905" v="735" actId="20577"/>
          <ac:spMkLst>
            <pc:docMk/>
            <pc:sldMk cId="945104450" sldId="1507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08:29.102" v="739" actId="20577"/>
          <ac:spMkLst>
            <pc:docMk/>
            <pc:sldMk cId="945104450" sldId="1507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08:23.123" v="736"/>
          <ac:picMkLst>
            <pc:docMk/>
            <pc:sldMk cId="945104450" sldId="1507"/>
            <ac:picMk id="4" creationId="{3A712BDA-DBFD-3B1E-CB73-32FBB94F28AB}"/>
          </ac:picMkLst>
        </pc:picChg>
        <pc:picChg chg="del">
          <ac:chgData name="Wojciech Krakowiak" userId="86718142a3635522" providerId="LiveId" clId="{26BA3A9B-B69E-46E9-B3AD-45EBD15A9BA9}" dt="2025-08-06T17:06:44.239" v="698" actId="478"/>
          <ac:picMkLst>
            <pc:docMk/>
            <pc:sldMk cId="945104450" sldId="1507"/>
            <ac:picMk id="5" creationId="{4D03A702-8AD1-FBF9-5472-DDC911E6808A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16:55.717" v="764"/>
        <pc:sldMkLst>
          <pc:docMk/>
          <pc:sldMk cId="180236047" sldId="1508"/>
        </pc:sldMkLst>
        <pc:spChg chg="mod">
          <ac:chgData name="Wojciech Krakowiak" userId="86718142a3635522" providerId="LiveId" clId="{26BA3A9B-B69E-46E9-B3AD-45EBD15A9BA9}" dt="2025-08-06T17:14:55.590" v="750" actId="20577"/>
          <ac:spMkLst>
            <pc:docMk/>
            <pc:sldMk cId="180236047" sldId="1508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16:14.527" v="761" actId="20577"/>
          <ac:spMkLst>
            <pc:docMk/>
            <pc:sldMk cId="180236047" sldId="1508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7:08:49.749" v="742" actId="478"/>
          <ac:picMkLst>
            <pc:docMk/>
            <pc:sldMk cId="180236047" sldId="1508"/>
            <ac:picMk id="4" creationId="{3A712BDA-DBFD-3B1E-CB73-32FBB94F28AB}"/>
          </ac:picMkLst>
        </pc:picChg>
        <pc:picChg chg="add mod">
          <ac:chgData name="Wojciech Krakowiak" userId="86718142a3635522" providerId="LiveId" clId="{26BA3A9B-B69E-46E9-B3AD-45EBD15A9BA9}" dt="2025-08-06T17:16:52.324" v="762"/>
          <ac:picMkLst>
            <pc:docMk/>
            <pc:sldMk cId="180236047" sldId="1508"/>
            <ac:picMk id="5" creationId="{0ECCE2C7-F6F4-0E3C-00A0-D0625D19FA75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19:24.061" v="792" actId="20577"/>
        <pc:sldMkLst>
          <pc:docMk/>
          <pc:sldMk cId="797792494" sldId="1509"/>
        </pc:sldMkLst>
        <pc:spChg chg="mod">
          <ac:chgData name="Wojciech Krakowiak" userId="86718142a3635522" providerId="LiveId" clId="{26BA3A9B-B69E-46E9-B3AD-45EBD15A9BA9}" dt="2025-08-06T17:19:24.061" v="792" actId="20577"/>
          <ac:spMkLst>
            <pc:docMk/>
            <pc:sldMk cId="797792494" sldId="1509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17:41.214" v="778" actId="20577"/>
          <ac:spMkLst>
            <pc:docMk/>
            <pc:sldMk cId="797792494" sldId="1509"/>
            <ac:spMk id="3" creationId="{39415443-7D6F-4D36-AAC8-D8D539C108C7}"/>
          </ac:spMkLst>
        </pc:spChg>
        <pc:picChg chg="add del mod">
          <ac:chgData name="Wojciech Krakowiak" userId="86718142a3635522" providerId="LiveId" clId="{26BA3A9B-B69E-46E9-B3AD-45EBD15A9BA9}" dt="2025-08-06T17:18:29.149" v="785" actId="478"/>
          <ac:picMkLst>
            <pc:docMk/>
            <pc:sldMk cId="797792494" sldId="1509"/>
            <ac:picMk id="4" creationId="{066185AC-6755-6A33-AEA9-5759BA3FAD25}"/>
          </ac:picMkLst>
        </pc:picChg>
        <pc:picChg chg="del">
          <ac:chgData name="Wojciech Krakowiak" userId="86718142a3635522" providerId="LiveId" clId="{26BA3A9B-B69E-46E9-B3AD-45EBD15A9BA9}" dt="2025-08-06T17:17:13.256" v="767" actId="478"/>
          <ac:picMkLst>
            <pc:docMk/>
            <pc:sldMk cId="797792494" sldId="1509"/>
            <ac:picMk id="5" creationId="{0ECCE2C7-F6F4-0E3C-00A0-D0625D19FA75}"/>
          </ac:picMkLst>
        </pc:picChg>
        <pc:picChg chg="add mod">
          <ac:chgData name="Wojciech Krakowiak" userId="86718142a3635522" providerId="LiveId" clId="{26BA3A9B-B69E-46E9-B3AD-45EBD15A9BA9}" dt="2025-08-06T17:19:02.311" v="786"/>
          <ac:picMkLst>
            <pc:docMk/>
            <pc:sldMk cId="797792494" sldId="1509"/>
            <ac:picMk id="6" creationId="{8D0E3B48-AB56-6C1E-7600-63BB5E6E3600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1:31.549" v="816"/>
        <pc:sldMkLst>
          <pc:docMk/>
          <pc:sldMk cId="3653694606" sldId="1510"/>
        </pc:sldMkLst>
        <pc:spChg chg="mod">
          <ac:chgData name="Wojciech Krakowiak" userId="86718142a3635522" providerId="LiveId" clId="{26BA3A9B-B69E-46E9-B3AD-45EBD15A9BA9}" dt="2025-08-06T17:20:34.828" v="804" actId="2711"/>
          <ac:spMkLst>
            <pc:docMk/>
            <pc:sldMk cId="3653694606" sldId="1510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0:48.699" v="813" actId="20577"/>
          <ac:spMkLst>
            <pc:docMk/>
            <pc:sldMk cId="3653694606" sldId="1510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21:28.880" v="814"/>
          <ac:picMkLst>
            <pc:docMk/>
            <pc:sldMk cId="3653694606" sldId="1510"/>
            <ac:picMk id="4" creationId="{4E972ADE-964D-48A6-780B-6E5A59CE0FA3}"/>
          </ac:picMkLst>
        </pc:picChg>
        <pc:picChg chg="del">
          <ac:chgData name="Wojciech Krakowiak" userId="86718142a3635522" providerId="LiveId" clId="{26BA3A9B-B69E-46E9-B3AD-45EBD15A9BA9}" dt="2025-08-06T17:19:27.777" v="793" actId="478"/>
          <ac:picMkLst>
            <pc:docMk/>
            <pc:sldMk cId="3653694606" sldId="1510"/>
            <ac:picMk id="6" creationId="{8D0E3B48-AB56-6C1E-7600-63BB5E6E3600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3:55.682" v="834"/>
        <pc:sldMkLst>
          <pc:docMk/>
          <pc:sldMk cId="1163690542" sldId="1511"/>
        </pc:sldMkLst>
        <pc:spChg chg="mod">
          <ac:chgData name="Wojciech Krakowiak" userId="86718142a3635522" providerId="LiveId" clId="{26BA3A9B-B69E-46E9-B3AD-45EBD15A9BA9}" dt="2025-08-06T17:23:06.629" v="831" actId="20577"/>
          <ac:spMkLst>
            <pc:docMk/>
            <pc:sldMk cId="1163690542" sldId="1511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2:58.920" v="828" actId="20577"/>
          <ac:spMkLst>
            <pc:docMk/>
            <pc:sldMk cId="1163690542" sldId="1511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7:22:19.129" v="819" actId="478"/>
          <ac:picMkLst>
            <pc:docMk/>
            <pc:sldMk cId="1163690542" sldId="1511"/>
            <ac:picMk id="4" creationId="{4E972ADE-964D-48A6-780B-6E5A59CE0FA3}"/>
          </ac:picMkLst>
        </pc:picChg>
        <pc:picChg chg="add mod">
          <ac:chgData name="Wojciech Krakowiak" userId="86718142a3635522" providerId="LiveId" clId="{26BA3A9B-B69E-46E9-B3AD-45EBD15A9BA9}" dt="2025-08-06T17:23:53.174" v="832"/>
          <ac:picMkLst>
            <pc:docMk/>
            <pc:sldMk cId="1163690542" sldId="1511"/>
            <ac:picMk id="5" creationId="{4C8808B4-9F20-FEDD-5C1D-581EA4668107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6:15.106" v="854"/>
        <pc:sldMkLst>
          <pc:docMk/>
          <pc:sldMk cId="2957986592" sldId="1512"/>
        </pc:sldMkLst>
        <pc:spChg chg="mod">
          <ac:chgData name="Wojciech Krakowiak" userId="86718142a3635522" providerId="LiveId" clId="{26BA3A9B-B69E-46E9-B3AD-45EBD15A9BA9}" dt="2025-08-06T17:24:46.741" v="843" actId="20577"/>
          <ac:spMkLst>
            <pc:docMk/>
            <pc:sldMk cId="2957986592" sldId="1512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4:54.884" v="851" actId="20577"/>
          <ac:spMkLst>
            <pc:docMk/>
            <pc:sldMk cId="2957986592" sldId="1512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26:12.890" v="852"/>
          <ac:picMkLst>
            <pc:docMk/>
            <pc:sldMk cId="2957986592" sldId="1512"/>
            <ac:picMk id="4" creationId="{6DE1CA30-F319-ABFC-5E5F-23009C0EA230}"/>
          </ac:picMkLst>
        </pc:picChg>
        <pc:picChg chg="del">
          <ac:chgData name="Wojciech Krakowiak" userId="86718142a3635522" providerId="LiveId" clId="{26BA3A9B-B69E-46E9-B3AD-45EBD15A9BA9}" dt="2025-08-06T17:24:26.444" v="837" actId="478"/>
          <ac:picMkLst>
            <pc:docMk/>
            <pc:sldMk cId="2957986592" sldId="1512"/>
            <ac:picMk id="5" creationId="{4C8808B4-9F20-FEDD-5C1D-581EA4668107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7:56.224" v="875"/>
        <pc:sldMkLst>
          <pc:docMk/>
          <pc:sldMk cId="2184095661" sldId="1513"/>
        </pc:sldMkLst>
        <pc:spChg chg="mod">
          <ac:chgData name="Wojciech Krakowiak" userId="86718142a3635522" providerId="LiveId" clId="{26BA3A9B-B69E-46E9-B3AD-45EBD15A9BA9}" dt="2025-08-06T17:27:07.126" v="872" actId="20577"/>
          <ac:spMkLst>
            <pc:docMk/>
            <pc:sldMk cId="2184095661" sldId="1513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6:58.191" v="866" actId="20577"/>
          <ac:spMkLst>
            <pc:docMk/>
            <pc:sldMk cId="2184095661" sldId="1513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7:26:35.699" v="858" actId="478"/>
          <ac:picMkLst>
            <pc:docMk/>
            <pc:sldMk cId="2184095661" sldId="1513"/>
            <ac:picMk id="4" creationId="{6DE1CA30-F319-ABFC-5E5F-23009C0EA230}"/>
          </ac:picMkLst>
        </pc:picChg>
        <pc:picChg chg="add mod">
          <ac:chgData name="Wojciech Krakowiak" userId="86718142a3635522" providerId="LiveId" clId="{26BA3A9B-B69E-46E9-B3AD-45EBD15A9BA9}" dt="2025-08-06T17:27:54.239" v="873"/>
          <ac:picMkLst>
            <pc:docMk/>
            <pc:sldMk cId="2184095661" sldId="1513"/>
            <ac:picMk id="5" creationId="{0130E3D5-8228-828C-1ADA-84E1F8B321FE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30:44.977" v="895"/>
        <pc:sldMkLst>
          <pc:docMk/>
          <pc:sldMk cId="2778521383" sldId="1514"/>
        </pc:sldMkLst>
        <pc:spChg chg="mod">
          <ac:chgData name="Wojciech Krakowiak" userId="86718142a3635522" providerId="LiveId" clId="{26BA3A9B-B69E-46E9-B3AD-45EBD15A9BA9}" dt="2025-08-06T17:29:30.749" v="885" actId="20577"/>
          <ac:spMkLst>
            <pc:docMk/>
            <pc:sldMk cId="2778521383" sldId="1514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9:39.946" v="892" actId="20577"/>
          <ac:spMkLst>
            <pc:docMk/>
            <pc:sldMk cId="2778521383" sldId="1514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30:42.713" v="893"/>
          <ac:picMkLst>
            <pc:docMk/>
            <pc:sldMk cId="2778521383" sldId="1514"/>
            <ac:picMk id="4" creationId="{5D8D6C4B-B089-1E0A-0A32-D86DBD193922}"/>
          </ac:picMkLst>
        </pc:picChg>
        <pc:picChg chg="del">
          <ac:chgData name="Wojciech Krakowiak" userId="86718142a3635522" providerId="LiveId" clId="{26BA3A9B-B69E-46E9-B3AD-45EBD15A9BA9}" dt="2025-08-06T17:29:17.362" v="878" actId="478"/>
          <ac:picMkLst>
            <pc:docMk/>
            <pc:sldMk cId="2778521383" sldId="1514"/>
            <ac:picMk id="5" creationId="{0130E3D5-8228-828C-1ADA-84E1F8B321FE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32:16.557" v="919"/>
        <pc:sldMkLst>
          <pc:docMk/>
          <pc:sldMk cId="1466764462" sldId="1515"/>
        </pc:sldMkLst>
        <pc:spChg chg="mod">
          <ac:chgData name="Wojciech Krakowiak" userId="86718142a3635522" providerId="LiveId" clId="{26BA3A9B-B69E-46E9-B3AD-45EBD15A9BA9}" dt="2025-08-06T17:31:24.047" v="916" actId="20577"/>
          <ac:spMkLst>
            <pc:docMk/>
            <pc:sldMk cId="1466764462" sldId="1515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31:16.708" v="909" actId="20577"/>
          <ac:spMkLst>
            <pc:docMk/>
            <pc:sldMk cId="1466764462" sldId="1515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7:31:01.246" v="898" actId="478"/>
          <ac:picMkLst>
            <pc:docMk/>
            <pc:sldMk cId="1466764462" sldId="1515"/>
            <ac:picMk id="4" creationId="{5D8D6C4B-B089-1E0A-0A32-D86DBD193922}"/>
          </ac:picMkLst>
        </pc:picChg>
        <pc:picChg chg="add mod">
          <ac:chgData name="Wojciech Krakowiak" userId="86718142a3635522" providerId="LiveId" clId="{26BA3A9B-B69E-46E9-B3AD-45EBD15A9BA9}" dt="2025-08-06T17:32:14.224" v="917"/>
          <ac:picMkLst>
            <pc:docMk/>
            <pc:sldMk cId="1466764462" sldId="1515"/>
            <ac:picMk id="5" creationId="{3333B069-C637-7148-A00F-444C694E3633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16:42.423" v="964"/>
        <pc:sldMkLst>
          <pc:docMk/>
          <pc:sldMk cId="2026589744" sldId="1516"/>
        </pc:sldMkLst>
        <pc:spChg chg="mod">
          <ac:chgData name="Wojciech Krakowiak" userId="86718142a3635522" providerId="LiveId" clId="{26BA3A9B-B69E-46E9-B3AD-45EBD15A9BA9}" dt="2025-08-06T19:15:05.215" v="944" actId="20577"/>
          <ac:spMkLst>
            <pc:docMk/>
            <pc:sldMk cId="2026589744" sldId="1516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15:32.691" v="961" actId="20577"/>
          <ac:spMkLst>
            <pc:docMk/>
            <pc:sldMk cId="2026589744" sldId="1516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16:40.429" v="962"/>
          <ac:picMkLst>
            <pc:docMk/>
            <pc:sldMk cId="2026589744" sldId="1516"/>
            <ac:picMk id="4" creationId="{8917E898-1C6D-C108-68DA-BEE9ED40DB41}"/>
          </ac:picMkLst>
        </pc:picChg>
        <pc:picChg chg="del">
          <ac:chgData name="Wojciech Krakowiak" userId="86718142a3635522" providerId="LiveId" clId="{26BA3A9B-B69E-46E9-B3AD-45EBD15A9BA9}" dt="2025-08-06T19:14:47.195" v="922" actId="478"/>
          <ac:picMkLst>
            <pc:docMk/>
            <pc:sldMk cId="2026589744" sldId="1516"/>
            <ac:picMk id="5" creationId="{3333B069-C637-7148-A00F-444C694E3633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20:37.769" v="989"/>
        <pc:sldMkLst>
          <pc:docMk/>
          <pc:sldMk cId="2328546754" sldId="1517"/>
        </pc:sldMkLst>
        <pc:spChg chg="mod">
          <ac:chgData name="Wojciech Krakowiak" userId="86718142a3635522" providerId="LiveId" clId="{26BA3A9B-B69E-46E9-B3AD-45EBD15A9BA9}" dt="2025-08-06T19:18:22.589" v="986" actId="20577"/>
          <ac:spMkLst>
            <pc:docMk/>
            <pc:sldMk cId="2328546754" sldId="1517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18:16.467" v="983" actId="313"/>
          <ac:spMkLst>
            <pc:docMk/>
            <pc:sldMk cId="2328546754" sldId="1517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9:17:57.429" v="967" actId="478"/>
          <ac:picMkLst>
            <pc:docMk/>
            <pc:sldMk cId="2328546754" sldId="1517"/>
            <ac:picMk id="4" creationId="{8917E898-1C6D-C108-68DA-BEE9ED40DB41}"/>
          </ac:picMkLst>
        </pc:picChg>
        <pc:picChg chg="add mod">
          <ac:chgData name="Wojciech Krakowiak" userId="86718142a3635522" providerId="LiveId" clId="{26BA3A9B-B69E-46E9-B3AD-45EBD15A9BA9}" dt="2025-08-06T19:20:36.099" v="987"/>
          <ac:picMkLst>
            <pc:docMk/>
            <pc:sldMk cId="2328546754" sldId="1517"/>
            <ac:picMk id="5" creationId="{F40511B4-5AA6-53D0-72CA-42B8B02DBD6B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23:02.223" v="1023"/>
        <pc:sldMkLst>
          <pc:docMk/>
          <pc:sldMk cId="4124471447" sldId="1518"/>
        </pc:sldMkLst>
        <pc:spChg chg="mod">
          <ac:chgData name="Wojciech Krakowiak" userId="86718142a3635522" providerId="LiveId" clId="{26BA3A9B-B69E-46E9-B3AD-45EBD15A9BA9}" dt="2025-08-06T19:22:11.638" v="1003" actId="20577"/>
          <ac:spMkLst>
            <pc:docMk/>
            <pc:sldMk cId="4124471447" sldId="1518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22:31.500" v="1020" actId="313"/>
          <ac:spMkLst>
            <pc:docMk/>
            <pc:sldMk cId="4124471447" sldId="1518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23:00.557" v="1021"/>
          <ac:picMkLst>
            <pc:docMk/>
            <pc:sldMk cId="4124471447" sldId="1518"/>
            <ac:picMk id="4" creationId="{A06F2E0F-F022-53E1-25C4-C346149A5397}"/>
          </ac:picMkLst>
        </pc:picChg>
        <pc:picChg chg="del">
          <ac:chgData name="Wojciech Krakowiak" userId="86718142a3635522" providerId="LiveId" clId="{26BA3A9B-B69E-46E9-B3AD-45EBD15A9BA9}" dt="2025-08-06T19:20:48.593" v="992" actId="478"/>
          <ac:picMkLst>
            <pc:docMk/>
            <pc:sldMk cId="4124471447" sldId="1518"/>
            <ac:picMk id="5" creationId="{F40511B4-5AA6-53D0-72CA-42B8B02DBD6B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32:25.386" v="1104"/>
        <pc:sldMkLst>
          <pc:docMk/>
          <pc:sldMk cId="3252105673" sldId="1519"/>
        </pc:sldMkLst>
        <pc:spChg chg="mod">
          <ac:chgData name="Wojciech Krakowiak" userId="86718142a3635522" providerId="LiveId" clId="{26BA3A9B-B69E-46E9-B3AD-45EBD15A9BA9}" dt="2025-08-06T19:31:03.197" v="1090" actId="20577"/>
          <ac:spMkLst>
            <pc:docMk/>
            <pc:sldMk cId="3252105673" sldId="1519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31:18.102" v="1101" actId="20577"/>
          <ac:spMkLst>
            <pc:docMk/>
            <pc:sldMk cId="3252105673" sldId="1519"/>
            <ac:spMk id="3" creationId="{39415443-7D6F-4D36-AAC8-D8D539C108C7}"/>
          </ac:spMkLst>
        </pc:spChg>
        <pc:picChg chg="del">
          <ac:chgData name="Wojciech Krakowiak" userId="86718142a3635522" providerId="LiveId" clId="{26BA3A9B-B69E-46E9-B3AD-45EBD15A9BA9}" dt="2025-08-06T19:23:13.353" v="1026" actId="478"/>
          <ac:picMkLst>
            <pc:docMk/>
            <pc:sldMk cId="3252105673" sldId="1519"/>
            <ac:picMk id="4" creationId="{A06F2E0F-F022-53E1-25C4-C346149A5397}"/>
          </ac:picMkLst>
        </pc:picChg>
        <pc:picChg chg="add mod">
          <ac:chgData name="Wojciech Krakowiak" userId="86718142a3635522" providerId="LiveId" clId="{26BA3A9B-B69E-46E9-B3AD-45EBD15A9BA9}" dt="2025-08-06T19:32:23.293" v="1102"/>
          <ac:picMkLst>
            <pc:docMk/>
            <pc:sldMk cId="3252105673" sldId="1519"/>
            <ac:picMk id="5" creationId="{FF25C25D-AFB5-18AD-6E68-D6C43A9805F2}"/>
          </ac:picMkLst>
        </pc:picChg>
      </pc:sldChg>
      <pc:sldChg chg="addSp delSp modSp add mod ord delAnim modAnim">
        <pc:chgData name="Wojciech Krakowiak" userId="86718142a3635522" providerId="LiveId" clId="{26BA3A9B-B69E-46E9-B3AD-45EBD15A9BA9}" dt="2025-08-06T19:34:30.322" v="1147"/>
        <pc:sldMkLst>
          <pc:docMk/>
          <pc:sldMk cId="923050901" sldId="1520"/>
        </pc:sldMkLst>
        <pc:spChg chg="mod">
          <ac:chgData name="Wojciech Krakowiak" userId="86718142a3635522" providerId="LiveId" clId="{26BA3A9B-B69E-46E9-B3AD-45EBD15A9BA9}" dt="2025-08-06T19:33:57.252" v="1144" actId="20577"/>
          <ac:spMkLst>
            <pc:docMk/>
            <pc:sldMk cId="923050901" sldId="1520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33:24.979" v="1118" actId="20577"/>
          <ac:spMkLst>
            <pc:docMk/>
            <pc:sldMk cId="923050901" sldId="1520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34:28.595" v="1145"/>
          <ac:picMkLst>
            <pc:docMk/>
            <pc:sldMk cId="923050901" sldId="1520"/>
            <ac:picMk id="4" creationId="{4C7DB06D-10F6-AAF7-46AF-590FDA677B58}"/>
          </ac:picMkLst>
        </pc:picChg>
        <pc:picChg chg="del">
          <ac:chgData name="Wojciech Krakowiak" userId="86718142a3635522" providerId="LiveId" clId="{26BA3A9B-B69E-46E9-B3AD-45EBD15A9BA9}" dt="2025-08-06T19:32:42.199" v="1107" actId="478"/>
          <ac:picMkLst>
            <pc:docMk/>
            <pc:sldMk cId="923050901" sldId="1520"/>
            <ac:picMk id="5" creationId="{FF25C25D-AFB5-18AD-6E68-D6C43A9805F2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38:43.533" v="1176"/>
        <pc:sldMkLst>
          <pc:docMk/>
          <pc:sldMk cId="1314697153" sldId="1521"/>
        </pc:sldMkLst>
        <pc:spChg chg="mod">
          <ac:chgData name="Wojciech Krakowiak" userId="86718142a3635522" providerId="LiveId" clId="{26BA3A9B-B69E-46E9-B3AD-45EBD15A9BA9}" dt="2025-08-06T19:38:14.425" v="1172" actId="313"/>
          <ac:spMkLst>
            <pc:docMk/>
            <pc:sldMk cId="1314697153" sldId="1521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38:04.227" v="1171" actId="20577"/>
          <ac:spMkLst>
            <pc:docMk/>
            <pc:sldMk cId="1314697153" sldId="1521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38:41.491" v="1174"/>
          <ac:picMkLst>
            <pc:docMk/>
            <pc:sldMk cId="1314697153" sldId="1521"/>
            <ac:picMk id="4" creationId="{C7D77CF3-CE9F-8A01-443D-783CBE80A0B5}"/>
          </ac:picMkLst>
        </pc:picChg>
        <pc:picChg chg="del">
          <ac:chgData name="Wojciech Krakowiak" userId="86718142a3635522" providerId="LiveId" clId="{26BA3A9B-B69E-46E9-B3AD-45EBD15A9BA9}" dt="2025-08-06T19:38:17.450" v="1173" actId="478"/>
          <ac:picMkLst>
            <pc:docMk/>
            <pc:sldMk cId="1314697153" sldId="1521"/>
            <ac:picMk id="5" creationId="{FF25C25D-AFB5-18AD-6E68-D6C43A9805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10.08.2025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1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s-ES" sz="9600" b="1" dirty="0">
                <a:latin typeface="+mn-lt"/>
              </a:rPr>
              <a:t>La ropa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Bluzka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blusa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F36B214-7D57-6F33-9065-36285034D2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Czapka (z daszkiem)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gorra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A094EE1-3DE1-B0C3-FD35-495E2F58E4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9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Czapka (zimowa)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gorro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445B249-D257-F577-E1DB-0E8CD280EB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8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Kapelusz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sombrero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EE6CA4-1F93-AC34-C253-CB8041A7A2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5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Okulary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gafas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B38F282-6492-88A2-7881-8D7CD04289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9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Krótkie spodenki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pantalones cortos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D8F9D55-FBC4-489E-C97B-02BA45EE2E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2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Dżinsy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vaqueros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A1DDD5B-E60C-F64B-B538-95B4406497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2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Sukienka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vestido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ACAA16B-75F1-5138-AFD1-46D8C076ED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3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Spódnica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falda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D3870B6-2D1B-3A35-DDEF-1D53629EA2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9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Buty sportowe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zapatillas deportivas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7F4AD87-0640-993A-65BF-7EC3109B37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2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Sandały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sandalias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D30EE8F-EF6B-4FEE-AD85-BFBEDDF89D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Płaskie buty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zapatos planos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61AEE87-350D-4C44-FE4B-CFA9EBF51E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4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Buty (wysokie np.</a:t>
            </a:r>
            <a:r>
              <a:rPr lang="es-ES" sz="7200" b="1" dirty="0">
                <a:latin typeface="+mn-lt"/>
              </a:rPr>
              <a:t> </a:t>
            </a:r>
            <a:r>
              <a:rPr lang="pl-PL" sz="7200" b="1" dirty="0">
                <a:latin typeface="+mn-lt"/>
              </a:rPr>
              <a:t>glany)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botas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DAA7A4-74B4-381F-7560-B410A5B66D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0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Koszula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camisa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57EE5EB-95BD-A5A4-FE51-C43B392981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2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Sweter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jersey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E09CDB9-82AE-B03D-C99C-FBBB7BB9D5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0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T-shirt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camiseta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86AC66C-08DF-DC71-1EF7-B5901A405A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1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Spodnie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pantalones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661D6B4-A88E-B791-B29B-D6CB39D69E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8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Kurtka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chaqueta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7B8B830-ACEA-50E0-358D-E19D067B7D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6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Torebka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bolso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074E3D1-C72C-A005-9B3B-20E63046D5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4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Kostium kąpielowy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bañador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84EE72E-E1FC-6565-EF77-D9219E3A53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7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Skarpetki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calcetines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951A8FE-23D7-5069-AC66-E4D1694B83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1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Rękawiczki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guantes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CB591CE-2E47-257E-9EA2-626177C5D3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Damskie majtki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bragas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9ADBE23-05EC-7133-CC0B-444F8A3999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7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Szalik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bufanda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54D9620-FF48-9857-36E8-B0A5E12032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8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Apaszka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pañuelo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F5695FD-7673-D787-E3C9-D062B682A0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7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Płaszcz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abrigo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3EE397E-9111-281C-A389-8123BB4447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5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Stanik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sujetador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D1A3BE8-A578-8A39-1957-FDAB4A46DD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3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Rajstopy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medias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1B0BAB4-45F9-3586-F92F-B2E01B43D2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2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Męskie majtki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calzoncillos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1A7476-A7ED-2E5A-63C7-25459801CF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6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Odzież zimowa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Ropa de invierno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F9B9065-C36E-0925-4DE7-C48607249E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Odzież letnia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Ropa de verano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1C6D50D-C544-94EE-4F03-FE38CD3A70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2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Obcisłe/Obcisła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Estrecho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a    y   Ajustado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281BEB2-A367-4486-9FF2-EF06FB6BF0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6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9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Szerokie/Szeroka (baggy)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Ancho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81E4A7-DF12-D4C7-09B1-5EB2E45BA1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6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 kratkę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De cuadros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E7B9D9A-A2AD-E139-BB0E-2EB7755303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0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 kwiaty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De flores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8DA8A09-FFC0-57DC-69DD-19DD371162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7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 paski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De rayas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EF2129C-C082-77EE-0CFA-E69EAB5240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4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Ze skóry/skórzane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De cuero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348E830-84A9-9A8D-7DB8-714A73873E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11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Bikini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bikini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4D8ED8E-CD51-B134-FBD5-9C9986E887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7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Buty trekkingowe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botas de montaña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E4FCEBB-22C8-34A4-97CA-829FB5A99B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2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Bluza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sudadera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CA2465E-80DB-A7EF-C41D-3B7523B99B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4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Krawat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Una corbata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D915AEF-3CDD-1F85-C218-7DAE7342BF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7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Garnitur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traje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D22676F-180D-7719-76C5-30A04B93EB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7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Muszka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pajarita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07D1E0A-EC78-5CA8-CFE0-E56DF8B5AA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4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Buty na obcasie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zapatos de tacón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7C2C950-7165-7962-E86D-6DE2CCC4C7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0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Eleganckie buty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zapatos elegantes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723DBC1-2DF1-3F2D-9BEE-B52E3FB348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6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Parasol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paraguas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C379AC6-06F3-2E94-D435-236ACC785F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2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Zegarek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reloj de pulsera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8403F83-8758-43AD-A209-1DC9E124DA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4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Pasek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cinturón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2F7F210-C329-FADD-1CCB-97210F8DA0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7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6630</TotalTime>
  <Words>208</Words>
  <Application>Microsoft Office PowerPoint</Application>
  <PresentationFormat>Panoramiczny</PresentationFormat>
  <Paragraphs>97</Paragraphs>
  <Slides>49</Slides>
  <Notes>0</Notes>
  <HiddenSlides>0</HiddenSlides>
  <MMClips>48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Motyw pakietu Office</vt:lpstr>
      <vt:lpstr>Klasa 1 LO La ropa  </vt:lpstr>
      <vt:lpstr>Bluzka</vt:lpstr>
      <vt:lpstr>Czapka (z daszkiem)</vt:lpstr>
      <vt:lpstr>Czapka (zimowa)</vt:lpstr>
      <vt:lpstr>Kapelusz</vt:lpstr>
      <vt:lpstr>Okulary</vt:lpstr>
      <vt:lpstr>Krótkie spodenki</vt:lpstr>
      <vt:lpstr>Dżinsy</vt:lpstr>
      <vt:lpstr>Sukienka</vt:lpstr>
      <vt:lpstr>Spódnica</vt:lpstr>
      <vt:lpstr>Buty sportowe</vt:lpstr>
      <vt:lpstr>Sandały</vt:lpstr>
      <vt:lpstr>Płaskie buty</vt:lpstr>
      <vt:lpstr>Buty (wysokie np. glany)</vt:lpstr>
      <vt:lpstr>Koszula</vt:lpstr>
      <vt:lpstr>Sweter</vt:lpstr>
      <vt:lpstr>T-shirt</vt:lpstr>
      <vt:lpstr>Spodnie</vt:lpstr>
      <vt:lpstr>Kurtka</vt:lpstr>
      <vt:lpstr>Torebka</vt:lpstr>
      <vt:lpstr>Kostium kąpielowy</vt:lpstr>
      <vt:lpstr>Skarpetki</vt:lpstr>
      <vt:lpstr>Rękawiczki</vt:lpstr>
      <vt:lpstr>Damskie majtki</vt:lpstr>
      <vt:lpstr>Szalik</vt:lpstr>
      <vt:lpstr>Apaszka</vt:lpstr>
      <vt:lpstr>Płaszcz</vt:lpstr>
      <vt:lpstr>Stanik</vt:lpstr>
      <vt:lpstr>Rajstopy</vt:lpstr>
      <vt:lpstr>Męskie majtki</vt:lpstr>
      <vt:lpstr>Odzież zimowa</vt:lpstr>
      <vt:lpstr>Odzież letnia</vt:lpstr>
      <vt:lpstr>Obcisłe/Obcisła</vt:lpstr>
      <vt:lpstr>Szerokie/Szeroka (baggy)</vt:lpstr>
      <vt:lpstr>W kratkę</vt:lpstr>
      <vt:lpstr>W kwiaty</vt:lpstr>
      <vt:lpstr>W paski</vt:lpstr>
      <vt:lpstr>Ze skóry/skórzane</vt:lpstr>
      <vt:lpstr>Bikini</vt:lpstr>
      <vt:lpstr>Buty trekkingowe</vt:lpstr>
      <vt:lpstr>Bluza</vt:lpstr>
      <vt:lpstr>Krawat</vt:lpstr>
      <vt:lpstr>Garnitur</vt:lpstr>
      <vt:lpstr>Muszka</vt:lpstr>
      <vt:lpstr>Buty na obcasie</vt:lpstr>
      <vt:lpstr>Eleganckie buty</vt:lpstr>
      <vt:lpstr>Parasol</vt:lpstr>
      <vt:lpstr>Zegarek</vt:lpstr>
      <vt:lpstr>Pasek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Wojciech Krakowiak</cp:lastModifiedBy>
  <cp:revision>1192</cp:revision>
  <dcterms:created xsi:type="dcterms:W3CDTF">2018-09-30T05:35:06Z</dcterms:created>
  <dcterms:modified xsi:type="dcterms:W3CDTF">2025-08-10T19:37:10Z</dcterms:modified>
</cp:coreProperties>
</file>