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536" r:id="rId3"/>
    <p:sldId id="1537" r:id="rId4"/>
    <p:sldId id="1538" r:id="rId5"/>
    <p:sldId id="1539" r:id="rId6"/>
    <p:sldId id="1540" r:id="rId7"/>
    <p:sldId id="1541" r:id="rId8"/>
    <p:sldId id="1542" r:id="rId9"/>
    <p:sldId id="1543" r:id="rId10"/>
    <p:sldId id="1544" r:id="rId11"/>
    <p:sldId id="1545" r:id="rId12"/>
    <p:sldId id="1546" r:id="rId13"/>
    <p:sldId id="1547" r:id="rId14"/>
    <p:sldId id="1548" r:id="rId15"/>
    <p:sldId id="1549" r:id="rId16"/>
    <p:sldId id="1550" r:id="rId17"/>
    <p:sldId id="1551" r:id="rId18"/>
    <p:sldId id="1552" r:id="rId19"/>
    <p:sldId id="1553" r:id="rId20"/>
    <p:sldId id="1554" r:id="rId2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283383-CC01-4AC3-B2E4-74C483BF667F}" v="1" dt="2025-08-26T12:50:25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tek Krakowiak" userId="f72a0bb3b8a70e05" providerId="LiveId" clId="{B482DA49-940A-4D59-B918-D4865B41021D}"/>
    <pc:docChg chg="modSld">
      <pc:chgData name="Wojtek Krakowiak" userId="f72a0bb3b8a70e05" providerId="LiveId" clId="{B482DA49-940A-4D59-B918-D4865B41021D}" dt="2025-02-05T11:41:57.065" v="23" actId="20577"/>
      <pc:docMkLst>
        <pc:docMk/>
      </pc:docMkLst>
      <pc:sldChg chg="modSp mod">
        <pc:chgData name="Wojtek Krakowiak" userId="f72a0bb3b8a70e05" providerId="LiveId" clId="{B482DA49-940A-4D59-B918-D4865B41021D}" dt="2025-02-05T11:41:57.065" v="23" actId="20577"/>
        <pc:sldMkLst>
          <pc:docMk/>
          <pc:sldMk cId="1582655019" sldId="1193"/>
        </pc:sldMkLst>
      </pc:sldChg>
    </pc:docChg>
  </pc:docChgLst>
  <pc:docChgLst>
    <pc:chgData name="Wojtek Krakowiak" userId="f72a0bb3b8a70e05" providerId="LiveId" clId="{3CD639F1-4E38-4140-9BDB-99FE4691354D}"/>
    <pc:docChg chg="undo custSel addSld delSld modSld">
      <pc:chgData name="Wojtek Krakowiak" userId="f72a0bb3b8a70e05" providerId="LiveId" clId="{3CD639F1-4E38-4140-9BDB-99FE4691354D}" dt="2024-09-28T11:17:06.024" v="477" actId="2696"/>
      <pc:docMkLst>
        <pc:docMk/>
      </pc:docMkLst>
      <pc:sldChg chg="modSp mod">
        <pc:chgData name="Wojtek Krakowiak" userId="f72a0bb3b8a70e05" providerId="LiveId" clId="{3CD639F1-4E38-4140-9BDB-99FE4691354D}" dt="2024-09-26T21:02:10.997" v="17" actId="20577"/>
        <pc:sldMkLst>
          <pc:docMk/>
          <pc:sldMk cId="1582655019" sldId="1193"/>
        </pc:sldMkLst>
      </pc:sldChg>
      <pc:sldChg chg="addSp delSp modSp mod delAnim modAnim">
        <pc:chgData name="Wojtek Krakowiak" userId="f72a0bb3b8a70e05" providerId="LiveId" clId="{3CD639F1-4E38-4140-9BDB-99FE4691354D}" dt="2024-09-28T10:56:21.226" v="420"/>
        <pc:sldMkLst>
          <pc:docMk/>
          <pc:sldMk cId="1436841305" sldId="1536"/>
        </pc:sldMkLst>
      </pc:sldChg>
      <pc:sldChg chg="addSp modSp add mod modAnim">
        <pc:chgData name="Wojtek Krakowiak" userId="f72a0bb3b8a70e05" providerId="LiveId" clId="{3CD639F1-4E38-4140-9BDB-99FE4691354D}" dt="2024-09-28T11:03:10.379" v="423"/>
        <pc:sldMkLst>
          <pc:docMk/>
          <pc:sldMk cId="2536254876" sldId="1537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4033819473" sldId="1537"/>
        </pc:sldMkLst>
      </pc:sldChg>
      <pc:sldChg chg="addSp modSp add mod modAnim">
        <pc:chgData name="Wojtek Krakowiak" userId="f72a0bb3b8a70e05" providerId="LiveId" clId="{3CD639F1-4E38-4140-9BDB-99FE4691354D}" dt="2024-09-28T11:04:02.683" v="426"/>
        <pc:sldMkLst>
          <pc:docMk/>
          <pc:sldMk cId="2027347201" sldId="1538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133453897" sldId="1538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529116222" sldId="1539"/>
        </pc:sldMkLst>
      </pc:sldChg>
      <pc:sldChg chg="addSp modSp add mod modAnim">
        <pc:chgData name="Wojtek Krakowiak" userId="f72a0bb3b8a70e05" providerId="LiveId" clId="{3CD639F1-4E38-4140-9BDB-99FE4691354D}" dt="2024-09-28T11:04:40.436" v="429"/>
        <pc:sldMkLst>
          <pc:docMk/>
          <pc:sldMk cId="2589829692" sldId="1539"/>
        </pc:sldMkLst>
      </pc:sldChg>
      <pc:sldChg chg="addSp modSp add mod modAnim">
        <pc:chgData name="Wojtek Krakowiak" userId="f72a0bb3b8a70e05" providerId="LiveId" clId="{3CD639F1-4E38-4140-9BDB-99FE4691354D}" dt="2024-09-28T11:05:34.980" v="432"/>
        <pc:sldMkLst>
          <pc:docMk/>
          <pc:sldMk cId="781149020" sldId="1540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283566425" sldId="1540"/>
        </pc:sldMkLst>
      </pc:sldChg>
      <pc:sldChg chg="addSp modSp add mod modAnim">
        <pc:chgData name="Wojtek Krakowiak" userId="f72a0bb3b8a70e05" providerId="LiveId" clId="{3CD639F1-4E38-4140-9BDB-99FE4691354D}" dt="2024-09-28T11:06:54.362" v="437"/>
        <pc:sldMkLst>
          <pc:docMk/>
          <pc:sldMk cId="2733586578" sldId="1541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3363240421" sldId="1541"/>
        </pc:sldMkLst>
      </pc:sldChg>
      <pc:sldChg chg="addSp modSp add mod modAnim">
        <pc:chgData name="Wojtek Krakowiak" userId="f72a0bb3b8a70e05" providerId="LiveId" clId="{3CD639F1-4E38-4140-9BDB-99FE4691354D}" dt="2024-09-28T11:08:02.393" v="440"/>
        <pc:sldMkLst>
          <pc:docMk/>
          <pc:sldMk cId="2230537904" sldId="1542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232559712" sldId="1542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191346416" sldId="1543"/>
        </pc:sldMkLst>
      </pc:sldChg>
      <pc:sldChg chg="addSp modSp add mod modAnim">
        <pc:chgData name="Wojtek Krakowiak" userId="f72a0bb3b8a70e05" providerId="LiveId" clId="{3CD639F1-4E38-4140-9BDB-99FE4691354D}" dt="2024-09-28T11:08:46.187" v="443"/>
        <pc:sldMkLst>
          <pc:docMk/>
          <pc:sldMk cId="514692777" sldId="1543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893001995" sldId="1544"/>
        </pc:sldMkLst>
      </pc:sldChg>
      <pc:sldChg chg="addSp modSp add mod modAnim">
        <pc:chgData name="Wojtek Krakowiak" userId="f72a0bb3b8a70e05" providerId="LiveId" clId="{3CD639F1-4E38-4140-9BDB-99FE4691354D}" dt="2024-09-28T11:09:26.074" v="446"/>
        <pc:sldMkLst>
          <pc:docMk/>
          <pc:sldMk cId="3623161485" sldId="1544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557445377" sldId="1545"/>
        </pc:sldMkLst>
      </pc:sldChg>
      <pc:sldChg chg="addSp modSp add mod modAnim">
        <pc:chgData name="Wojtek Krakowiak" userId="f72a0bb3b8a70e05" providerId="LiveId" clId="{3CD639F1-4E38-4140-9BDB-99FE4691354D}" dt="2024-09-28T11:10:17.912" v="449"/>
        <pc:sldMkLst>
          <pc:docMk/>
          <pc:sldMk cId="2016419207" sldId="1545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283042143" sldId="1546"/>
        </pc:sldMkLst>
      </pc:sldChg>
      <pc:sldChg chg="addSp modSp add mod modAnim">
        <pc:chgData name="Wojtek Krakowiak" userId="f72a0bb3b8a70e05" providerId="LiveId" clId="{3CD639F1-4E38-4140-9BDB-99FE4691354D}" dt="2024-09-28T11:11:02.688" v="452"/>
        <pc:sldMkLst>
          <pc:docMk/>
          <pc:sldMk cId="2526628054" sldId="1546"/>
        </pc:sldMkLst>
      </pc:sldChg>
      <pc:sldChg chg="addSp modSp add mod modAnim">
        <pc:chgData name="Wojtek Krakowiak" userId="f72a0bb3b8a70e05" providerId="LiveId" clId="{3CD639F1-4E38-4140-9BDB-99FE4691354D}" dt="2024-09-28T11:11:46.434" v="455"/>
        <pc:sldMkLst>
          <pc:docMk/>
          <pc:sldMk cId="2374808882" sldId="1547"/>
        </pc:sldMkLst>
      </pc:sldChg>
      <pc:sldChg chg="addSp modSp add mod modAnim">
        <pc:chgData name="Wojtek Krakowiak" userId="f72a0bb3b8a70e05" providerId="LiveId" clId="{3CD639F1-4E38-4140-9BDB-99FE4691354D}" dt="2024-09-28T11:12:35.879" v="458"/>
        <pc:sldMkLst>
          <pc:docMk/>
          <pc:sldMk cId="492620811" sldId="1548"/>
        </pc:sldMkLst>
      </pc:sldChg>
      <pc:sldChg chg="addSp modSp add mod modAnim">
        <pc:chgData name="Wojtek Krakowiak" userId="f72a0bb3b8a70e05" providerId="LiveId" clId="{3CD639F1-4E38-4140-9BDB-99FE4691354D}" dt="2024-09-28T11:13:21.193" v="461"/>
        <pc:sldMkLst>
          <pc:docMk/>
          <pc:sldMk cId="890537909" sldId="1549"/>
        </pc:sldMkLst>
      </pc:sldChg>
      <pc:sldChg chg="addSp modSp add mod modAnim">
        <pc:chgData name="Wojtek Krakowiak" userId="f72a0bb3b8a70e05" providerId="LiveId" clId="{3CD639F1-4E38-4140-9BDB-99FE4691354D}" dt="2024-09-28T11:14:07.189" v="464"/>
        <pc:sldMkLst>
          <pc:docMk/>
          <pc:sldMk cId="1449752342" sldId="1550"/>
        </pc:sldMkLst>
      </pc:sldChg>
      <pc:sldChg chg="addSp delSp modSp add mod modAnim">
        <pc:chgData name="Wojtek Krakowiak" userId="f72a0bb3b8a70e05" providerId="LiveId" clId="{3CD639F1-4E38-4140-9BDB-99FE4691354D}" dt="2024-09-28T11:14:37.674" v="467"/>
        <pc:sldMkLst>
          <pc:docMk/>
          <pc:sldMk cId="3448814210" sldId="1551"/>
        </pc:sldMkLst>
      </pc:sldChg>
      <pc:sldChg chg="addSp modSp add mod modAnim">
        <pc:chgData name="Wojtek Krakowiak" userId="f72a0bb3b8a70e05" providerId="LiveId" clId="{3CD639F1-4E38-4140-9BDB-99FE4691354D}" dt="2024-09-28T11:15:30.265" v="470"/>
        <pc:sldMkLst>
          <pc:docMk/>
          <pc:sldMk cId="3640690013" sldId="1552"/>
        </pc:sldMkLst>
      </pc:sldChg>
      <pc:sldChg chg="addSp modSp add mod modAnim">
        <pc:chgData name="Wojtek Krakowiak" userId="f72a0bb3b8a70e05" providerId="LiveId" clId="{3CD639F1-4E38-4140-9BDB-99FE4691354D}" dt="2024-09-28T11:16:11.521" v="473"/>
        <pc:sldMkLst>
          <pc:docMk/>
          <pc:sldMk cId="818123351" sldId="1553"/>
        </pc:sldMkLst>
      </pc:sldChg>
      <pc:sldChg chg="addSp modSp add mod modAnim">
        <pc:chgData name="Wojtek Krakowiak" userId="f72a0bb3b8a70e05" providerId="LiveId" clId="{3CD639F1-4E38-4140-9BDB-99FE4691354D}" dt="2024-09-28T11:17:01.007" v="476"/>
        <pc:sldMkLst>
          <pc:docMk/>
          <pc:sldMk cId="3198797024" sldId="1554"/>
        </pc:sldMkLst>
      </pc:sldChg>
      <pc:sldChg chg="add del">
        <pc:chgData name="Wojtek Krakowiak" userId="f72a0bb3b8a70e05" providerId="LiveId" clId="{3CD639F1-4E38-4140-9BDB-99FE4691354D}" dt="2024-09-28T11:17:06.024" v="477" actId="2696"/>
        <pc:sldMkLst>
          <pc:docMk/>
          <pc:sldMk cId="903981950" sldId="155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1885241"/>
            <a:ext cx="11131290" cy="4151575"/>
          </a:xfrm>
        </p:spPr>
        <p:txBody>
          <a:bodyPr>
            <a:normAutofit fontScale="90000"/>
          </a:bodyPr>
          <a:lstStyle/>
          <a:p>
            <a:r>
              <a:rPr lang="pl-PL" sz="9600" b="1" dirty="0">
                <a:latin typeface="+mn-lt"/>
              </a:rPr>
              <a:t>Klasa 1L</a:t>
            </a:r>
            <a:br>
              <a:rPr lang="pl-PL" sz="9600" b="1" dirty="0">
                <a:latin typeface="+mn-lt"/>
              </a:rPr>
            </a:br>
            <a:r>
              <a:rPr lang="pl-PL" sz="9600" b="1" dirty="0">
                <a:latin typeface="+mn-lt"/>
              </a:rPr>
              <a:t>Las partes del cuerpo</a:t>
            </a:r>
            <a:br>
              <a:rPr lang="pl-PL" sz="7300" b="1" dirty="0">
                <a:latin typeface="+mn-lt"/>
              </a:rPr>
            </a:br>
            <a:br>
              <a:rPr lang="pl-PL" sz="7300" b="1" dirty="0">
                <a:latin typeface="+mn-lt"/>
              </a:rPr>
            </a:br>
            <a:r>
              <a:rPr lang="pl-PL" sz="7300" b="1" dirty="0">
                <a:latin typeface="+mn-lt"/>
              </a:rPr>
              <a:t>Część1</a:t>
            </a: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Części ciała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Las partes del cuerpo</a:t>
            </a: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41649BD-4804-00EA-FBDC-F508D1434B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4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twarz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La </a:t>
            </a:r>
            <a:r>
              <a:rPr lang="pl-PL" sz="7200" b="1" dirty="0" err="1">
                <a:solidFill>
                  <a:srgbClr val="FF0000"/>
                </a:solidFill>
              </a:rPr>
              <a:t>cabeza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7B19C33-F84F-3DAB-77BD-1A46025DAA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25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szyja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El </a:t>
            </a:r>
            <a:r>
              <a:rPr lang="pl-PL" sz="7200" b="1" dirty="0" err="1">
                <a:solidFill>
                  <a:srgbClr val="FF0000"/>
                </a:solidFill>
              </a:rPr>
              <a:t>cuello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C1E60D9-C40A-893B-3FE3-EFB255764C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34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tors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El </a:t>
            </a:r>
            <a:r>
              <a:rPr lang="pl-PL" sz="7200" b="1" dirty="0" err="1">
                <a:solidFill>
                  <a:srgbClr val="FF0000"/>
                </a:solidFill>
              </a:rPr>
              <a:t>tronco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18EBE43-0592-95D4-75C7-FC61A51B71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82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oczy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Los </a:t>
            </a:r>
            <a:r>
              <a:rPr lang="pl-PL" sz="7200" b="1" dirty="0" err="1">
                <a:solidFill>
                  <a:srgbClr val="FF0000"/>
                </a:solidFill>
              </a:rPr>
              <a:t>ojos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4DFFBC7-AA8F-D86C-9B99-320A37B0C4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4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uszy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Las </a:t>
            </a:r>
            <a:r>
              <a:rPr lang="pl-PL" sz="7200" b="1" dirty="0" err="1">
                <a:solidFill>
                  <a:srgbClr val="FF0000"/>
                </a:solidFill>
              </a:rPr>
              <a:t>orejas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0DC09FF-CAB5-323C-8273-2B456F3A4F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58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nos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La </a:t>
            </a:r>
            <a:r>
              <a:rPr lang="pl-PL" sz="7200" b="1" dirty="0" err="1">
                <a:solidFill>
                  <a:srgbClr val="FF0000"/>
                </a:solidFill>
              </a:rPr>
              <a:t>nariz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5DC5ADD-1EE1-349F-624E-2D427274B7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3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język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La </a:t>
            </a:r>
            <a:r>
              <a:rPr lang="pl-PL" sz="7200" b="1" dirty="0" err="1">
                <a:solidFill>
                  <a:srgbClr val="FF0000"/>
                </a:solidFill>
              </a:rPr>
              <a:t>lengua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C0A2494-2154-399A-96B0-81E087D6AF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69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plecy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La </a:t>
            </a:r>
            <a:r>
              <a:rPr lang="pl-PL" sz="7200" b="1" dirty="0" err="1">
                <a:solidFill>
                  <a:srgbClr val="FF0000"/>
                </a:solidFill>
              </a:rPr>
              <a:t>espelada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C18AE9C-BDD0-6563-9779-BBEB040D69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16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zęby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Los </a:t>
            </a:r>
            <a:r>
              <a:rPr lang="pl-PL" sz="7200" b="1" dirty="0" err="1">
                <a:solidFill>
                  <a:srgbClr val="FF0000"/>
                </a:solidFill>
              </a:rPr>
              <a:t>dientes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F472D85-C064-3ADE-426B-0FF8F5BD6D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419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kończyny górne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Los </a:t>
            </a:r>
            <a:r>
              <a:rPr lang="pl-PL" sz="7200" b="1" dirty="0" err="1">
                <a:solidFill>
                  <a:srgbClr val="FF0000"/>
                </a:solidFill>
              </a:rPr>
              <a:t>extremidades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superiores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7E02EF9-E9FA-BE41-B8A6-63A439D6E7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2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14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kończyn dolne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Los </a:t>
            </a:r>
            <a:r>
              <a:rPr lang="pl-PL" sz="7200" b="1" dirty="0" err="1">
                <a:solidFill>
                  <a:srgbClr val="FF0000"/>
                </a:solidFill>
              </a:rPr>
              <a:t>extremidades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pl-PL" sz="7200" b="1" dirty="0" err="1">
                <a:solidFill>
                  <a:srgbClr val="FF0000"/>
                </a:solidFill>
              </a:rPr>
              <a:t>inferiores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F74A4A8-F89C-15EE-21ED-5F833ADD811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0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8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kolana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</a:t>
            </a:r>
            <a:r>
              <a:rPr lang="pl-PL" sz="7200" b="1" dirty="0">
                <a:solidFill>
                  <a:srgbClr val="FF0000"/>
                </a:solidFill>
              </a:rPr>
              <a:t>a</a:t>
            </a:r>
            <a:r>
              <a:rPr lang="es-ES" sz="7200" b="1" dirty="0">
                <a:solidFill>
                  <a:srgbClr val="FF0000"/>
                </a:solidFill>
              </a:rPr>
              <a:t>s </a:t>
            </a:r>
            <a:r>
              <a:rPr lang="es-ES" sz="7200" b="1" dirty="0" err="1">
                <a:solidFill>
                  <a:srgbClr val="FF0000"/>
                </a:solidFill>
              </a:rPr>
              <a:t>rodill</a:t>
            </a:r>
            <a:r>
              <a:rPr lang="pl-PL" sz="7200" b="1" dirty="0">
                <a:solidFill>
                  <a:srgbClr val="FF0000"/>
                </a:solidFill>
              </a:rPr>
              <a:t>a</a:t>
            </a:r>
            <a:r>
              <a:rPr lang="es-ES" sz="7200" b="1" dirty="0">
                <a:solidFill>
                  <a:srgbClr val="FF0000"/>
                </a:solidFill>
              </a:rPr>
              <a:t>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7D2124F-7F77-6734-45B8-ADCF33437F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62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 err="1">
                <a:latin typeface="+mn-lt"/>
              </a:rPr>
              <a:t>ło</a:t>
            </a:r>
            <a:r>
              <a:rPr lang="es-ES" sz="7200" b="1" dirty="0" err="1">
                <a:latin typeface="+mn-lt"/>
              </a:rPr>
              <a:t>kcie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Los </a:t>
            </a:r>
            <a:r>
              <a:rPr lang="pl-PL" sz="7200" b="1" dirty="0" err="1">
                <a:solidFill>
                  <a:srgbClr val="FF0000"/>
                </a:solidFill>
              </a:rPr>
              <a:t>codos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EA2ABB9-00EF-018C-C6B4-3E5AF8C88E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37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nogi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Las </a:t>
            </a:r>
            <a:r>
              <a:rPr lang="pl-PL" sz="7200" b="1" dirty="0" err="1">
                <a:solidFill>
                  <a:srgbClr val="FF0000"/>
                </a:solidFill>
              </a:rPr>
              <a:t>piernas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5B4FB4E-7516-1562-4C9F-E3D2BF1023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75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ramiona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Los </a:t>
            </a:r>
            <a:r>
              <a:rPr lang="pl-PL" sz="7200" b="1" dirty="0" err="1">
                <a:solidFill>
                  <a:srgbClr val="FF0000"/>
                </a:solidFill>
              </a:rPr>
              <a:t>brazos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C62B4EE-54B8-C420-151E-B9CC1D1313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81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dłonie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Las </a:t>
            </a:r>
            <a:r>
              <a:rPr lang="pl-PL" sz="7200" b="1" dirty="0" err="1">
                <a:solidFill>
                  <a:srgbClr val="FF0000"/>
                </a:solidFill>
              </a:rPr>
              <a:t>manos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D43FE1B-3E2D-C1A5-DC60-37E9A426FB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9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stopy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>
                <a:solidFill>
                  <a:srgbClr val="FF0000"/>
                </a:solidFill>
              </a:rPr>
              <a:t>Los pies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9AC300F-9A2E-4BF1-E6F9-2CE9C9AB511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12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palce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Los </a:t>
            </a:r>
            <a:r>
              <a:rPr lang="pl-PL" sz="7200" b="1" dirty="0" err="1">
                <a:solidFill>
                  <a:srgbClr val="FF0000"/>
                </a:solidFill>
              </a:rPr>
              <a:t>dedos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0CB8935-C268-A790-7AF3-4110636599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79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6055</TotalTime>
  <Words>79</Words>
  <Application>Microsoft Office PowerPoint</Application>
  <PresentationFormat>Panoramiczny</PresentationFormat>
  <Paragraphs>39</Paragraphs>
  <Slides>20</Slides>
  <Notes>0</Notes>
  <HiddenSlides>0</HiddenSlides>
  <MMClips>19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Motyw pakietu Office</vt:lpstr>
      <vt:lpstr>Klasa 1L Las partes del cuerpo  Część1</vt:lpstr>
      <vt:lpstr>Części ciała</vt:lpstr>
      <vt:lpstr>twarz</vt:lpstr>
      <vt:lpstr>szyja</vt:lpstr>
      <vt:lpstr>tors</vt:lpstr>
      <vt:lpstr>oczy</vt:lpstr>
      <vt:lpstr>uszy</vt:lpstr>
      <vt:lpstr>nos</vt:lpstr>
      <vt:lpstr>język</vt:lpstr>
      <vt:lpstr>plecy</vt:lpstr>
      <vt:lpstr>zęby</vt:lpstr>
      <vt:lpstr>kończyny górne</vt:lpstr>
      <vt:lpstr>kończyn dolne</vt:lpstr>
      <vt:lpstr>kolana</vt:lpstr>
      <vt:lpstr>łokcie</vt:lpstr>
      <vt:lpstr>nogi</vt:lpstr>
      <vt:lpstr>ramiona</vt:lpstr>
      <vt:lpstr>dłonie</vt:lpstr>
      <vt:lpstr>stopy</vt:lpstr>
      <vt:lpstr>palce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1516</cp:revision>
  <dcterms:created xsi:type="dcterms:W3CDTF">2018-09-30T05:35:06Z</dcterms:created>
  <dcterms:modified xsi:type="dcterms:W3CDTF">2025-08-26T12:50:32Z</dcterms:modified>
</cp:coreProperties>
</file>